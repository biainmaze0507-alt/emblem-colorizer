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280" r:id="rId2"/>
    <p:sldId id="282" r:id="rId3"/>
    <p:sldId id="256" r:id="rId4"/>
    <p:sldId id="257" r:id="rId5"/>
    <p:sldId id="258" r:id="rId6"/>
    <p:sldId id="260" r:id="rId7"/>
    <p:sldId id="259" r:id="rId8"/>
    <p:sldId id="261" r:id="rId9"/>
    <p:sldId id="273" r:id="rId10"/>
    <p:sldId id="274" r:id="rId11"/>
    <p:sldId id="275" r:id="rId12"/>
    <p:sldId id="279" r:id="rId13"/>
    <p:sldId id="278" r:id="rId14"/>
    <p:sldId id="263" r:id="rId15"/>
    <p:sldId id="262" r:id="rId16"/>
    <p:sldId id="264" r:id="rId17"/>
    <p:sldId id="272" r:id="rId18"/>
    <p:sldId id="281" r:id="rId19"/>
    <p:sldId id="276" r:id="rId20"/>
    <p:sldId id="271" r:id="rId21"/>
    <p:sldId id="277" r:id="rId22"/>
    <p:sldId id="267" r:id="rId23"/>
    <p:sldId id="265" r:id="rId24"/>
    <p:sldId id="268" r:id="rId25"/>
    <p:sldId id="266" r:id="rId26"/>
    <p:sldId id="269" r:id="rId27"/>
    <p:sldId id="270" r:id="rId28"/>
  </p:sldIdLst>
  <p:sldSz cx="6858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638ACF"/>
    <a:srgbClr val="87BF61"/>
    <a:srgbClr val="CA5A85"/>
    <a:srgbClr val="DE80A6"/>
    <a:srgbClr val="A2345E"/>
    <a:srgbClr val="222A39"/>
    <a:srgbClr val="F4EEE8"/>
    <a:srgbClr val="E8E7E7"/>
    <a:srgbClr val="E0C7A9"/>
    <a:srgbClr val="E37B9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396" autoAdjust="0"/>
    <p:restoredTop sz="94660"/>
  </p:normalViewPr>
  <p:slideViewPr>
    <p:cSldViewPr snapToGrid="0">
      <p:cViewPr varScale="1">
        <p:scale>
          <a:sx n="90" d="100"/>
          <a:sy n="90" d="100"/>
        </p:scale>
        <p:origin x="1749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14350" y="1122363"/>
            <a:ext cx="58293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50" y="3602038"/>
            <a:ext cx="51435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300552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49656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7916" y="1709740"/>
            <a:ext cx="5915025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67916" y="4589465"/>
            <a:ext cx="5915025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782251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488" y="1825625"/>
            <a:ext cx="29146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471863" y="1825625"/>
            <a:ext cx="29146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68097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365127"/>
            <a:ext cx="5915025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2381" y="1681163"/>
            <a:ext cx="2901255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381" y="2505075"/>
            <a:ext cx="2901255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471863" y="1681163"/>
            <a:ext cx="2915543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471863" y="2505075"/>
            <a:ext cx="2915543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607027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71663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389902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457200"/>
            <a:ext cx="2211884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15543" y="987427"/>
            <a:ext cx="3471863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057400"/>
            <a:ext cx="2211884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51691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457200"/>
            <a:ext cx="2211884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915543" y="987427"/>
            <a:ext cx="3471863" cy="4873625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057400"/>
            <a:ext cx="2211884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8838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280811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907757" y="365125"/>
            <a:ext cx="1478756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71488" y="365125"/>
            <a:ext cx="4350544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56296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71488" y="365127"/>
            <a:ext cx="59150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1488" y="1825625"/>
            <a:ext cx="59150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71488" y="6356352"/>
            <a:ext cx="15430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3855F0-C064-4992-BC3E-6A76F1E1BB76}" type="datetimeFigureOut">
              <a:rPr lang="ko-KR" altLang="en-US" smtClean="0"/>
              <a:t>2026-10-24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71713" y="6356352"/>
            <a:ext cx="23145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43463" y="6356352"/>
            <a:ext cx="15430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2FA9389-1D97-48D2-A714-8B4E4BB8EAD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826738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685800" rtl="0" eaLnBrk="1" latinLnBrk="1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1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microsoft.com/office/2007/relationships/hdphoto" Target="../media/hdphoto1.wdp"/><Relationship Id="rId7" Type="http://schemas.openxmlformats.org/officeDocument/2006/relationships/image" Target="../media/image6.png"/><Relationship Id="rId12" Type="http://schemas.openxmlformats.org/officeDocument/2006/relationships/image" Target="../media/image10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11" Type="http://schemas.microsoft.com/office/2007/relationships/hdphoto" Target="../media/hdphoto3.wdp"/><Relationship Id="rId5" Type="http://schemas.openxmlformats.org/officeDocument/2006/relationships/image" Target="../media/image5.png"/><Relationship Id="rId10" Type="http://schemas.openxmlformats.org/officeDocument/2006/relationships/image" Target="../media/image9.png"/><Relationship Id="rId4" Type="http://schemas.openxmlformats.org/officeDocument/2006/relationships/image" Target="../media/image4.png"/><Relationship Id="rId9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1.sv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직사각형 50">
            <a:extLst>
              <a:ext uri="{FF2B5EF4-FFF2-40B4-BE49-F238E27FC236}">
                <a16:creationId xmlns:a16="http://schemas.microsoft.com/office/drawing/2014/main" id="{D514636A-3CEF-4F74-B283-F38FDDAF0769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ect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6289461"/>
                </a:move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5591225"/>
                </a:move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012424-B817-4777-A504-7844C56D7F8B}"/>
              </a:ext>
            </a:extLst>
          </p:cNvPr>
          <p:cNvGrpSpPr/>
          <p:nvPr/>
        </p:nvGrpSpPr>
        <p:grpSpPr>
          <a:xfrm>
            <a:off x="2287376" y="3037527"/>
            <a:ext cx="823071" cy="416627"/>
            <a:chOff x="2274943" y="3037527"/>
            <a:chExt cx="835507" cy="416627"/>
          </a:xfrm>
        </p:grpSpPr>
        <p:sp>
          <p:nvSpPr>
            <p:cNvPr id="239" name="자유형: 도형 238">
              <a:extLst>
                <a:ext uri="{FF2B5EF4-FFF2-40B4-BE49-F238E27FC236}">
                  <a16:creationId xmlns:a16="http://schemas.microsoft.com/office/drawing/2014/main" id="{57D0E55E-C6C4-417F-9620-67CF9592E90C}"/>
                </a:ext>
              </a:extLst>
            </p:cNvPr>
            <p:cNvSpPr/>
            <p:nvPr/>
          </p:nvSpPr>
          <p:spPr>
            <a:xfrm>
              <a:off x="2274943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0" name="자유형: 도형 239">
              <a:extLst>
                <a:ext uri="{FF2B5EF4-FFF2-40B4-BE49-F238E27FC236}">
                  <a16:creationId xmlns:a16="http://schemas.microsoft.com/office/drawing/2014/main" id="{EE736A88-5D33-4DB5-9872-5F11D8D7A975}"/>
                </a:ext>
              </a:extLst>
            </p:cNvPr>
            <p:cNvSpPr/>
            <p:nvPr/>
          </p:nvSpPr>
          <p:spPr>
            <a:xfrm>
              <a:off x="2577222" y="3110965"/>
              <a:ext cx="533228" cy="315113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  <a:gd name="connsiteX0" fmla="*/ 228788 w 534156"/>
                <a:gd name="connsiteY0" fmla="*/ 309712 h 316028"/>
                <a:gd name="connsiteX1" fmla="*/ 82749 w 534156"/>
                <a:gd name="connsiteY1" fmla="*/ 253875 h 316028"/>
                <a:gd name="connsiteX2" fmla="*/ 2941 w 534156"/>
                <a:gd name="connsiteY2" fmla="*/ 143305 h 316028"/>
                <a:gd name="connsiteX3" fmla="*/ 36170 w 534156"/>
                <a:gd name="connsiteY3" fmla="*/ 31771 h 316028"/>
                <a:gd name="connsiteX4" fmla="*/ 137194 w 534156"/>
                <a:gd name="connsiteY4" fmla="*/ 343 h 316028"/>
                <a:gd name="connsiteX5" fmla="*/ 252729 w 534156"/>
                <a:gd name="connsiteY5" fmla="*/ 41789 h 316028"/>
                <a:gd name="connsiteX6" fmla="*/ 404368 w 534156"/>
                <a:gd name="connsiteY6" fmla="*/ 131732 h 316028"/>
                <a:gd name="connsiteX7" fmla="*/ 532783 w 534156"/>
                <a:gd name="connsiteY7" fmla="*/ 216255 h 316028"/>
                <a:gd name="connsiteX8" fmla="*/ 323534 w 534156"/>
                <a:gd name="connsiteY8" fmla="*/ 247610 h 316028"/>
                <a:gd name="connsiteX9" fmla="*/ 368726 w 534156"/>
                <a:gd name="connsiteY9" fmla="*/ 299404 h 316028"/>
                <a:gd name="connsiteX10" fmla="*/ 228788 w 534156"/>
                <a:gd name="connsiteY10" fmla="*/ 309712 h 316028"/>
                <a:gd name="connsiteX0" fmla="*/ 228788 w 533091"/>
                <a:gd name="connsiteY0" fmla="*/ 309712 h 315031"/>
                <a:gd name="connsiteX1" fmla="*/ 82749 w 533091"/>
                <a:gd name="connsiteY1" fmla="*/ 253875 h 315031"/>
                <a:gd name="connsiteX2" fmla="*/ 2941 w 533091"/>
                <a:gd name="connsiteY2" fmla="*/ 143305 h 315031"/>
                <a:gd name="connsiteX3" fmla="*/ 36170 w 533091"/>
                <a:gd name="connsiteY3" fmla="*/ 31771 h 315031"/>
                <a:gd name="connsiteX4" fmla="*/ 137194 w 533091"/>
                <a:gd name="connsiteY4" fmla="*/ 343 h 315031"/>
                <a:gd name="connsiteX5" fmla="*/ 252729 w 533091"/>
                <a:gd name="connsiteY5" fmla="*/ 41789 h 315031"/>
                <a:gd name="connsiteX6" fmla="*/ 404368 w 533091"/>
                <a:gd name="connsiteY6" fmla="*/ 131732 h 315031"/>
                <a:gd name="connsiteX7" fmla="*/ 532783 w 533091"/>
                <a:gd name="connsiteY7" fmla="*/ 216255 h 315031"/>
                <a:gd name="connsiteX8" fmla="*/ 368726 w 533091"/>
                <a:gd name="connsiteY8" fmla="*/ 299404 h 315031"/>
                <a:gd name="connsiteX9" fmla="*/ 228788 w 533091"/>
                <a:gd name="connsiteY9" fmla="*/ 309712 h 315031"/>
                <a:gd name="connsiteX0" fmla="*/ 228788 w 533091"/>
                <a:gd name="connsiteY0" fmla="*/ 309712 h 315031"/>
                <a:gd name="connsiteX1" fmla="*/ 82749 w 533091"/>
                <a:gd name="connsiteY1" fmla="*/ 253875 h 315031"/>
                <a:gd name="connsiteX2" fmla="*/ 2941 w 533091"/>
                <a:gd name="connsiteY2" fmla="*/ 143305 h 315031"/>
                <a:gd name="connsiteX3" fmla="*/ 36170 w 533091"/>
                <a:gd name="connsiteY3" fmla="*/ 31771 h 315031"/>
                <a:gd name="connsiteX4" fmla="*/ 137194 w 533091"/>
                <a:gd name="connsiteY4" fmla="*/ 343 h 315031"/>
                <a:gd name="connsiteX5" fmla="*/ 252729 w 533091"/>
                <a:gd name="connsiteY5" fmla="*/ 41789 h 315031"/>
                <a:gd name="connsiteX6" fmla="*/ 404368 w 533091"/>
                <a:gd name="connsiteY6" fmla="*/ 131732 h 315031"/>
                <a:gd name="connsiteX7" fmla="*/ 532783 w 533091"/>
                <a:gd name="connsiteY7" fmla="*/ 216255 h 315031"/>
                <a:gd name="connsiteX8" fmla="*/ 368726 w 533091"/>
                <a:gd name="connsiteY8" fmla="*/ 299404 h 315031"/>
                <a:gd name="connsiteX9" fmla="*/ 228788 w 533091"/>
                <a:gd name="connsiteY9" fmla="*/ 309712 h 31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091" h="315031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8723" y="188310"/>
                    <a:pt x="532783" y="216255"/>
                  </a:cubicBezTo>
                  <a:cubicBezTo>
                    <a:pt x="526843" y="244200"/>
                    <a:pt x="419392" y="283828"/>
                    <a:pt x="368726" y="299404"/>
                  </a:cubicBezTo>
                  <a:cubicBezTo>
                    <a:pt x="318060" y="314980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03FB1629-2FAB-4F6C-A30C-DAFAA8C0E920}"/>
              </a:ext>
            </a:extLst>
          </p:cNvPr>
          <p:cNvGrpSpPr/>
          <p:nvPr/>
        </p:nvGrpSpPr>
        <p:grpSpPr>
          <a:xfrm>
            <a:off x="2519775" y="3517946"/>
            <a:ext cx="687769" cy="674722"/>
            <a:chOff x="2519775" y="3510646"/>
            <a:chExt cx="698084" cy="682022"/>
          </a:xfrm>
        </p:grpSpPr>
        <p:sp>
          <p:nvSpPr>
            <p:cNvPr id="241" name="자유형: 도형 240">
              <a:extLst>
                <a:ext uri="{FF2B5EF4-FFF2-40B4-BE49-F238E27FC236}">
                  <a16:creationId xmlns:a16="http://schemas.microsoft.com/office/drawing/2014/main" id="{03721155-4F88-4CB1-94AF-A3B9614D2A96}"/>
                </a:ext>
              </a:extLst>
            </p:cNvPr>
            <p:cNvSpPr/>
            <p:nvPr/>
          </p:nvSpPr>
          <p:spPr>
            <a:xfrm>
              <a:off x="2757792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BE94850C-566A-4FD1-9146-A1555AEB3952}"/>
                </a:ext>
              </a:extLst>
            </p:cNvPr>
            <p:cNvSpPr/>
            <p:nvPr/>
          </p:nvSpPr>
          <p:spPr>
            <a:xfrm>
              <a:off x="2519775" y="3627789"/>
              <a:ext cx="507532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68420 w 509782"/>
                <a:gd name="connsiteY11" fmla="*/ 476628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7402"/>
                <a:gd name="connsiteY0" fmla="*/ 543709 h 564734"/>
                <a:gd name="connsiteX1" fmla="*/ 78672 w 507402"/>
                <a:gd name="connsiteY1" fmla="*/ 470896 h 564734"/>
                <a:gd name="connsiteX2" fmla="*/ 2337 w 507402"/>
                <a:gd name="connsiteY2" fmla="*/ 328589 h 564734"/>
                <a:gd name="connsiteX3" fmla="*/ 166369 w 507402"/>
                <a:gd name="connsiteY3" fmla="*/ 44095 h 564734"/>
                <a:gd name="connsiteX4" fmla="*/ 226196 w 507402"/>
                <a:gd name="connsiteY4" fmla="*/ 0 h 564734"/>
                <a:gd name="connsiteX5" fmla="*/ 204335 w 507402"/>
                <a:gd name="connsiteY5" fmla="*/ 85601 h 564734"/>
                <a:gd name="connsiteX6" fmla="*/ 253093 w 507402"/>
                <a:gd name="connsiteY6" fmla="*/ 151453 h 564734"/>
                <a:gd name="connsiteX7" fmla="*/ 341485 w 507402"/>
                <a:gd name="connsiteY7" fmla="*/ 169254 h 564734"/>
                <a:gd name="connsiteX8" fmla="*/ 330961 w 507402"/>
                <a:gd name="connsiteY8" fmla="*/ 253459 h 564734"/>
                <a:gd name="connsiteX9" fmla="*/ 397240 w 507402"/>
                <a:gd name="connsiteY9" fmla="*/ 327472 h 564734"/>
                <a:gd name="connsiteX10" fmla="*/ 507402 w 507402"/>
                <a:gd name="connsiteY10" fmla="*/ 296136 h 564734"/>
                <a:gd name="connsiteX11" fmla="*/ 368420 w 507402"/>
                <a:gd name="connsiteY11" fmla="*/ 476628 h 564734"/>
                <a:gd name="connsiteX12" fmla="*/ 233210 w 507402"/>
                <a:gd name="connsiteY12" fmla="*/ 547322 h 564734"/>
                <a:gd name="connsiteX13" fmla="*/ 141501 w 507402"/>
                <a:gd name="connsiteY13" fmla="*/ 564720 h 564734"/>
                <a:gd name="connsiteX14" fmla="*/ 92495 w 50740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740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833" y="320359"/>
                    <a:pt x="397240" y="327472"/>
                  </a:cubicBezTo>
                  <a:cubicBezTo>
                    <a:pt x="426647" y="334585"/>
                    <a:pt x="491240" y="316693"/>
                    <a:pt x="507402" y="296136"/>
                  </a:cubicBezTo>
                  <a:cubicBezTo>
                    <a:pt x="477490" y="360686"/>
                    <a:pt x="414118" y="434764"/>
                    <a:pt x="368420" y="476628"/>
                  </a:cubicBezTo>
                  <a:cubicBezTo>
                    <a:pt x="322722" y="518492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190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55F60FF7-505C-425F-9FCE-68CAADD5FD5C}"/>
              </a:ext>
            </a:extLst>
          </p:cNvPr>
          <p:cNvSpPr/>
          <p:nvPr/>
        </p:nvSpPr>
        <p:spPr>
          <a:xfrm rot="5400000">
            <a:off x="3206583" y="4645818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E5970A4-9B5B-4783-B78B-693731C2E718}"/>
              </a:ext>
            </a:extLst>
          </p:cNvPr>
          <p:cNvGrpSpPr/>
          <p:nvPr/>
        </p:nvGrpSpPr>
        <p:grpSpPr>
          <a:xfrm>
            <a:off x="1479247" y="5090199"/>
            <a:ext cx="3899507" cy="701792"/>
            <a:chOff x="1577120" y="5090199"/>
            <a:chExt cx="3703758" cy="701792"/>
          </a:xfrm>
          <a:solidFill>
            <a:srgbClr val="DE80A6"/>
          </a:solidFill>
        </p:grpSpPr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C355B01D-85C4-4360-9860-82AB5EB219AC}"/>
                </a:ext>
              </a:extLst>
            </p:cNvPr>
            <p:cNvSpPr/>
            <p:nvPr/>
          </p:nvSpPr>
          <p:spPr>
            <a:xfrm>
              <a:off x="1577120" y="5090199"/>
              <a:ext cx="302036" cy="604072"/>
            </a:xfrm>
            <a:custGeom>
              <a:avLst/>
              <a:gdLst>
                <a:gd name="connsiteX0" fmla="*/ 0 w 302036"/>
                <a:gd name="connsiteY0" fmla="*/ 0 h 604072"/>
                <a:gd name="connsiteX1" fmla="*/ 302036 w 302036"/>
                <a:gd name="connsiteY1" fmla="*/ 0 h 604072"/>
                <a:gd name="connsiteX2" fmla="*/ 213202 w 302036"/>
                <a:gd name="connsiteY2" fmla="*/ 97718 h 604072"/>
                <a:gd name="connsiteX3" fmla="*/ 213202 w 302036"/>
                <a:gd name="connsiteY3" fmla="*/ 604073 h 604072"/>
                <a:gd name="connsiteX4" fmla="*/ 26650 w 302036"/>
                <a:gd name="connsiteY4" fmla="*/ 604073 h 604072"/>
                <a:gd name="connsiteX5" fmla="*/ 133251 w 302036"/>
                <a:gd name="connsiteY5" fmla="*/ 373104 h 60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036" h="604072">
                  <a:moveTo>
                    <a:pt x="0" y="0"/>
                  </a:moveTo>
                  <a:lnTo>
                    <a:pt x="302036" y="0"/>
                  </a:lnTo>
                  <a:lnTo>
                    <a:pt x="213202" y="97718"/>
                  </a:lnTo>
                  <a:lnTo>
                    <a:pt x="213202" y="604073"/>
                  </a:lnTo>
                  <a:lnTo>
                    <a:pt x="26650" y="604073"/>
                  </a:lnTo>
                  <a:lnTo>
                    <a:pt x="133251" y="373104"/>
                  </a:ln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814BD6BF-BF4F-418D-9D4B-1BEFE79D7F2E}"/>
                </a:ext>
              </a:extLst>
            </p:cNvPr>
            <p:cNvSpPr/>
            <p:nvPr/>
          </p:nvSpPr>
          <p:spPr>
            <a:xfrm rot="10800000" flipV="1">
              <a:off x="4978842" y="5090199"/>
              <a:ext cx="302036" cy="604072"/>
            </a:xfrm>
            <a:custGeom>
              <a:avLst/>
              <a:gdLst>
                <a:gd name="connsiteX0" fmla="*/ 396 w 302036"/>
                <a:gd name="connsiteY0" fmla="*/ 0 h 604072"/>
                <a:gd name="connsiteX1" fmla="*/ 302432 w 302036"/>
                <a:gd name="connsiteY1" fmla="*/ 0 h 604072"/>
                <a:gd name="connsiteX2" fmla="*/ 213598 w 302036"/>
                <a:gd name="connsiteY2" fmla="*/ 97718 h 604072"/>
                <a:gd name="connsiteX3" fmla="*/ 213598 w 302036"/>
                <a:gd name="connsiteY3" fmla="*/ 604073 h 604072"/>
                <a:gd name="connsiteX4" fmla="*/ 27046 w 302036"/>
                <a:gd name="connsiteY4" fmla="*/ 604073 h 604072"/>
                <a:gd name="connsiteX5" fmla="*/ 133647 w 302036"/>
                <a:gd name="connsiteY5" fmla="*/ 373104 h 60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036" h="604072">
                  <a:moveTo>
                    <a:pt x="396" y="0"/>
                  </a:moveTo>
                  <a:lnTo>
                    <a:pt x="302432" y="0"/>
                  </a:lnTo>
                  <a:lnTo>
                    <a:pt x="213598" y="97718"/>
                  </a:lnTo>
                  <a:lnTo>
                    <a:pt x="213598" y="604073"/>
                  </a:lnTo>
                  <a:lnTo>
                    <a:pt x="27046" y="604073"/>
                  </a:lnTo>
                  <a:lnTo>
                    <a:pt x="133647" y="373104"/>
                  </a:ln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A49AC85D-85A1-4FE4-B755-355CC1CBD2BE}"/>
                </a:ext>
              </a:extLst>
            </p:cNvPr>
            <p:cNvSpPr/>
            <p:nvPr/>
          </p:nvSpPr>
          <p:spPr>
            <a:xfrm>
              <a:off x="1803334" y="5223450"/>
              <a:ext cx="3251331" cy="568541"/>
            </a:xfrm>
            <a:custGeom>
              <a:avLst/>
              <a:gdLst>
                <a:gd name="connsiteX0" fmla="*/ 0 w 3251331"/>
                <a:gd name="connsiteY0" fmla="*/ 0 h 568541"/>
                <a:gd name="connsiteX1" fmla="*/ 3251332 w 3251331"/>
                <a:gd name="connsiteY1" fmla="*/ 0 h 568541"/>
                <a:gd name="connsiteX2" fmla="*/ 3251332 w 3251331"/>
                <a:gd name="connsiteY2" fmla="*/ 444171 h 568541"/>
                <a:gd name="connsiteX3" fmla="*/ 0 w 3251331"/>
                <a:gd name="connsiteY3" fmla="*/ 444171 h 56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1331" h="568541">
                  <a:moveTo>
                    <a:pt x="0" y="0"/>
                  </a:moveTo>
                  <a:cubicBezTo>
                    <a:pt x="1083777" y="159902"/>
                    <a:pt x="2167554" y="159902"/>
                    <a:pt x="3251332" y="0"/>
                  </a:cubicBezTo>
                  <a:lnTo>
                    <a:pt x="3251332" y="444171"/>
                  </a:lnTo>
                  <a:cubicBezTo>
                    <a:pt x="2167554" y="609998"/>
                    <a:pt x="1083777" y="609998"/>
                    <a:pt x="0" y="444171"/>
                  </a:cubicBez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6CA61294-F3BB-4525-93F6-2B0C9290D5B5}"/>
              </a:ext>
            </a:extLst>
          </p:cNvPr>
          <p:cNvSpPr/>
          <p:nvPr/>
        </p:nvSpPr>
        <p:spPr>
          <a:xfrm rot="16200000">
            <a:off x="3368099" y="2129563"/>
            <a:ext cx="121801" cy="732114"/>
          </a:xfrm>
          <a:custGeom>
            <a:avLst/>
            <a:gdLst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289319 h 665558"/>
              <a:gd name="connsiteX4" fmla="*/ 66990 w 110728"/>
              <a:gd name="connsiteY4" fmla="*/ 146719 h 665558"/>
              <a:gd name="connsiteX5" fmla="*/ 64380 w 110728"/>
              <a:gd name="connsiteY5" fmla="*/ 127337 h 665558"/>
              <a:gd name="connsiteX6" fmla="*/ 110728 w 110728"/>
              <a:gd name="connsiteY6" fmla="*/ 332779 h 665558"/>
              <a:gd name="connsiteX7" fmla="*/ 73819 w 110728"/>
              <a:gd name="connsiteY7" fmla="*/ 665558 h 665558"/>
              <a:gd name="connsiteX8" fmla="*/ 36910 w 110728"/>
              <a:gd name="connsiteY8" fmla="*/ 665558 h 665558"/>
              <a:gd name="connsiteX9" fmla="*/ 36910 w 110728"/>
              <a:gd name="connsiteY9" fmla="*/ 665556 h 665558"/>
              <a:gd name="connsiteX10" fmla="*/ 36909 w 110728"/>
              <a:gd name="connsiteY10" fmla="*/ 665558 h 665558"/>
              <a:gd name="connsiteX11" fmla="*/ 0 w 110728"/>
              <a:gd name="connsiteY11" fmla="*/ 665558 h 665558"/>
              <a:gd name="connsiteX12" fmla="*/ 0 w 110728"/>
              <a:gd name="connsiteY12" fmla="*/ 664602 h 665558"/>
              <a:gd name="connsiteX13" fmla="*/ 13841 w 110728"/>
              <a:gd name="connsiteY13" fmla="*/ 639407 h 665558"/>
              <a:gd name="connsiteX14" fmla="*/ 36384 w 110728"/>
              <a:gd name="connsiteY14" fmla="*/ 332779 h 665558"/>
              <a:gd name="connsiteX15" fmla="*/ 13841 w 110728"/>
              <a:gd name="connsiteY15" fmla="*/ 26152 h 665558"/>
              <a:gd name="connsiteX16" fmla="*/ 0 w 110728"/>
              <a:gd name="connsiteY16" fmla="*/ 956 h 665558"/>
              <a:gd name="connsiteX17" fmla="*/ 0 w 110728"/>
              <a:gd name="connsiteY17" fmla="*/ 0 h 665558"/>
              <a:gd name="connsiteX18" fmla="*/ 36909 w 110728"/>
              <a:gd name="connsiteY18" fmla="*/ 0 h 665558"/>
              <a:gd name="connsiteX19" fmla="*/ 36910 w 110728"/>
              <a:gd name="connsiteY19" fmla="*/ 2 h 665558"/>
              <a:gd name="connsiteX20" fmla="*/ 36910 w 110728"/>
              <a:gd name="connsiteY20" fmla="*/ 0 h 665558"/>
              <a:gd name="connsiteX21" fmla="*/ 73819 w 110728"/>
              <a:gd name="connsiteY21" fmla="*/ 0 h 665558"/>
              <a:gd name="connsiteX22" fmla="*/ 110728 w 110728"/>
              <a:gd name="connsiteY22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71821 w 110728"/>
              <a:gd name="connsiteY4" fmla="*/ 289319 h 665558"/>
              <a:gd name="connsiteX5" fmla="*/ 66990 w 110728"/>
              <a:gd name="connsiteY5" fmla="*/ 146719 h 665558"/>
              <a:gd name="connsiteX6" fmla="*/ 71821 w 110728"/>
              <a:gd name="connsiteY6" fmla="*/ 289319 h 665558"/>
              <a:gd name="connsiteX7" fmla="*/ 110728 w 110728"/>
              <a:gd name="connsiteY7" fmla="*/ 332779 h 665558"/>
              <a:gd name="connsiteX8" fmla="*/ 73819 w 110728"/>
              <a:gd name="connsiteY8" fmla="*/ 665558 h 665558"/>
              <a:gd name="connsiteX9" fmla="*/ 36910 w 110728"/>
              <a:gd name="connsiteY9" fmla="*/ 665558 h 665558"/>
              <a:gd name="connsiteX10" fmla="*/ 36910 w 110728"/>
              <a:gd name="connsiteY10" fmla="*/ 665556 h 665558"/>
              <a:gd name="connsiteX11" fmla="*/ 36909 w 110728"/>
              <a:gd name="connsiteY11" fmla="*/ 665558 h 665558"/>
              <a:gd name="connsiteX12" fmla="*/ 0 w 110728"/>
              <a:gd name="connsiteY12" fmla="*/ 665558 h 665558"/>
              <a:gd name="connsiteX13" fmla="*/ 0 w 110728"/>
              <a:gd name="connsiteY13" fmla="*/ 664602 h 665558"/>
              <a:gd name="connsiteX14" fmla="*/ 13841 w 110728"/>
              <a:gd name="connsiteY14" fmla="*/ 639407 h 665558"/>
              <a:gd name="connsiteX15" fmla="*/ 36384 w 110728"/>
              <a:gd name="connsiteY15" fmla="*/ 332779 h 665558"/>
              <a:gd name="connsiteX16" fmla="*/ 13841 w 110728"/>
              <a:gd name="connsiteY16" fmla="*/ 26152 h 665558"/>
              <a:gd name="connsiteX17" fmla="*/ 0 w 110728"/>
              <a:gd name="connsiteY17" fmla="*/ 956 h 665558"/>
              <a:gd name="connsiteX18" fmla="*/ 0 w 110728"/>
              <a:gd name="connsiteY18" fmla="*/ 0 h 665558"/>
              <a:gd name="connsiteX19" fmla="*/ 36909 w 110728"/>
              <a:gd name="connsiteY19" fmla="*/ 0 h 665558"/>
              <a:gd name="connsiteX20" fmla="*/ 36910 w 110728"/>
              <a:gd name="connsiteY20" fmla="*/ 2 h 665558"/>
              <a:gd name="connsiteX21" fmla="*/ 36910 w 110728"/>
              <a:gd name="connsiteY21" fmla="*/ 0 h 665558"/>
              <a:gd name="connsiteX22" fmla="*/ 73819 w 110728"/>
              <a:gd name="connsiteY22" fmla="*/ 0 h 665558"/>
              <a:gd name="connsiteX23" fmla="*/ 110728 w 110728"/>
              <a:gd name="connsiteY23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110728 w 110728"/>
              <a:gd name="connsiteY4" fmla="*/ 332779 h 665558"/>
              <a:gd name="connsiteX5" fmla="*/ 73819 w 110728"/>
              <a:gd name="connsiteY5" fmla="*/ 665558 h 665558"/>
              <a:gd name="connsiteX6" fmla="*/ 36910 w 110728"/>
              <a:gd name="connsiteY6" fmla="*/ 665558 h 665558"/>
              <a:gd name="connsiteX7" fmla="*/ 36910 w 110728"/>
              <a:gd name="connsiteY7" fmla="*/ 665556 h 665558"/>
              <a:gd name="connsiteX8" fmla="*/ 36909 w 110728"/>
              <a:gd name="connsiteY8" fmla="*/ 665558 h 665558"/>
              <a:gd name="connsiteX9" fmla="*/ 0 w 110728"/>
              <a:gd name="connsiteY9" fmla="*/ 665558 h 665558"/>
              <a:gd name="connsiteX10" fmla="*/ 0 w 110728"/>
              <a:gd name="connsiteY10" fmla="*/ 664602 h 665558"/>
              <a:gd name="connsiteX11" fmla="*/ 13841 w 110728"/>
              <a:gd name="connsiteY11" fmla="*/ 639407 h 665558"/>
              <a:gd name="connsiteX12" fmla="*/ 36384 w 110728"/>
              <a:gd name="connsiteY12" fmla="*/ 332779 h 665558"/>
              <a:gd name="connsiteX13" fmla="*/ 13841 w 110728"/>
              <a:gd name="connsiteY13" fmla="*/ 26152 h 665558"/>
              <a:gd name="connsiteX14" fmla="*/ 0 w 110728"/>
              <a:gd name="connsiteY14" fmla="*/ 956 h 665558"/>
              <a:gd name="connsiteX15" fmla="*/ 0 w 110728"/>
              <a:gd name="connsiteY15" fmla="*/ 0 h 665558"/>
              <a:gd name="connsiteX16" fmla="*/ 36909 w 110728"/>
              <a:gd name="connsiteY16" fmla="*/ 0 h 665558"/>
              <a:gd name="connsiteX17" fmla="*/ 36910 w 110728"/>
              <a:gd name="connsiteY17" fmla="*/ 2 h 665558"/>
              <a:gd name="connsiteX18" fmla="*/ 36910 w 110728"/>
              <a:gd name="connsiteY18" fmla="*/ 0 h 665558"/>
              <a:gd name="connsiteX19" fmla="*/ 73819 w 110728"/>
              <a:gd name="connsiteY19" fmla="*/ 0 h 665558"/>
              <a:gd name="connsiteX20" fmla="*/ 110728 w 110728"/>
              <a:gd name="connsiteY20" fmla="*/ 332779 h 665558"/>
              <a:gd name="connsiteX0" fmla="*/ 66990 w 110728"/>
              <a:gd name="connsiteY0" fmla="*/ 518839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110728 w 110728"/>
              <a:gd name="connsiteY3" fmla="*/ 332779 h 665558"/>
              <a:gd name="connsiteX4" fmla="*/ 73819 w 110728"/>
              <a:gd name="connsiteY4" fmla="*/ 665558 h 665558"/>
              <a:gd name="connsiteX5" fmla="*/ 36910 w 110728"/>
              <a:gd name="connsiteY5" fmla="*/ 665558 h 665558"/>
              <a:gd name="connsiteX6" fmla="*/ 36910 w 110728"/>
              <a:gd name="connsiteY6" fmla="*/ 665556 h 665558"/>
              <a:gd name="connsiteX7" fmla="*/ 36909 w 110728"/>
              <a:gd name="connsiteY7" fmla="*/ 665558 h 665558"/>
              <a:gd name="connsiteX8" fmla="*/ 0 w 110728"/>
              <a:gd name="connsiteY8" fmla="*/ 665558 h 665558"/>
              <a:gd name="connsiteX9" fmla="*/ 0 w 110728"/>
              <a:gd name="connsiteY9" fmla="*/ 664602 h 665558"/>
              <a:gd name="connsiteX10" fmla="*/ 13841 w 110728"/>
              <a:gd name="connsiteY10" fmla="*/ 639407 h 665558"/>
              <a:gd name="connsiteX11" fmla="*/ 36384 w 110728"/>
              <a:gd name="connsiteY11" fmla="*/ 332779 h 665558"/>
              <a:gd name="connsiteX12" fmla="*/ 13841 w 110728"/>
              <a:gd name="connsiteY12" fmla="*/ 26152 h 665558"/>
              <a:gd name="connsiteX13" fmla="*/ 0 w 110728"/>
              <a:gd name="connsiteY13" fmla="*/ 956 h 665558"/>
              <a:gd name="connsiteX14" fmla="*/ 0 w 110728"/>
              <a:gd name="connsiteY14" fmla="*/ 0 h 665558"/>
              <a:gd name="connsiteX15" fmla="*/ 36909 w 110728"/>
              <a:gd name="connsiteY15" fmla="*/ 0 h 665558"/>
              <a:gd name="connsiteX16" fmla="*/ 36910 w 110728"/>
              <a:gd name="connsiteY16" fmla="*/ 2 h 665558"/>
              <a:gd name="connsiteX17" fmla="*/ 36910 w 110728"/>
              <a:gd name="connsiteY17" fmla="*/ 0 h 665558"/>
              <a:gd name="connsiteX18" fmla="*/ 73819 w 110728"/>
              <a:gd name="connsiteY18" fmla="*/ 0 h 665558"/>
              <a:gd name="connsiteX19" fmla="*/ 110728 w 110728"/>
              <a:gd name="connsiteY19" fmla="*/ 332779 h 665558"/>
              <a:gd name="connsiteX0" fmla="*/ 110728 w 110728"/>
              <a:gd name="connsiteY0" fmla="*/ 332779 h 665558"/>
              <a:gd name="connsiteX1" fmla="*/ 73819 w 110728"/>
              <a:gd name="connsiteY1" fmla="*/ 665558 h 665558"/>
              <a:gd name="connsiteX2" fmla="*/ 36910 w 110728"/>
              <a:gd name="connsiteY2" fmla="*/ 665558 h 665558"/>
              <a:gd name="connsiteX3" fmla="*/ 36910 w 110728"/>
              <a:gd name="connsiteY3" fmla="*/ 665556 h 665558"/>
              <a:gd name="connsiteX4" fmla="*/ 36909 w 110728"/>
              <a:gd name="connsiteY4" fmla="*/ 665558 h 665558"/>
              <a:gd name="connsiteX5" fmla="*/ 0 w 110728"/>
              <a:gd name="connsiteY5" fmla="*/ 665558 h 665558"/>
              <a:gd name="connsiteX6" fmla="*/ 0 w 110728"/>
              <a:gd name="connsiteY6" fmla="*/ 664602 h 665558"/>
              <a:gd name="connsiteX7" fmla="*/ 13841 w 110728"/>
              <a:gd name="connsiteY7" fmla="*/ 639407 h 665558"/>
              <a:gd name="connsiteX8" fmla="*/ 36384 w 110728"/>
              <a:gd name="connsiteY8" fmla="*/ 332779 h 665558"/>
              <a:gd name="connsiteX9" fmla="*/ 13841 w 110728"/>
              <a:gd name="connsiteY9" fmla="*/ 26152 h 665558"/>
              <a:gd name="connsiteX10" fmla="*/ 0 w 110728"/>
              <a:gd name="connsiteY10" fmla="*/ 956 h 665558"/>
              <a:gd name="connsiteX11" fmla="*/ 0 w 110728"/>
              <a:gd name="connsiteY11" fmla="*/ 0 h 665558"/>
              <a:gd name="connsiteX12" fmla="*/ 36909 w 110728"/>
              <a:gd name="connsiteY12" fmla="*/ 0 h 665558"/>
              <a:gd name="connsiteX13" fmla="*/ 36910 w 110728"/>
              <a:gd name="connsiteY13" fmla="*/ 2 h 665558"/>
              <a:gd name="connsiteX14" fmla="*/ 36910 w 110728"/>
              <a:gd name="connsiteY14" fmla="*/ 0 h 665558"/>
              <a:gd name="connsiteX15" fmla="*/ 73819 w 110728"/>
              <a:gd name="connsiteY15" fmla="*/ 0 h 665558"/>
              <a:gd name="connsiteX16" fmla="*/ 110728 w 110728"/>
              <a:gd name="connsiteY16" fmla="*/ 332779 h 665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0728" h="665558">
                <a:moveTo>
                  <a:pt x="110728" y="332779"/>
                </a:moveTo>
                <a:cubicBezTo>
                  <a:pt x="110728" y="516568"/>
                  <a:pt x="94203" y="665558"/>
                  <a:pt x="73819" y="665558"/>
                </a:cubicBezTo>
                <a:lnTo>
                  <a:pt x="36910" y="665558"/>
                </a:lnTo>
                <a:lnTo>
                  <a:pt x="36910" y="665556"/>
                </a:lnTo>
                <a:cubicBezTo>
                  <a:pt x="36910" y="665557"/>
                  <a:pt x="36909" y="665557"/>
                  <a:pt x="36909" y="665558"/>
                </a:cubicBezTo>
                <a:lnTo>
                  <a:pt x="0" y="665558"/>
                </a:lnTo>
                <a:lnTo>
                  <a:pt x="0" y="664602"/>
                </a:lnTo>
                <a:lnTo>
                  <a:pt x="13841" y="639407"/>
                </a:lnTo>
                <a:cubicBezTo>
                  <a:pt x="27088" y="588888"/>
                  <a:pt x="36384" y="470621"/>
                  <a:pt x="36384" y="332779"/>
                </a:cubicBezTo>
                <a:cubicBezTo>
                  <a:pt x="36384" y="194938"/>
                  <a:pt x="27089" y="76671"/>
                  <a:pt x="13841" y="26152"/>
                </a:cubicBezTo>
                <a:lnTo>
                  <a:pt x="0" y="956"/>
                </a:lnTo>
                <a:lnTo>
                  <a:pt x="0" y="0"/>
                </a:lnTo>
                <a:lnTo>
                  <a:pt x="36909" y="0"/>
                </a:lnTo>
                <a:cubicBezTo>
                  <a:pt x="36909" y="1"/>
                  <a:pt x="36910" y="1"/>
                  <a:pt x="36910" y="2"/>
                </a:cubicBezTo>
                <a:lnTo>
                  <a:pt x="36910" y="0"/>
                </a:lnTo>
                <a:lnTo>
                  <a:pt x="73819" y="0"/>
                </a:lnTo>
                <a:cubicBezTo>
                  <a:pt x="94203" y="0"/>
                  <a:pt x="110728" y="148990"/>
                  <a:pt x="110728" y="332779"/>
                </a:cubicBez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19131A87-73C7-4209-B6A6-59B6B4DFD4F0}"/>
              </a:ext>
            </a:extLst>
          </p:cNvPr>
          <p:cNvSpPr/>
          <p:nvPr/>
        </p:nvSpPr>
        <p:spPr>
          <a:xfrm flipV="1">
            <a:off x="2899474" y="1770872"/>
            <a:ext cx="1059051" cy="675765"/>
          </a:xfrm>
          <a:custGeom>
            <a:avLst/>
            <a:gdLst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33933 h 614331"/>
              <a:gd name="connsiteX27" fmla="*/ 809939 w 962774"/>
              <a:gd name="connsiteY27" fmla="*/ 0 h 614331"/>
              <a:gd name="connsiteX28" fmla="*/ 808983 w 962774"/>
              <a:gd name="connsiteY28" fmla="*/ 0 h 614331"/>
              <a:gd name="connsiteX29" fmla="*/ 783788 w 962774"/>
              <a:gd name="connsiteY29" fmla="*/ 13841 h 614331"/>
              <a:gd name="connsiteX30" fmla="*/ 663220 w 962774"/>
              <a:gd name="connsiteY30" fmla="*/ 30080 h 614331"/>
              <a:gd name="connsiteX31" fmla="*/ 590980 w 962774"/>
              <a:gd name="connsiteY31" fmla="*/ 33932 h 614331"/>
              <a:gd name="connsiteX32" fmla="*/ 481387 w 962774"/>
              <a:gd name="connsiteY32" fmla="*/ 33932 h 614331"/>
              <a:gd name="connsiteX33" fmla="*/ 363340 w 962774"/>
              <a:gd name="connsiteY33" fmla="*/ 33932 h 614331"/>
              <a:gd name="connsiteX34" fmla="*/ 291100 w 962774"/>
              <a:gd name="connsiteY34" fmla="*/ 30080 h 614331"/>
              <a:gd name="connsiteX35" fmla="*/ 170533 w 962774"/>
              <a:gd name="connsiteY35" fmla="*/ 13841 h 614331"/>
              <a:gd name="connsiteX36" fmla="*/ 145337 w 962774"/>
              <a:gd name="connsiteY36" fmla="*/ 0 h 614331"/>
              <a:gd name="connsiteX37" fmla="*/ 144381 w 962774"/>
              <a:gd name="connsiteY37" fmla="*/ 0 h 614331"/>
              <a:gd name="connsiteX38" fmla="*/ 144381 w 962774"/>
              <a:gd name="connsiteY38" fmla="*/ 36909 h 614331"/>
              <a:gd name="connsiteX39" fmla="*/ 144644 w 962774"/>
              <a:gd name="connsiteY39" fmla="*/ 37199 h 614331"/>
              <a:gd name="connsiteX40" fmla="*/ 99569 w 962774"/>
              <a:gd name="connsiteY40" fmla="*/ 133945 h 614331"/>
              <a:gd name="connsiteX41" fmla="*/ 99570 w 962774"/>
              <a:gd name="connsiteY41" fmla="*/ 133945 h 614331"/>
              <a:gd name="connsiteX42" fmla="*/ 0 w 962774"/>
              <a:gd name="connsiteY42" fmla="*/ 347655 h 614331"/>
              <a:gd name="connsiteX43" fmla="*/ 3069 w 962774"/>
              <a:gd name="connsiteY43" fmla="*/ 348257 h 614331"/>
              <a:gd name="connsiteX44" fmla="*/ 113766 w 962774"/>
              <a:gd name="connsiteY44" fmla="*/ 276929 h 614331"/>
              <a:gd name="connsiteX45" fmla="*/ 114289 w 962774"/>
              <a:gd name="connsiteY45" fmla="*/ 274413 h 614331"/>
              <a:gd name="connsiteX46" fmla="*/ 150669 w 962774"/>
              <a:gd name="connsiteY46" fmla="*/ 268767 h 614331"/>
              <a:gd name="connsiteX47" fmla="*/ 189231 w 962774"/>
              <a:gd name="connsiteY47" fmla="*/ 248852 h 614331"/>
              <a:gd name="connsiteX48" fmla="*/ 191617 w 962774"/>
              <a:gd name="connsiteY48" fmla="*/ 246668 h 614331"/>
              <a:gd name="connsiteX49" fmla="*/ 166859 w 962774"/>
              <a:gd name="connsiteY49" fmla="*/ 253132 h 614331"/>
              <a:gd name="connsiteX50" fmla="*/ 145783 w 962774"/>
              <a:gd name="connsiteY50" fmla="*/ 247845 h 614331"/>
              <a:gd name="connsiteX51" fmla="*/ 135364 w 962774"/>
              <a:gd name="connsiteY51" fmla="*/ 205403 h 614331"/>
              <a:gd name="connsiteX52" fmla="*/ 146668 w 962774"/>
              <a:gd name="connsiteY52" fmla="*/ 184354 h 614331"/>
              <a:gd name="connsiteX53" fmla="*/ 165269 w 962774"/>
              <a:gd name="connsiteY53" fmla="*/ 167882 h 614331"/>
              <a:gd name="connsiteX54" fmla="*/ 242830 w 962774"/>
              <a:gd name="connsiteY54" fmla="*/ 166256 h 614331"/>
              <a:gd name="connsiteX55" fmla="*/ 257721 w 962774"/>
              <a:gd name="connsiteY55" fmla="*/ 187106 h 614331"/>
              <a:gd name="connsiteX56" fmla="*/ 260717 w 962774"/>
              <a:gd name="connsiteY56" fmla="*/ 206156 h 614331"/>
              <a:gd name="connsiteX57" fmla="*/ 265121 w 962774"/>
              <a:gd name="connsiteY57" fmla="*/ 194588 h 614331"/>
              <a:gd name="connsiteX58" fmla="*/ 349017 w 962774"/>
              <a:gd name="connsiteY58" fmla="*/ 157039 h 614331"/>
              <a:gd name="connsiteX59" fmla="*/ 417423 w 962774"/>
              <a:gd name="connsiteY59" fmla="*/ 252682 h 614331"/>
              <a:gd name="connsiteX60" fmla="*/ 354779 w 962774"/>
              <a:gd name="connsiteY60" fmla="*/ 319943 h 614331"/>
              <a:gd name="connsiteX61" fmla="*/ 352546 w 962774"/>
              <a:gd name="connsiteY61" fmla="*/ 320020 h 614331"/>
              <a:gd name="connsiteX62" fmla="*/ 407532 w 962774"/>
              <a:gd name="connsiteY62" fmla="*/ 386663 h 614331"/>
              <a:gd name="connsiteX63" fmla="*/ 465059 w 962774"/>
              <a:gd name="connsiteY63" fmla="*/ 506330 h 614331"/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0 h 614331"/>
              <a:gd name="connsiteX27" fmla="*/ 808983 w 962774"/>
              <a:gd name="connsiteY27" fmla="*/ 0 h 614331"/>
              <a:gd name="connsiteX28" fmla="*/ 783788 w 962774"/>
              <a:gd name="connsiteY28" fmla="*/ 13841 h 614331"/>
              <a:gd name="connsiteX29" fmla="*/ 663220 w 962774"/>
              <a:gd name="connsiteY29" fmla="*/ 30080 h 614331"/>
              <a:gd name="connsiteX30" fmla="*/ 590980 w 962774"/>
              <a:gd name="connsiteY30" fmla="*/ 33932 h 614331"/>
              <a:gd name="connsiteX31" fmla="*/ 481387 w 962774"/>
              <a:gd name="connsiteY31" fmla="*/ 33932 h 614331"/>
              <a:gd name="connsiteX32" fmla="*/ 363340 w 962774"/>
              <a:gd name="connsiteY32" fmla="*/ 33932 h 614331"/>
              <a:gd name="connsiteX33" fmla="*/ 291100 w 962774"/>
              <a:gd name="connsiteY33" fmla="*/ 30080 h 614331"/>
              <a:gd name="connsiteX34" fmla="*/ 170533 w 962774"/>
              <a:gd name="connsiteY34" fmla="*/ 13841 h 614331"/>
              <a:gd name="connsiteX35" fmla="*/ 145337 w 962774"/>
              <a:gd name="connsiteY35" fmla="*/ 0 h 614331"/>
              <a:gd name="connsiteX36" fmla="*/ 144381 w 962774"/>
              <a:gd name="connsiteY36" fmla="*/ 0 h 614331"/>
              <a:gd name="connsiteX37" fmla="*/ 144381 w 962774"/>
              <a:gd name="connsiteY37" fmla="*/ 36909 h 614331"/>
              <a:gd name="connsiteX38" fmla="*/ 144644 w 962774"/>
              <a:gd name="connsiteY38" fmla="*/ 37199 h 614331"/>
              <a:gd name="connsiteX39" fmla="*/ 99569 w 962774"/>
              <a:gd name="connsiteY39" fmla="*/ 133945 h 614331"/>
              <a:gd name="connsiteX40" fmla="*/ 99570 w 962774"/>
              <a:gd name="connsiteY40" fmla="*/ 133945 h 614331"/>
              <a:gd name="connsiteX41" fmla="*/ 0 w 962774"/>
              <a:gd name="connsiteY41" fmla="*/ 347655 h 614331"/>
              <a:gd name="connsiteX42" fmla="*/ 3069 w 962774"/>
              <a:gd name="connsiteY42" fmla="*/ 348257 h 614331"/>
              <a:gd name="connsiteX43" fmla="*/ 113766 w 962774"/>
              <a:gd name="connsiteY43" fmla="*/ 276929 h 614331"/>
              <a:gd name="connsiteX44" fmla="*/ 114289 w 962774"/>
              <a:gd name="connsiteY44" fmla="*/ 274413 h 614331"/>
              <a:gd name="connsiteX45" fmla="*/ 150669 w 962774"/>
              <a:gd name="connsiteY45" fmla="*/ 268767 h 614331"/>
              <a:gd name="connsiteX46" fmla="*/ 189231 w 962774"/>
              <a:gd name="connsiteY46" fmla="*/ 248852 h 614331"/>
              <a:gd name="connsiteX47" fmla="*/ 191617 w 962774"/>
              <a:gd name="connsiteY47" fmla="*/ 246668 h 614331"/>
              <a:gd name="connsiteX48" fmla="*/ 166859 w 962774"/>
              <a:gd name="connsiteY48" fmla="*/ 253132 h 614331"/>
              <a:gd name="connsiteX49" fmla="*/ 145783 w 962774"/>
              <a:gd name="connsiteY49" fmla="*/ 247845 h 614331"/>
              <a:gd name="connsiteX50" fmla="*/ 135364 w 962774"/>
              <a:gd name="connsiteY50" fmla="*/ 205403 h 614331"/>
              <a:gd name="connsiteX51" fmla="*/ 146668 w 962774"/>
              <a:gd name="connsiteY51" fmla="*/ 184354 h 614331"/>
              <a:gd name="connsiteX52" fmla="*/ 165269 w 962774"/>
              <a:gd name="connsiteY52" fmla="*/ 167882 h 614331"/>
              <a:gd name="connsiteX53" fmla="*/ 242830 w 962774"/>
              <a:gd name="connsiteY53" fmla="*/ 166256 h 614331"/>
              <a:gd name="connsiteX54" fmla="*/ 257721 w 962774"/>
              <a:gd name="connsiteY54" fmla="*/ 187106 h 614331"/>
              <a:gd name="connsiteX55" fmla="*/ 260717 w 962774"/>
              <a:gd name="connsiteY55" fmla="*/ 206156 h 614331"/>
              <a:gd name="connsiteX56" fmla="*/ 265121 w 962774"/>
              <a:gd name="connsiteY56" fmla="*/ 194588 h 614331"/>
              <a:gd name="connsiteX57" fmla="*/ 349017 w 962774"/>
              <a:gd name="connsiteY57" fmla="*/ 157039 h 614331"/>
              <a:gd name="connsiteX58" fmla="*/ 417423 w 962774"/>
              <a:gd name="connsiteY58" fmla="*/ 252682 h 614331"/>
              <a:gd name="connsiteX59" fmla="*/ 354779 w 962774"/>
              <a:gd name="connsiteY59" fmla="*/ 319943 h 614331"/>
              <a:gd name="connsiteX60" fmla="*/ 352546 w 962774"/>
              <a:gd name="connsiteY60" fmla="*/ 320020 h 614331"/>
              <a:gd name="connsiteX61" fmla="*/ 407532 w 962774"/>
              <a:gd name="connsiteY61" fmla="*/ 386663 h 614331"/>
              <a:gd name="connsiteX62" fmla="*/ 465059 w 962774"/>
              <a:gd name="connsiteY62" fmla="*/ 506330 h 614331"/>
              <a:gd name="connsiteX63" fmla="*/ 481387 w 962774"/>
              <a:gd name="connsiteY63" fmla="*/ 614331 h 614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962774" h="614331">
                <a:moveTo>
                  <a:pt x="481387" y="614331"/>
                </a:moveTo>
                <a:lnTo>
                  <a:pt x="497715" y="506330"/>
                </a:lnTo>
                <a:cubicBezTo>
                  <a:pt x="511074" y="463382"/>
                  <a:pt x="530594" y="423148"/>
                  <a:pt x="555242" y="386663"/>
                </a:cubicBezTo>
                <a:lnTo>
                  <a:pt x="610228" y="320020"/>
                </a:lnTo>
                <a:lnTo>
                  <a:pt x="607995" y="319943"/>
                </a:lnTo>
                <a:cubicBezTo>
                  <a:pt x="576488" y="312378"/>
                  <a:pt x="550992" y="286658"/>
                  <a:pt x="545351" y="252682"/>
                </a:cubicBezTo>
                <a:cubicBezTo>
                  <a:pt x="537830" y="207381"/>
                  <a:pt x="568456" y="164561"/>
                  <a:pt x="613757" y="157039"/>
                </a:cubicBezTo>
                <a:cubicBezTo>
                  <a:pt x="647733" y="151399"/>
                  <a:pt x="680312" y="167215"/>
                  <a:pt x="697653" y="194588"/>
                </a:cubicBezTo>
                <a:lnTo>
                  <a:pt x="702057" y="206156"/>
                </a:lnTo>
                <a:lnTo>
                  <a:pt x="705053" y="187106"/>
                </a:lnTo>
                <a:cubicBezTo>
                  <a:pt x="708225" y="179005"/>
                  <a:pt x="713182" y="171869"/>
                  <a:pt x="719944" y="166256"/>
                </a:cubicBezTo>
                <a:cubicBezTo>
                  <a:pt x="740232" y="149420"/>
                  <a:pt x="771011" y="151088"/>
                  <a:pt x="797505" y="167882"/>
                </a:cubicBezTo>
                <a:lnTo>
                  <a:pt x="816107" y="184354"/>
                </a:lnTo>
                <a:lnTo>
                  <a:pt x="827411" y="205403"/>
                </a:lnTo>
                <a:cubicBezTo>
                  <a:pt x="831525" y="224255"/>
                  <a:pt x="828377" y="239892"/>
                  <a:pt x="816991" y="247845"/>
                </a:cubicBezTo>
                <a:cubicBezTo>
                  <a:pt x="811298" y="251821"/>
                  <a:pt x="804084" y="253500"/>
                  <a:pt x="795915" y="253132"/>
                </a:cubicBezTo>
                <a:lnTo>
                  <a:pt x="771157" y="246668"/>
                </a:lnTo>
                <a:lnTo>
                  <a:pt x="773543" y="248852"/>
                </a:lnTo>
                <a:cubicBezTo>
                  <a:pt x="786149" y="257680"/>
                  <a:pt x="799257" y="264405"/>
                  <a:pt x="812105" y="268767"/>
                </a:cubicBezTo>
                <a:lnTo>
                  <a:pt x="848485" y="274413"/>
                </a:lnTo>
                <a:cubicBezTo>
                  <a:pt x="848659" y="275252"/>
                  <a:pt x="848834" y="276090"/>
                  <a:pt x="849008" y="276929"/>
                </a:cubicBezTo>
                <a:cubicBezTo>
                  <a:pt x="867246" y="318845"/>
                  <a:pt x="909942" y="348257"/>
                  <a:pt x="959705" y="348257"/>
                </a:cubicBezTo>
                <a:lnTo>
                  <a:pt x="962774" y="347655"/>
                </a:lnTo>
                <a:lnTo>
                  <a:pt x="856830" y="120264"/>
                </a:lnTo>
                <a:cubicBezTo>
                  <a:pt x="856801" y="120237"/>
                  <a:pt x="856771" y="120210"/>
                  <a:pt x="856742" y="120183"/>
                </a:cubicBezTo>
                <a:lnTo>
                  <a:pt x="816557" y="33933"/>
                </a:lnTo>
                <a:lnTo>
                  <a:pt x="809939" y="0"/>
                </a:lnTo>
                <a:lnTo>
                  <a:pt x="808983" y="0"/>
                </a:lnTo>
                <a:lnTo>
                  <a:pt x="783788" y="13841"/>
                </a:lnTo>
                <a:cubicBezTo>
                  <a:pt x="758528" y="20465"/>
                  <a:pt x="716332" y="26100"/>
                  <a:pt x="663220" y="30080"/>
                </a:cubicBezTo>
                <a:lnTo>
                  <a:pt x="590980" y="33932"/>
                </a:lnTo>
                <a:lnTo>
                  <a:pt x="481387" y="33932"/>
                </a:lnTo>
                <a:lnTo>
                  <a:pt x="363340" y="33932"/>
                </a:lnTo>
                <a:lnTo>
                  <a:pt x="291100" y="30080"/>
                </a:lnTo>
                <a:cubicBezTo>
                  <a:pt x="237989" y="26101"/>
                  <a:pt x="195792" y="20465"/>
                  <a:pt x="170533" y="13841"/>
                </a:cubicBezTo>
                <a:lnTo>
                  <a:pt x="145337" y="0"/>
                </a:lnTo>
                <a:lnTo>
                  <a:pt x="144381" y="0"/>
                </a:lnTo>
                <a:lnTo>
                  <a:pt x="144381" y="36909"/>
                </a:lnTo>
                <a:lnTo>
                  <a:pt x="144644" y="37199"/>
                </a:lnTo>
                <a:lnTo>
                  <a:pt x="99569" y="133945"/>
                </a:lnTo>
                <a:lnTo>
                  <a:pt x="99570" y="133945"/>
                </a:lnTo>
                <a:lnTo>
                  <a:pt x="0" y="347655"/>
                </a:lnTo>
                <a:lnTo>
                  <a:pt x="3069" y="348257"/>
                </a:lnTo>
                <a:cubicBezTo>
                  <a:pt x="52832" y="348257"/>
                  <a:pt x="95528" y="318845"/>
                  <a:pt x="113766" y="276929"/>
                </a:cubicBezTo>
                <a:cubicBezTo>
                  <a:pt x="113940" y="276090"/>
                  <a:pt x="114115" y="275252"/>
                  <a:pt x="114289" y="274413"/>
                </a:cubicBezTo>
                <a:lnTo>
                  <a:pt x="150669" y="268767"/>
                </a:lnTo>
                <a:cubicBezTo>
                  <a:pt x="163517" y="264405"/>
                  <a:pt x="176625" y="257680"/>
                  <a:pt x="189231" y="248852"/>
                </a:cubicBezTo>
                <a:lnTo>
                  <a:pt x="191617" y="246668"/>
                </a:lnTo>
                <a:lnTo>
                  <a:pt x="166859" y="253132"/>
                </a:lnTo>
                <a:cubicBezTo>
                  <a:pt x="158690" y="253500"/>
                  <a:pt x="151476" y="251821"/>
                  <a:pt x="145783" y="247845"/>
                </a:cubicBezTo>
                <a:cubicBezTo>
                  <a:pt x="134398" y="239892"/>
                  <a:pt x="131249" y="224255"/>
                  <a:pt x="135364" y="205403"/>
                </a:cubicBezTo>
                <a:lnTo>
                  <a:pt x="146668" y="184354"/>
                </a:lnTo>
                <a:lnTo>
                  <a:pt x="165269" y="167882"/>
                </a:lnTo>
                <a:cubicBezTo>
                  <a:pt x="191763" y="151088"/>
                  <a:pt x="222542" y="149420"/>
                  <a:pt x="242830" y="166256"/>
                </a:cubicBezTo>
                <a:cubicBezTo>
                  <a:pt x="249592" y="171869"/>
                  <a:pt x="254549" y="179005"/>
                  <a:pt x="257721" y="187106"/>
                </a:cubicBezTo>
                <a:lnTo>
                  <a:pt x="260717" y="206156"/>
                </a:lnTo>
                <a:lnTo>
                  <a:pt x="265121" y="194588"/>
                </a:lnTo>
                <a:cubicBezTo>
                  <a:pt x="282462" y="167215"/>
                  <a:pt x="315041" y="151399"/>
                  <a:pt x="349017" y="157039"/>
                </a:cubicBezTo>
                <a:cubicBezTo>
                  <a:pt x="394318" y="164561"/>
                  <a:pt x="424944" y="207381"/>
                  <a:pt x="417423" y="252682"/>
                </a:cubicBezTo>
                <a:cubicBezTo>
                  <a:pt x="411782" y="286658"/>
                  <a:pt x="386286" y="312378"/>
                  <a:pt x="354779" y="319943"/>
                </a:cubicBezTo>
                <a:lnTo>
                  <a:pt x="352546" y="320020"/>
                </a:lnTo>
                <a:lnTo>
                  <a:pt x="407532" y="386663"/>
                </a:lnTo>
                <a:cubicBezTo>
                  <a:pt x="432180" y="423148"/>
                  <a:pt x="451700" y="463382"/>
                  <a:pt x="465059" y="506330"/>
                </a:cubicBezTo>
                <a:lnTo>
                  <a:pt x="481387" y="614331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6" name="다이아몬드 55">
            <a:extLst>
              <a:ext uri="{FF2B5EF4-FFF2-40B4-BE49-F238E27FC236}">
                <a16:creationId xmlns:a16="http://schemas.microsoft.com/office/drawing/2014/main" id="{C52B8CB9-86CD-45B7-920A-324E8E2AAAE6}"/>
              </a:ext>
            </a:extLst>
          </p:cNvPr>
          <p:cNvSpPr/>
          <p:nvPr/>
        </p:nvSpPr>
        <p:spPr>
          <a:xfrm>
            <a:off x="3386251" y="2019295"/>
            <a:ext cx="85499" cy="117607"/>
          </a:xfrm>
          <a:prstGeom prst="diamond">
            <a:avLst/>
          </a:prstGeom>
          <a:solidFill>
            <a:srgbClr val="DE80A6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다이아몬드 56">
            <a:extLst>
              <a:ext uri="{FF2B5EF4-FFF2-40B4-BE49-F238E27FC236}">
                <a16:creationId xmlns:a16="http://schemas.microsoft.com/office/drawing/2014/main" id="{3EAE8266-8214-4B99-ADFF-0839CC6497D9}"/>
              </a:ext>
            </a:extLst>
          </p:cNvPr>
          <p:cNvSpPr/>
          <p:nvPr/>
        </p:nvSpPr>
        <p:spPr>
          <a:xfrm>
            <a:off x="3386251" y="2279521"/>
            <a:ext cx="85499" cy="117607"/>
          </a:xfrm>
          <a:prstGeom prst="diamond">
            <a:avLst/>
          </a:prstGeom>
          <a:solidFill>
            <a:srgbClr val="DE80A6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다이아몬드 57">
            <a:extLst>
              <a:ext uri="{FF2B5EF4-FFF2-40B4-BE49-F238E27FC236}">
                <a16:creationId xmlns:a16="http://schemas.microsoft.com/office/drawing/2014/main" id="{17B7F2C4-9BE3-4879-8249-E2BD34F4AEBA}"/>
              </a:ext>
            </a:extLst>
          </p:cNvPr>
          <p:cNvSpPr/>
          <p:nvPr/>
        </p:nvSpPr>
        <p:spPr>
          <a:xfrm>
            <a:off x="3162497" y="2372342"/>
            <a:ext cx="70660" cy="97195"/>
          </a:xfrm>
          <a:prstGeom prst="diamond">
            <a:avLst/>
          </a:prstGeom>
          <a:solidFill>
            <a:srgbClr val="DE80A6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다이아몬드 58">
            <a:extLst>
              <a:ext uri="{FF2B5EF4-FFF2-40B4-BE49-F238E27FC236}">
                <a16:creationId xmlns:a16="http://schemas.microsoft.com/office/drawing/2014/main" id="{91158D54-3B56-4D8D-9E1A-A0282106D4C8}"/>
              </a:ext>
            </a:extLst>
          </p:cNvPr>
          <p:cNvSpPr/>
          <p:nvPr/>
        </p:nvSpPr>
        <p:spPr>
          <a:xfrm>
            <a:off x="3622068" y="2372342"/>
            <a:ext cx="70660" cy="97195"/>
          </a:xfrm>
          <a:prstGeom prst="diamond">
            <a:avLst/>
          </a:prstGeom>
          <a:solidFill>
            <a:srgbClr val="DE80A6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A73FFA3B-26C1-4A83-B49E-90510B8B86CD}"/>
              </a:ext>
            </a:extLst>
          </p:cNvPr>
          <p:cNvSpPr/>
          <p:nvPr/>
        </p:nvSpPr>
        <p:spPr>
          <a:xfrm rot="5400000">
            <a:off x="3206583" y="1140139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597CA10-D8E1-499D-9763-EC343F426786}"/>
              </a:ext>
            </a:extLst>
          </p:cNvPr>
          <p:cNvSpPr txBox="1"/>
          <p:nvPr/>
        </p:nvSpPr>
        <p:spPr>
          <a:xfrm>
            <a:off x="1731501" y="5229207"/>
            <a:ext cx="3394998" cy="369332"/>
          </a:xfrm>
          <a:prstGeom prst="rect">
            <a:avLst/>
          </a:prstGeom>
          <a:noFill/>
        </p:spPr>
        <p:txBody>
          <a:bodyPr wrap="none" rtlCol="0">
            <a:prstTxWarp prst="textArchDown">
              <a:avLst/>
            </a:prstTxWarp>
            <a:spAutoFit/>
          </a:bodyPr>
          <a:lstStyle/>
          <a:p>
            <a:pPr algn="ctr"/>
            <a:r>
              <a:rPr lang="ko-KR" altLang="en-US" sz="2400" dirty="0" err="1">
                <a:solidFill>
                  <a:schemeClr val="bg1"/>
                </a:solidFill>
                <a:latin typeface="ErinLang Direct" panose="020B0503000000000000" pitchFamily="50" charset="-127"/>
                <a:ea typeface="ErinLang Direct" panose="020B0503000000000000" pitchFamily="50" charset="-127"/>
              </a:rPr>
              <a:t>마비팟</a:t>
            </a:r>
            <a:endParaRPr lang="ko-KR" altLang="en-US" sz="2400" dirty="0">
              <a:solidFill>
                <a:schemeClr val="bg1"/>
              </a:solidFill>
              <a:latin typeface="ErinLang Direct" panose="020B0503000000000000" pitchFamily="50" charset="-127"/>
              <a:ea typeface="ErinLang Direct" panose="020B0503000000000000" pitchFamily="50" charset="-127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9A2D1AD-7C1B-4584-9E5F-FDD939F96095}"/>
              </a:ext>
            </a:extLst>
          </p:cNvPr>
          <p:cNvGrpSpPr/>
          <p:nvPr/>
        </p:nvGrpSpPr>
        <p:grpSpPr>
          <a:xfrm flipH="1">
            <a:off x="3746718" y="3037527"/>
            <a:ext cx="823071" cy="416627"/>
            <a:chOff x="2274943" y="3037527"/>
            <a:chExt cx="835507" cy="416627"/>
          </a:xfrm>
        </p:grpSpPr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72A226F4-58DF-4B1A-82A8-57B65E6D1713}"/>
                </a:ext>
              </a:extLst>
            </p:cNvPr>
            <p:cNvSpPr/>
            <p:nvPr/>
          </p:nvSpPr>
          <p:spPr>
            <a:xfrm>
              <a:off x="2274943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14CA89EC-2810-415B-BA40-E7C64EBCC08D}"/>
                </a:ext>
              </a:extLst>
            </p:cNvPr>
            <p:cNvSpPr/>
            <p:nvPr/>
          </p:nvSpPr>
          <p:spPr>
            <a:xfrm>
              <a:off x="2577222" y="3110965"/>
              <a:ext cx="533228" cy="315113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  <a:gd name="connsiteX0" fmla="*/ 228788 w 534156"/>
                <a:gd name="connsiteY0" fmla="*/ 309712 h 316028"/>
                <a:gd name="connsiteX1" fmla="*/ 82749 w 534156"/>
                <a:gd name="connsiteY1" fmla="*/ 253875 h 316028"/>
                <a:gd name="connsiteX2" fmla="*/ 2941 w 534156"/>
                <a:gd name="connsiteY2" fmla="*/ 143305 h 316028"/>
                <a:gd name="connsiteX3" fmla="*/ 36170 w 534156"/>
                <a:gd name="connsiteY3" fmla="*/ 31771 h 316028"/>
                <a:gd name="connsiteX4" fmla="*/ 137194 w 534156"/>
                <a:gd name="connsiteY4" fmla="*/ 343 h 316028"/>
                <a:gd name="connsiteX5" fmla="*/ 252729 w 534156"/>
                <a:gd name="connsiteY5" fmla="*/ 41789 h 316028"/>
                <a:gd name="connsiteX6" fmla="*/ 404368 w 534156"/>
                <a:gd name="connsiteY6" fmla="*/ 131732 h 316028"/>
                <a:gd name="connsiteX7" fmla="*/ 532783 w 534156"/>
                <a:gd name="connsiteY7" fmla="*/ 216255 h 316028"/>
                <a:gd name="connsiteX8" fmla="*/ 323534 w 534156"/>
                <a:gd name="connsiteY8" fmla="*/ 247610 h 316028"/>
                <a:gd name="connsiteX9" fmla="*/ 368726 w 534156"/>
                <a:gd name="connsiteY9" fmla="*/ 299404 h 316028"/>
                <a:gd name="connsiteX10" fmla="*/ 228788 w 534156"/>
                <a:gd name="connsiteY10" fmla="*/ 309712 h 316028"/>
                <a:gd name="connsiteX0" fmla="*/ 228788 w 533091"/>
                <a:gd name="connsiteY0" fmla="*/ 309712 h 315031"/>
                <a:gd name="connsiteX1" fmla="*/ 82749 w 533091"/>
                <a:gd name="connsiteY1" fmla="*/ 253875 h 315031"/>
                <a:gd name="connsiteX2" fmla="*/ 2941 w 533091"/>
                <a:gd name="connsiteY2" fmla="*/ 143305 h 315031"/>
                <a:gd name="connsiteX3" fmla="*/ 36170 w 533091"/>
                <a:gd name="connsiteY3" fmla="*/ 31771 h 315031"/>
                <a:gd name="connsiteX4" fmla="*/ 137194 w 533091"/>
                <a:gd name="connsiteY4" fmla="*/ 343 h 315031"/>
                <a:gd name="connsiteX5" fmla="*/ 252729 w 533091"/>
                <a:gd name="connsiteY5" fmla="*/ 41789 h 315031"/>
                <a:gd name="connsiteX6" fmla="*/ 404368 w 533091"/>
                <a:gd name="connsiteY6" fmla="*/ 131732 h 315031"/>
                <a:gd name="connsiteX7" fmla="*/ 532783 w 533091"/>
                <a:gd name="connsiteY7" fmla="*/ 216255 h 315031"/>
                <a:gd name="connsiteX8" fmla="*/ 368726 w 533091"/>
                <a:gd name="connsiteY8" fmla="*/ 299404 h 315031"/>
                <a:gd name="connsiteX9" fmla="*/ 228788 w 533091"/>
                <a:gd name="connsiteY9" fmla="*/ 309712 h 315031"/>
                <a:gd name="connsiteX0" fmla="*/ 228788 w 533091"/>
                <a:gd name="connsiteY0" fmla="*/ 309712 h 315031"/>
                <a:gd name="connsiteX1" fmla="*/ 82749 w 533091"/>
                <a:gd name="connsiteY1" fmla="*/ 253875 h 315031"/>
                <a:gd name="connsiteX2" fmla="*/ 2941 w 533091"/>
                <a:gd name="connsiteY2" fmla="*/ 143305 h 315031"/>
                <a:gd name="connsiteX3" fmla="*/ 36170 w 533091"/>
                <a:gd name="connsiteY3" fmla="*/ 31771 h 315031"/>
                <a:gd name="connsiteX4" fmla="*/ 137194 w 533091"/>
                <a:gd name="connsiteY4" fmla="*/ 343 h 315031"/>
                <a:gd name="connsiteX5" fmla="*/ 252729 w 533091"/>
                <a:gd name="connsiteY5" fmla="*/ 41789 h 315031"/>
                <a:gd name="connsiteX6" fmla="*/ 404368 w 533091"/>
                <a:gd name="connsiteY6" fmla="*/ 131732 h 315031"/>
                <a:gd name="connsiteX7" fmla="*/ 532783 w 533091"/>
                <a:gd name="connsiteY7" fmla="*/ 216255 h 315031"/>
                <a:gd name="connsiteX8" fmla="*/ 368726 w 533091"/>
                <a:gd name="connsiteY8" fmla="*/ 299404 h 315031"/>
                <a:gd name="connsiteX9" fmla="*/ 228788 w 533091"/>
                <a:gd name="connsiteY9" fmla="*/ 309712 h 31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091" h="315031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8723" y="188310"/>
                    <a:pt x="532783" y="216255"/>
                  </a:cubicBezTo>
                  <a:cubicBezTo>
                    <a:pt x="526843" y="244200"/>
                    <a:pt x="419392" y="283828"/>
                    <a:pt x="368726" y="299404"/>
                  </a:cubicBezTo>
                  <a:cubicBezTo>
                    <a:pt x="318060" y="314980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7E8C7BE2-DFE2-49A5-993E-A7AFB442F900}"/>
              </a:ext>
            </a:extLst>
          </p:cNvPr>
          <p:cNvGrpSpPr/>
          <p:nvPr/>
        </p:nvGrpSpPr>
        <p:grpSpPr>
          <a:xfrm flipH="1">
            <a:off x="3649620" y="3517946"/>
            <a:ext cx="687769" cy="674722"/>
            <a:chOff x="2519775" y="3510646"/>
            <a:chExt cx="698084" cy="682022"/>
          </a:xfrm>
        </p:grpSpPr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A3F01351-306D-40D2-A2D5-72827C57CDF7}"/>
                </a:ext>
              </a:extLst>
            </p:cNvPr>
            <p:cNvSpPr/>
            <p:nvPr/>
          </p:nvSpPr>
          <p:spPr>
            <a:xfrm>
              <a:off x="2757792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EF075BAC-667D-4C62-A2D2-BDF4991A0E8D}"/>
                </a:ext>
              </a:extLst>
            </p:cNvPr>
            <p:cNvSpPr/>
            <p:nvPr/>
          </p:nvSpPr>
          <p:spPr>
            <a:xfrm>
              <a:off x="2519775" y="3627789"/>
              <a:ext cx="507532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68420 w 509782"/>
                <a:gd name="connsiteY11" fmla="*/ 476628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7402"/>
                <a:gd name="connsiteY0" fmla="*/ 543709 h 564734"/>
                <a:gd name="connsiteX1" fmla="*/ 78672 w 507402"/>
                <a:gd name="connsiteY1" fmla="*/ 470896 h 564734"/>
                <a:gd name="connsiteX2" fmla="*/ 2337 w 507402"/>
                <a:gd name="connsiteY2" fmla="*/ 328589 h 564734"/>
                <a:gd name="connsiteX3" fmla="*/ 166369 w 507402"/>
                <a:gd name="connsiteY3" fmla="*/ 44095 h 564734"/>
                <a:gd name="connsiteX4" fmla="*/ 226196 w 507402"/>
                <a:gd name="connsiteY4" fmla="*/ 0 h 564734"/>
                <a:gd name="connsiteX5" fmla="*/ 204335 w 507402"/>
                <a:gd name="connsiteY5" fmla="*/ 85601 h 564734"/>
                <a:gd name="connsiteX6" fmla="*/ 253093 w 507402"/>
                <a:gd name="connsiteY6" fmla="*/ 151453 h 564734"/>
                <a:gd name="connsiteX7" fmla="*/ 341485 w 507402"/>
                <a:gd name="connsiteY7" fmla="*/ 169254 h 564734"/>
                <a:gd name="connsiteX8" fmla="*/ 330961 w 507402"/>
                <a:gd name="connsiteY8" fmla="*/ 253459 h 564734"/>
                <a:gd name="connsiteX9" fmla="*/ 397240 w 507402"/>
                <a:gd name="connsiteY9" fmla="*/ 327472 h 564734"/>
                <a:gd name="connsiteX10" fmla="*/ 507402 w 507402"/>
                <a:gd name="connsiteY10" fmla="*/ 296136 h 564734"/>
                <a:gd name="connsiteX11" fmla="*/ 368420 w 507402"/>
                <a:gd name="connsiteY11" fmla="*/ 476628 h 564734"/>
                <a:gd name="connsiteX12" fmla="*/ 233210 w 507402"/>
                <a:gd name="connsiteY12" fmla="*/ 547322 h 564734"/>
                <a:gd name="connsiteX13" fmla="*/ 141501 w 507402"/>
                <a:gd name="connsiteY13" fmla="*/ 564720 h 564734"/>
                <a:gd name="connsiteX14" fmla="*/ 92495 w 50740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740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833" y="320359"/>
                    <a:pt x="397240" y="327472"/>
                  </a:cubicBezTo>
                  <a:cubicBezTo>
                    <a:pt x="426647" y="334585"/>
                    <a:pt x="491240" y="316693"/>
                    <a:pt x="507402" y="296136"/>
                  </a:cubicBezTo>
                  <a:cubicBezTo>
                    <a:pt x="477490" y="360686"/>
                    <a:pt x="414118" y="434764"/>
                    <a:pt x="368420" y="476628"/>
                  </a:cubicBezTo>
                  <a:cubicBezTo>
                    <a:pt x="322722" y="518492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190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rgbClr val="E0C7A9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03521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311727" y="311727"/>
            <a:ext cx="6234545" cy="6234545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0C7A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59959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다이아몬드 3">
            <a:extLst>
              <a:ext uri="{FF2B5EF4-FFF2-40B4-BE49-F238E27FC236}">
                <a16:creationId xmlns:a16="http://schemas.microsoft.com/office/drawing/2014/main" id="{C27C2180-5A2C-4589-A1CC-1BC5C20FC1D2}"/>
              </a:ext>
            </a:extLst>
          </p:cNvPr>
          <p:cNvSpPr/>
          <p:nvPr/>
        </p:nvSpPr>
        <p:spPr>
          <a:xfrm>
            <a:off x="2602024" y="-122274"/>
            <a:ext cx="418215" cy="6216503"/>
          </a:xfrm>
          <a:prstGeom prst="diamond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5" name="다이아몬드 4">
            <a:extLst>
              <a:ext uri="{FF2B5EF4-FFF2-40B4-BE49-F238E27FC236}">
                <a16:creationId xmlns:a16="http://schemas.microsoft.com/office/drawing/2014/main" id="{EAF06946-D7FB-4BCE-9088-4E0940ED71D6}"/>
              </a:ext>
            </a:extLst>
          </p:cNvPr>
          <p:cNvSpPr/>
          <p:nvPr/>
        </p:nvSpPr>
        <p:spPr>
          <a:xfrm rot="16200000">
            <a:off x="2602023" y="862998"/>
            <a:ext cx="418215" cy="4245956"/>
          </a:xfrm>
          <a:prstGeom prst="diamond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E3541B7-343A-41CA-91C8-2E2568E916A9}"/>
              </a:ext>
            </a:extLst>
          </p:cNvPr>
          <p:cNvGrpSpPr/>
          <p:nvPr/>
        </p:nvGrpSpPr>
        <p:grpSpPr>
          <a:xfrm rot="2700000">
            <a:off x="1361105" y="1535953"/>
            <a:ext cx="2900045" cy="2900045"/>
            <a:chOff x="4192762" y="1656898"/>
            <a:chExt cx="3184467" cy="3184467"/>
          </a:xfrm>
        </p:grpSpPr>
        <p:sp>
          <p:nvSpPr>
            <p:cNvPr id="8" name="다이아몬드 7">
              <a:extLst>
                <a:ext uri="{FF2B5EF4-FFF2-40B4-BE49-F238E27FC236}">
                  <a16:creationId xmlns:a16="http://schemas.microsoft.com/office/drawing/2014/main" id="{FA61300F-7159-4EA1-8A66-2DADE1A573F8}"/>
                </a:ext>
              </a:extLst>
            </p:cNvPr>
            <p:cNvSpPr/>
            <p:nvPr/>
          </p:nvSpPr>
          <p:spPr>
            <a:xfrm>
              <a:off x="5628166" y="1656898"/>
              <a:ext cx="313661" cy="3184467"/>
            </a:xfrm>
            <a:prstGeom prst="diamond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9" name="다이아몬드 8">
              <a:extLst>
                <a:ext uri="{FF2B5EF4-FFF2-40B4-BE49-F238E27FC236}">
                  <a16:creationId xmlns:a16="http://schemas.microsoft.com/office/drawing/2014/main" id="{884A1BA0-12AE-4D68-8B96-0E872869838C}"/>
                </a:ext>
              </a:extLst>
            </p:cNvPr>
            <p:cNvSpPr/>
            <p:nvPr/>
          </p:nvSpPr>
          <p:spPr>
            <a:xfrm rot="5400000">
              <a:off x="5628165" y="1656897"/>
              <a:ext cx="313661" cy="3184467"/>
            </a:xfrm>
            <a:prstGeom prst="diamond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79106610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BEB511D-04FC-4EB3-AE70-574D307A2995}"/>
              </a:ext>
            </a:extLst>
          </p:cNvPr>
          <p:cNvSpPr/>
          <p:nvPr/>
        </p:nvSpPr>
        <p:spPr>
          <a:xfrm>
            <a:off x="-3408916" y="516413"/>
            <a:ext cx="2643963" cy="1573619"/>
          </a:xfrm>
          <a:prstGeom prst="roundRect">
            <a:avLst/>
          </a:prstGeom>
          <a:solidFill>
            <a:srgbClr val="273D5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274AAC8C-3883-4254-8E25-BD90994463D4}"/>
              </a:ext>
            </a:extLst>
          </p:cNvPr>
          <p:cNvSpPr/>
          <p:nvPr/>
        </p:nvSpPr>
        <p:spPr>
          <a:xfrm>
            <a:off x="-3408916" y="2536598"/>
            <a:ext cx="2643963" cy="1573619"/>
          </a:xfrm>
          <a:prstGeom prst="roundRect">
            <a:avLst/>
          </a:prstGeom>
          <a:solidFill>
            <a:srgbClr val="F5F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E2B6BE1C-7BB9-4A7D-A7B5-A305A2DE4DD1}"/>
              </a:ext>
            </a:extLst>
          </p:cNvPr>
          <p:cNvSpPr/>
          <p:nvPr/>
        </p:nvSpPr>
        <p:spPr>
          <a:xfrm>
            <a:off x="-3408916" y="4556784"/>
            <a:ext cx="2643963" cy="1573619"/>
          </a:xfrm>
          <a:prstGeom prst="roundRect">
            <a:avLst/>
          </a:prstGeom>
          <a:solidFill>
            <a:srgbClr val="ED69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C8D93744-7952-4698-98EC-D124F48D9A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14776" y="-244402"/>
            <a:ext cx="3962400" cy="6921500"/>
          </a:xfrm>
          <a:prstGeom prst="rect">
            <a:avLst/>
          </a:prstGeom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29D9E8D4-5865-4E9C-9169-AF9F0E72B572}"/>
              </a:ext>
            </a:extLst>
          </p:cNvPr>
          <p:cNvGrpSpPr/>
          <p:nvPr/>
        </p:nvGrpSpPr>
        <p:grpSpPr>
          <a:xfrm>
            <a:off x="-346170" y="108096"/>
            <a:ext cx="4245956" cy="6216503"/>
            <a:chOff x="4040363" y="765544"/>
            <a:chExt cx="3184467" cy="4662377"/>
          </a:xfrm>
        </p:grpSpPr>
        <p:sp>
          <p:nvSpPr>
            <p:cNvPr id="10" name="다이아몬드 9">
              <a:extLst>
                <a:ext uri="{FF2B5EF4-FFF2-40B4-BE49-F238E27FC236}">
                  <a16:creationId xmlns:a16="http://schemas.microsoft.com/office/drawing/2014/main" id="{EE5E3F92-C0DA-4A40-9BF1-F7DC8D379E26}"/>
                </a:ext>
              </a:extLst>
            </p:cNvPr>
            <p:cNvSpPr/>
            <p:nvPr/>
          </p:nvSpPr>
          <p:spPr>
            <a:xfrm>
              <a:off x="5475767" y="765544"/>
              <a:ext cx="313661" cy="4662377"/>
            </a:xfrm>
            <a:prstGeom prst="diamond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11" name="다이아몬드 10">
              <a:extLst>
                <a:ext uri="{FF2B5EF4-FFF2-40B4-BE49-F238E27FC236}">
                  <a16:creationId xmlns:a16="http://schemas.microsoft.com/office/drawing/2014/main" id="{B84987EB-B13E-4C9E-AC9D-25C7FB3CD0D0}"/>
                </a:ext>
              </a:extLst>
            </p:cNvPr>
            <p:cNvSpPr/>
            <p:nvPr/>
          </p:nvSpPr>
          <p:spPr>
            <a:xfrm rot="16200000">
              <a:off x="5475766" y="1504498"/>
              <a:ext cx="313661" cy="3184467"/>
            </a:xfrm>
            <a:prstGeom prst="diamond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1A9C8DF3-D81A-4998-A70F-B47368761FC3}"/>
                </a:ext>
              </a:extLst>
            </p:cNvPr>
            <p:cNvGrpSpPr/>
            <p:nvPr/>
          </p:nvGrpSpPr>
          <p:grpSpPr>
            <a:xfrm rot="2700000">
              <a:off x="4545078" y="2009214"/>
              <a:ext cx="2175034" cy="2175034"/>
              <a:chOff x="4192762" y="1656898"/>
              <a:chExt cx="3184467" cy="3184467"/>
            </a:xfrm>
          </p:grpSpPr>
          <p:sp>
            <p:nvSpPr>
              <p:cNvPr id="13" name="다이아몬드 12">
                <a:extLst>
                  <a:ext uri="{FF2B5EF4-FFF2-40B4-BE49-F238E27FC236}">
                    <a16:creationId xmlns:a16="http://schemas.microsoft.com/office/drawing/2014/main" id="{FDABB069-CA01-43E5-B506-4EF4FC2DB2AF}"/>
                  </a:ext>
                </a:extLst>
              </p:cNvPr>
              <p:cNvSpPr/>
              <p:nvPr/>
            </p:nvSpPr>
            <p:spPr>
              <a:xfrm>
                <a:off x="5628166" y="1656898"/>
                <a:ext cx="313661" cy="3184467"/>
              </a:xfrm>
              <a:prstGeom prst="diamond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400"/>
              </a:p>
            </p:txBody>
          </p:sp>
          <p:sp>
            <p:nvSpPr>
              <p:cNvPr id="14" name="다이아몬드 13">
                <a:extLst>
                  <a:ext uri="{FF2B5EF4-FFF2-40B4-BE49-F238E27FC236}">
                    <a16:creationId xmlns:a16="http://schemas.microsoft.com/office/drawing/2014/main" id="{7874DD6D-D09A-449C-988B-00EF38323428}"/>
                  </a:ext>
                </a:extLst>
              </p:cNvPr>
              <p:cNvSpPr/>
              <p:nvPr/>
            </p:nvSpPr>
            <p:spPr>
              <a:xfrm rot="5400000">
                <a:off x="5628165" y="1656897"/>
                <a:ext cx="313661" cy="3184467"/>
              </a:xfrm>
              <a:prstGeom prst="diamond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400"/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05BE19E1-7264-4288-9E1B-6DC1E346EF47}"/>
              </a:ext>
            </a:extLst>
          </p:cNvPr>
          <p:cNvSpPr txBox="1"/>
          <p:nvPr/>
        </p:nvSpPr>
        <p:spPr>
          <a:xfrm>
            <a:off x="1216087" y="-753140"/>
            <a:ext cx="1687033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667" b="1">
                <a:latin typeface="+mn-ea"/>
              </a:rPr>
              <a:t>모양</a:t>
            </a:r>
            <a:endParaRPr lang="ko-KR" altLang="en-US" sz="2667" b="1" dirty="0">
              <a:latin typeface="+mn-ea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E3F5351-C9DC-4AA2-AB2D-B776DC041EA5}"/>
              </a:ext>
            </a:extLst>
          </p:cNvPr>
          <p:cNvSpPr txBox="1"/>
          <p:nvPr/>
        </p:nvSpPr>
        <p:spPr>
          <a:xfrm>
            <a:off x="-3405673" y="-753140"/>
            <a:ext cx="1687033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667" b="1" dirty="0">
                <a:latin typeface="+mn-ea"/>
              </a:rPr>
              <a:t>색깔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D5E26AD-8443-4B1C-AAEC-9EBA3550FA54}"/>
              </a:ext>
            </a:extLst>
          </p:cNvPr>
          <p:cNvSpPr txBox="1"/>
          <p:nvPr/>
        </p:nvSpPr>
        <p:spPr>
          <a:xfrm>
            <a:off x="4811810" y="-753140"/>
            <a:ext cx="2475628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667" b="1" dirty="0">
                <a:latin typeface="+mn-ea"/>
              </a:rPr>
              <a:t>참고 자료</a:t>
            </a:r>
          </a:p>
        </p:txBody>
      </p:sp>
    </p:spTree>
    <p:extLst>
      <p:ext uri="{BB962C8B-B14F-4D97-AF65-F5344CB8AC3E}">
        <p14:creationId xmlns:p14="http://schemas.microsoft.com/office/powerpoint/2010/main" val="60806111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0C1C9B0-2680-472D-8F92-58A6FEFEC7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300" y="1540933"/>
            <a:ext cx="6375400" cy="42502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140573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그룹 8">
            <a:extLst>
              <a:ext uri="{FF2B5EF4-FFF2-40B4-BE49-F238E27FC236}">
                <a16:creationId xmlns:a16="http://schemas.microsoft.com/office/drawing/2014/main" id="{097CCA67-24B9-4540-99DC-3D19312CFE11}"/>
              </a:ext>
            </a:extLst>
          </p:cNvPr>
          <p:cNvGrpSpPr/>
          <p:nvPr/>
        </p:nvGrpSpPr>
        <p:grpSpPr>
          <a:xfrm>
            <a:off x="561899" y="788018"/>
            <a:ext cx="5734201" cy="5438877"/>
            <a:chOff x="2319337" y="2319337"/>
            <a:chExt cx="2219325" cy="2105025"/>
          </a:xfrm>
        </p:grpSpPr>
        <p:pic>
          <p:nvPicPr>
            <p:cNvPr id="5" name="그림 4">
              <a:extLst>
                <a:ext uri="{FF2B5EF4-FFF2-40B4-BE49-F238E27FC236}">
                  <a16:creationId xmlns:a16="http://schemas.microsoft.com/office/drawing/2014/main" id="{225A3A33-C3C0-4924-8658-28967645041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957" b="89474" l="3289" r="92105">
                          <a14:foregroundMark x1="42498" y1="3766" x2="54605" y2="1435"/>
                          <a14:foregroundMark x1="9868" y1="10048" x2="37365" y2="4754"/>
                          <a14:foregroundMark x1="64111" y1="3881" x2="92763" y2="12440"/>
                          <a14:foregroundMark x1="55921" y1="1435" x2="60389" y2="2770"/>
                          <a14:foregroundMark x1="92763" y1="12440" x2="93421" y2="12440"/>
                          <a14:foregroundMark x1="82237" y1="8612" x2="90132" y2="32057"/>
                          <a14:foregroundMark x1="80651" y1="55502" x2="76974" y2="64593"/>
                          <a14:foregroundMark x1="90132" y1="32057" x2="85537" y2="43419"/>
                          <a14:foregroundMark x1="60919" y1="80272" x2="53947" y2="87081"/>
                          <a14:foregroundMark x1="66559" y1="74764" x2="63611" y2="77643"/>
                          <a14:foregroundMark x1="70610" y1="70808" x2="69181" y2="72203"/>
                          <a14:foregroundMark x1="76974" y1="64593" x2="71072" y2="70357"/>
                          <a14:foregroundMark x1="50000" y1="89952" x2="50000" y2="89952"/>
                          <a14:foregroundMark x1="11842" y1="31100" x2="11842" y2="31100"/>
                          <a14:foregroundMark x1="10526" y1="22967" x2="10526" y2="22967"/>
                          <a14:foregroundMark x1="10526" y1="10526" x2="10526" y2="35885"/>
                          <a14:foregroundMark x1="5263" y1="15789" x2="3289" y2="41148"/>
                          <a14:foregroundMark x1="10526" y1="14833" x2="13756" y2="30339"/>
                          <a14:backgroundMark x1="50658" y1="22010" x2="48684" y2="70335"/>
                          <a14:backgroundMark x1="43421" y1="32536" x2="43421" y2="56459"/>
                          <a14:backgroundMark x1="36842" y1="32057" x2="39474" y2="55981"/>
                          <a14:backgroundMark x1="46053" y1="27751" x2="46053" y2="46890"/>
                          <a14:backgroundMark x1="36184" y1="28708" x2="35526" y2="52632"/>
                          <a14:backgroundMark x1="63158" y1="23923" x2="63158" y2="55502"/>
                          <a14:backgroundMark x1="60526" y1="27273" x2="54605" y2="57416"/>
                          <a14:backgroundMark x1="59868" y1="30622" x2="53947" y2="48804"/>
                          <a14:backgroundMark x1="55263" y1="27273" x2="51974" y2="50718"/>
                          <a14:backgroundMark x1="50000" y1="9091" x2="50000" y2="13397"/>
                          <a14:backgroundMark x1="51316" y1="9569" x2="54605" y2="11005"/>
                          <a14:backgroundMark x1="49342" y1="9569" x2="44737" y2="11005"/>
                          <a14:backgroundMark x1="46711" y1="74641" x2="48684" y2="78947"/>
                          <a14:backgroundMark x1="53289" y1="74163" x2="51316" y2="770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05100" y="2433637"/>
              <a:ext cx="1447800" cy="1990725"/>
            </a:xfrm>
            <a:prstGeom prst="rect">
              <a:avLst/>
            </a:prstGeom>
          </p:spPr>
        </p:pic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A4EC01D7-08BA-45EF-B7CA-0BF0CC834C9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91265"/>
            <a:stretch/>
          </p:blipFill>
          <p:spPr>
            <a:xfrm>
              <a:off x="2319337" y="2319337"/>
              <a:ext cx="2219325" cy="193861"/>
            </a:xfrm>
            <a:prstGeom prst="rect">
              <a:avLst/>
            </a:prstGeom>
          </p:spPr>
        </p:pic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204C3136-2164-43C6-B3F5-A5089ED7195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9677" b="97235" l="9677" r="89862">
                        <a14:foregroundMark x1="47005" y1="85714" x2="52995" y2="9723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4324" y="2249682"/>
            <a:ext cx="2066925" cy="2066925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BF51EBE2-352D-4740-981F-91BF304196F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9677" b="97235" l="9677" r="89862">
                        <a14:foregroundMark x1="47005" y1="85714" x2="52995" y2="9723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705186" y="2249682"/>
            <a:ext cx="2066925" cy="2066925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039C2F52-5737-486E-BB24-1E88EA23F665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386"/>
          <a:stretch/>
        </p:blipFill>
        <p:spPr>
          <a:xfrm>
            <a:off x="3067050" y="2909888"/>
            <a:ext cx="723900" cy="483960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C8023551-A86C-404B-BE85-1AF1BF6DE7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1826" y="2239658"/>
            <a:ext cx="794346" cy="608284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E181A51E-EADB-4019-A3DF-9FE5AF3420F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8023" y="4732337"/>
            <a:ext cx="361950" cy="36195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3358851B-5412-4FF6-B722-721170BDADD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8023" y="1644162"/>
            <a:ext cx="361950" cy="361950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E58C52DF-2302-4AE3-9769-23E5BD8204AC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40367" b="94495" l="9211" r="93421">
                        <a14:foregroundMark x1="17105" y1="51376" x2="78473" y2="41868"/>
                        <a14:backgroundMark x1="32895" y1="55963" x2="30263" y2="62385"/>
                        <a14:backgroundMark x1="21053" y1="66055" x2="18421" y2="66055"/>
                        <a14:backgroundMark x1="59211" y1="54128" x2="88158" y2="6972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46614"/>
          <a:stretch/>
        </p:blipFill>
        <p:spPr>
          <a:xfrm>
            <a:off x="3067048" y="3393847"/>
            <a:ext cx="723900" cy="873353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00005596-746B-4FE4-AD94-6A16AF8C4131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107" t="82387" r="1"/>
          <a:stretch/>
        </p:blipFill>
        <p:spPr>
          <a:xfrm rot="545719">
            <a:off x="4032002" y="4074517"/>
            <a:ext cx="466762" cy="38586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C2F31F9D-D789-4F26-A05D-454ACE95E342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107" t="82387" r="1"/>
          <a:stretch/>
        </p:blipFill>
        <p:spPr>
          <a:xfrm rot="21054281" flipH="1">
            <a:off x="2359232" y="4074518"/>
            <a:ext cx="466762" cy="3858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76373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76E9922C-11E8-4848-96BF-8111F58D8A1D}"/>
              </a:ext>
            </a:extLst>
          </p:cNvPr>
          <p:cNvGrpSpPr/>
          <p:nvPr/>
        </p:nvGrpSpPr>
        <p:grpSpPr>
          <a:xfrm>
            <a:off x="0" y="0"/>
            <a:ext cx="6858000" cy="6858000"/>
            <a:chOff x="-1143000" y="-1143000"/>
            <a:chExt cx="9144000" cy="9144000"/>
          </a:xfrm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CC91AF51-D910-4DA1-97E6-D3450EE53A71}"/>
                </a:ext>
              </a:extLst>
            </p:cNvPr>
            <p:cNvSpPr/>
            <p:nvPr/>
          </p:nvSpPr>
          <p:spPr>
            <a:xfrm>
              <a:off x="-1143000" y="-1143000"/>
              <a:ext cx="9144000" cy="9144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1B3D57FC-0387-4FCF-A18D-A286A02332EC}"/>
                </a:ext>
              </a:extLst>
            </p:cNvPr>
            <p:cNvSpPr/>
            <p:nvPr/>
          </p:nvSpPr>
          <p:spPr>
            <a:xfrm>
              <a:off x="-904452" y="-904451"/>
              <a:ext cx="8666903" cy="8666903"/>
            </a:xfrm>
            <a:custGeom>
              <a:avLst/>
              <a:gdLst>
                <a:gd name="connsiteX0" fmla="*/ 731908 w 6500177"/>
                <a:gd name="connsiteY0" fmla="*/ 0 h 6500177"/>
                <a:gd name="connsiteX1" fmla="*/ 5768270 w 6500177"/>
                <a:gd name="connsiteY1" fmla="*/ 0 h 6500177"/>
                <a:gd name="connsiteX2" fmla="*/ 5768270 w 6500177"/>
                <a:gd name="connsiteY2" fmla="*/ 90557 h 6500177"/>
                <a:gd name="connsiteX3" fmla="*/ 6409620 w 6500177"/>
                <a:gd name="connsiteY3" fmla="*/ 731907 h 6500177"/>
                <a:gd name="connsiteX4" fmla="*/ 6409620 w 6500177"/>
                <a:gd name="connsiteY4" fmla="*/ 731908 h 6500177"/>
                <a:gd name="connsiteX5" fmla="*/ 6500177 w 6500177"/>
                <a:gd name="connsiteY5" fmla="*/ 731908 h 6500177"/>
                <a:gd name="connsiteX6" fmla="*/ 6500177 w 6500177"/>
                <a:gd name="connsiteY6" fmla="*/ 5768270 h 6500177"/>
                <a:gd name="connsiteX7" fmla="*/ 6409023 w 6500177"/>
                <a:gd name="connsiteY7" fmla="*/ 5768270 h 6500177"/>
                <a:gd name="connsiteX8" fmla="*/ 6396590 w 6500177"/>
                <a:gd name="connsiteY8" fmla="*/ 5891598 h 6500177"/>
                <a:gd name="connsiteX9" fmla="*/ 5768270 w 6500177"/>
                <a:gd name="connsiteY9" fmla="*/ 6403693 h 6500177"/>
                <a:gd name="connsiteX10" fmla="*/ 5768270 w 6500177"/>
                <a:gd name="connsiteY10" fmla="*/ 6500177 h 6500177"/>
                <a:gd name="connsiteX11" fmla="*/ 731908 w 6500177"/>
                <a:gd name="connsiteY11" fmla="*/ 6500177 h 6500177"/>
                <a:gd name="connsiteX12" fmla="*/ 731908 w 6500177"/>
                <a:gd name="connsiteY12" fmla="*/ 6403693 h 6500177"/>
                <a:gd name="connsiteX13" fmla="*/ 602655 w 6500177"/>
                <a:gd name="connsiteY13" fmla="*/ 6390663 h 6500177"/>
                <a:gd name="connsiteX14" fmla="*/ 100577 w 6500177"/>
                <a:gd name="connsiteY14" fmla="*/ 5875873 h 6500177"/>
                <a:gd name="connsiteX15" fmla="*/ 91083 w 6500177"/>
                <a:gd name="connsiteY15" fmla="*/ 5768270 h 6500177"/>
                <a:gd name="connsiteX16" fmla="*/ 0 w 6500177"/>
                <a:gd name="connsiteY16" fmla="*/ 5768270 h 6500177"/>
                <a:gd name="connsiteX17" fmla="*/ 0 w 6500177"/>
                <a:gd name="connsiteY17" fmla="*/ 731908 h 6500177"/>
                <a:gd name="connsiteX18" fmla="*/ 90559 w 6500177"/>
                <a:gd name="connsiteY18" fmla="*/ 731908 h 6500177"/>
                <a:gd name="connsiteX19" fmla="*/ 90559 w 6500177"/>
                <a:gd name="connsiteY19" fmla="*/ 731907 h 6500177"/>
                <a:gd name="connsiteX20" fmla="*/ 602655 w 6500177"/>
                <a:gd name="connsiteY20" fmla="*/ 103587 h 6500177"/>
                <a:gd name="connsiteX21" fmla="*/ 731908 w 6500177"/>
                <a:gd name="connsiteY21" fmla="*/ 90557 h 6500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177" h="6500177">
                  <a:moveTo>
                    <a:pt x="731908" y="0"/>
                  </a:moveTo>
                  <a:lnTo>
                    <a:pt x="5768270" y="0"/>
                  </a:lnTo>
                  <a:lnTo>
                    <a:pt x="5768270" y="90557"/>
                  </a:lnTo>
                  <a:cubicBezTo>
                    <a:pt x="6122478" y="90557"/>
                    <a:pt x="6409620" y="377699"/>
                    <a:pt x="6409620" y="731907"/>
                  </a:cubicBezTo>
                  <a:lnTo>
                    <a:pt x="6409620" y="731908"/>
                  </a:lnTo>
                  <a:lnTo>
                    <a:pt x="6500177" y="731908"/>
                  </a:lnTo>
                  <a:lnTo>
                    <a:pt x="6500177" y="5768270"/>
                  </a:lnTo>
                  <a:lnTo>
                    <a:pt x="6409023" y="5768270"/>
                  </a:lnTo>
                  <a:lnTo>
                    <a:pt x="6396590" y="5891598"/>
                  </a:lnTo>
                  <a:cubicBezTo>
                    <a:pt x="6336787" y="6183850"/>
                    <a:pt x="6078202" y="6403693"/>
                    <a:pt x="5768270" y="6403693"/>
                  </a:cubicBezTo>
                  <a:lnTo>
                    <a:pt x="5768270" y="6500177"/>
                  </a:lnTo>
                  <a:lnTo>
                    <a:pt x="731908" y="6500177"/>
                  </a:lnTo>
                  <a:lnTo>
                    <a:pt x="731908" y="6403693"/>
                  </a:lnTo>
                  <a:lnTo>
                    <a:pt x="602655" y="6390663"/>
                  </a:lnTo>
                  <a:cubicBezTo>
                    <a:pt x="346934" y="6338335"/>
                    <a:pt x="146652" y="6133815"/>
                    <a:pt x="100577" y="5875873"/>
                  </a:cubicBezTo>
                  <a:lnTo>
                    <a:pt x="91083" y="5768270"/>
                  </a:lnTo>
                  <a:lnTo>
                    <a:pt x="0" y="5768270"/>
                  </a:lnTo>
                  <a:lnTo>
                    <a:pt x="0" y="731908"/>
                  </a:lnTo>
                  <a:lnTo>
                    <a:pt x="90559" y="731908"/>
                  </a:lnTo>
                  <a:lnTo>
                    <a:pt x="90559" y="731907"/>
                  </a:lnTo>
                  <a:cubicBezTo>
                    <a:pt x="90559" y="421975"/>
                    <a:pt x="310402" y="163391"/>
                    <a:pt x="602655" y="103587"/>
                  </a:cubicBezTo>
                  <a:lnTo>
                    <a:pt x="731908" y="90557"/>
                  </a:lnTo>
                  <a:close/>
                </a:path>
              </a:pathLst>
            </a:custGeom>
            <a:noFill/>
            <a:ln w="76200" cmpd="dbl">
              <a:solidFill>
                <a:srgbClr val="CCA27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775335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29065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5F2BBE06-F703-4376-A3C2-1F2E4D867A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348" y="662348"/>
            <a:ext cx="5533304" cy="5533304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311727" y="311727"/>
            <a:ext cx="6234545" cy="6234545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8E7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569366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29065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5F2BBE06-F703-4376-A3C2-1F2E4D867A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2348" y="662348"/>
            <a:ext cx="5533304" cy="5533304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311727" y="311727"/>
            <a:ext cx="6234545" cy="6234545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8E7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1208461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5F2BBE06-F703-4376-A3C2-1F2E4D867A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2511" y="1142511"/>
            <a:ext cx="4572978" cy="4572978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595115" y="595115"/>
            <a:ext cx="5667768" cy="5667768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8E7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30CAA188-F0FA-4085-882E-2157C8307D33}"/>
              </a:ext>
            </a:extLst>
          </p:cNvPr>
          <p:cNvSpPr/>
          <p:nvPr/>
        </p:nvSpPr>
        <p:spPr>
          <a:xfrm>
            <a:off x="-6858000" y="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E1B8E9A7-4D94-4982-8639-579B327A18F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5715489" y="1142511"/>
            <a:ext cx="4572978" cy="4572978"/>
          </a:xfrm>
          <a:prstGeom prst="rect">
            <a:avLst/>
          </a:prstGeom>
        </p:spPr>
      </p:pic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33A2F778-6393-4266-A611-F7B0325E57D2}"/>
              </a:ext>
            </a:extLst>
          </p:cNvPr>
          <p:cNvSpPr/>
          <p:nvPr/>
        </p:nvSpPr>
        <p:spPr>
          <a:xfrm>
            <a:off x="-6262885" y="595115"/>
            <a:ext cx="5667768" cy="5667768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0C7A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C961E0AD-8620-4462-B3E7-2B1F6BE13EE3}"/>
              </a:ext>
            </a:extLst>
          </p:cNvPr>
          <p:cNvSpPr/>
          <p:nvPr/>
        </p:nvSpPr>
        <p:spPr>
          <a:xfrm>
            <a:off x="0" y="685800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" name="그림 9">
            <a:extLst>
              <a:ext uri="{FF2B5EF4-FFF2-40B4-BE49-F238E27FC236}">
                <a16:creationId xmlns:a16="http://schemas.microsoft.com/office/drawing/2014/main" id="{6D8F4ECC-8854-4583-8264-2B84A5AC86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2511" y="8000511"/>
            <a:ext cx="4572978" cy="4572978"/>
          </a:xfrm>
          <a:prstGeom prst="rect">
            <a:avLst/>
          </a:prstGeom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896828E-85AB-4654-99BE-850AF5CD9576}"/>
              </a:ext>
            </a:extLst>
          </p:cNvPr>
          <p:cNvSpPr/>
          <p:nvPr/>
        </p:nvSpPr>
        <p:spPr>
          <a:xfrm>
            <a:off x="595115" y="7453115"/>
            <a:ext cx="5667768" cy="5667768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8E7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AC738CE-2256-40EA-B46A-E0F22E0192D0}"/>
              </a:ext>
            </a:extLst>
          </p:cNvPr>
          <p:cNvSpPr/>
          <p:nvPr/>
        </p:nvSpPr>
        <p:spPr>
          <a:xfrm>
            <a:off x="-6858000" y="685800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1898A356-BC63-49EC-B539-880A7F6DD51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5715489" y="8000511"/>
            <a:ext cx="4572978" cy="4572978"/>
          </a:xfrm>
          <a:prstGeom prst="rect">
            <a:avLst/>
          </a:prstGeom>
        </p:spPr>
      </p:pic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60C6CF8-145D-4435-9BE0-F30897E854D9}"/>
              </a:ext>
            </a:extLst>
          </p:cNvPr>
          <p:cNvSpPr/>
          <p:nvPr/>
        </p:nvSpPr>
        <p:spPr>
          <a:xfrm>
            <a:off x="-6262885" y="7453115"/>
            <a:ext cx="5667768" cy="5667768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0C7A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13935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5F2BBE06-F703-4376-A3C2-1F2E4D867A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2348" y="662348"/>
            <a:ext cx="5533304" cy="5533304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311727" y="311727"/>
            <a:ext cx="6234545" cy="6234545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0C7A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830649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8E7D9F7-5EE7-4776-8BAF-E078CDA2D651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oundRect">
            <a:avLst>
              <a:gd name="adj" fmla="val 0"/>
            </a:avLst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5F2BBE06-F703-4376-A3C2-1F2E4D867A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2348" y="662348"/>
            <a:ext cx="5533304" cy="5533304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F7D8051-0E95-4426-8148-BAFC71AB1C49}"/>
              </a:ext>
            </a:extLst>
          </p:cNvPr>
          <p:cNvSpPr/>
          <p:nvPr/>
        </p:nvSpPr>
        <p:spPr>
          <a:xfrm>
            <a:off x="311727" y="311727"/>
            <a:ext cx="6234545" cy="6234545"/>
          </a:xfrm>
          <a:prstGeom prst="roundRect">
            <a:avLst>
              <a:gd name="adj" fmla="val 29065"/>
            </a:avLst>
          </a:prstGeom>
          <a:noFill/>
          <a:ln w="76200" cmpd="thickThin">
            <a:solidFill>
              <a:srgbClr val="E0C7A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그래픽 2">
            <a:extLst>
              <a:ext uri="{FF2B5EF4-FFF2-40B4-BE49-F238E27FC236}">
                <a16:creationId xmlns:a16="http://schemas.microsoft.com/office/drawing/2014/main" id="{7339B799-1F12-4ACB-9577-F9EA8F5AEE4A}"/>
              </a:ext>
            </a:extLst>
          </p:cNvPr>
          <p:cNvSpPr/>
          <p:nvPr/>
        </p:nvSpPr>
        <p:spPr>
          <a:xfrm>
            <a:off x="2719877" y="5032572"/>
            <a:ext cx="1418243" cy="215657"/>
          </a:xfrm>
          <a:custGeom>
            <a:avLst/>
            <a:gdLst>
              <a:gd name="connsiteX0" fmla="*/ 1334776 w 1418243"/>
              <a:gd name="connsiteY0" fmla="*/ 0 h 215657"/>
              <a:gd name="connsiteX1" fmla="*/ 1358652 w 1418243"/>
              <a:gd name="connsiteY1" fmla="*/ 47687 h 215657"/>
              <a:gd name="connsiteX2" fmla="*/ 1418244 w 1418243"/>
              <a:gd name="connsiteY2" fmla="*/ 98691 h 215657"/>
              <a:gd name="connsiteX3" fmla="*/ 1356440 w 1418243"/>
              <a:gd name="connsiteY3" fmla="*/ 97586 h 215657"/>
              <a:gd name="connsiteX4" fmla="*/ 1343363 w 1418243"/>
              <a:gd name="connsiteY4" fmla="*/ 190812 h 215657"/>
              <a:gd name="connsiteX5" fmla="*/ 1281624 w 1418243"/>
              <a:gd name="connsiteY5" fmla="*/ 202783 h 215657"/>
              <a:gd name="connsiteX6" fmla="*/ 1312982 w 1418243"/>
              <a:gd name="connsiteY6" fmla="*/ 184307 h 215657"/>
              <a:gd name="connsiteX7" fmla="*/ 1310900 w 1418243"/>
              <a:gd name="connsiteY7" fmla="*/ 95439 h 215657"/>
              <a:gd name="connsiteX8" fmla="*/ 1229578 w 1418243"/>
              <a:gd name="connsiteY8" fmla="*/ 118209 h 215657"/>
              <a:gd name="connsiteX9" fmla="*/ 1266466 w 1418243"/>
              <a:gd name="connsiteY9" fmla="*/ 94333 h 215657"/>
              <a:gd name="connsiteX10" fmla="*/ 1312982 w 1418243"/>
              <a:gd name="connsiteY10" fmla="*/ 36822 h 215657"/>
              <a:gd name="connsiteX11" fmla="*/ 1334776 w 1418243"/>
              <a:gd name="connsiteY11" fmla="*/ 0 h 215657"/>
              <a:gd name="connsiteX12" fmla="*/ 722133 w 1418243"/>
              <a:gd name="connsiteY12" fmla="*/ 202783 h 215657"/>
              <a:gd name="connsiteX13" fmla="*/ 650636 w 1418243"/>
              <a:gd name="connsiteY13" fmla="*/ 194065 h 215657"/>
              <a:gd name="connsiteX14" fmla="*/ 670023 w 1418243"/>
              <a:gd name="connsiteY14" fmla="*/ 161537 h 215657"/>
              <a:gd name="connsiteX15" fmla="*/ 670088 w 1418243"/>
              <a:gd name="connsiteY15" fmla="*/ 64016 h 215657"/>
              <a:gd name="connsiteX16" fmla="*/ 646212 w 1418243"/>
              <a:gd name="connsiteY16" fmla="*/ 9759 h 215657"/>
              <a:gd name="connsiteX17" fmla="*/ 700404 w 1418243"/>
              <a:gd name="connsiteY17" fmla="*/ 12036 h 215657"/>
              <a:gd name="connsiteX18" fmla="*/ 709187 w 1418243"/>
              <a:gd name="connsiteY18" fmla="*/ 150672 h 215657"/>
              <a:gd name="connsiteX19" fmla="*/ 722133 w 1418243"/>
              <a:gd name="connsiteY19" fmla="*/ 202783 h 215657"/>
              <a:gd name="connsiteX20" fmla="*/ 956339 w 1418243"/>
              <a:gd name="connsiteY20" fmla="*/ 157243 h 215657"/>
              <a:gd name="connsiteX21" fmla="*/ 936822 w 1418243"/>
              <a:gd name="connsiteY21" fmla="*/ 170254 h 215657"/>
              <a:gd name="connsiteX22" fmla="*/ 962844 w 1418243"/>
              <a:gd name="connsiteY22" fmla="*/ 183266 h 215657"/>
              <a:gd name="connsiteX23" fmla="*/ 870659 w 1418243"/>
              <a:gd name="connsiteY23" fmla="*/ 193024 h 215657"/>
              <a:gd name="connsiteX24" fmla="*/ 839626 w 1418243"/>
              <a:gd name="connsiteY24" fmla="*/ 180663 h 215657"/>
              <a:gd name="connsiteX25" fmla="*/ 909693 w 1418243"/>
              <a:gd name="connsiteY25" fmla="*/ 140979 h 215657"/>
              <a:gd name="connsiteX26" fmla="*/ 917305 w 1418243"/>
              <a:gd name="connsiteY26" fmla="*/ 53152 h 215657"/>
              <a:gd name="connsiteX27" fmla="*/ 896681 w 1418243"/>
              <a:gd name="connsiteY27" fmla="*/ 47752 h 215657"/>
              <a:gd name="connsiteX28" fmla="*/ 866365 w 1418243"/>
              <a:gd name="connsiteY28" fmla="*/ 119315 h 215657"/>
              <a:gd name="connsiteX29" fmla="*/ 857647 w 1418243"/>
              <a:gd name="connsiteY29" fmla="*/ 49899 h 215657"/>
              <a:gd name="connsiteX30" fmla="*/ 843595 w 1418243"/>
              <a:gd name="connsiteY30" fmla="*/ 87827 h 215657"/>
              <a:gd name="connsiteX31" fmla="*/ 821866 w 1418243"/>
              <a:gd name="connsiteY31" fmla="*/ 178907 h 215657"/>
              <a:gd name="connsiteX32" fmla="*/ 774179 w 1418243"/>
              <a:gd name="connsiteY32" fmla="*/ 196277 h 215657"/>
              <a:gd name="connsiteX33" fmla="*/ 793306 w 1418243"/>
              <a:gd name="connsiteY33" fmla="*/ 178516 h 215657"/>
              <a:gd name="connsiteX34" fmla="*/ 797600 w 1418243"/>
              <a:gd name="connsiteY34" fmla="*/ 57901 h 215657"/>
              <a:gd name="connsiteX35" fmla="*/ 774179 w 1418243"/>
              <a:gd name="connsiteY35" fmla="*/ 27129 h 215657"/>
              <a:gd name="connsiteX36" fmla="*/ 838195 w 1418243"/>
              <a:gd name="connsiteY36" fmla="*/ 30317 h 215657"/>
              <a:gd name="connsiteX37" fmla="*/ 860249 w 1418243"/>
              <a:gd name="connsiteY37" fmla="*/ 24266 h 215657"/>
              <a:gd name="connsiteX38" fmla="*/ 951329 w 1418243"/>
              <a:gd name="connsiteY38" fmla="*/ 29991 h 215657"/>
              <a:gd name="connsiteX39" fmla="*/ 968179 w 1418243"/>
              <a:gd name="connsiteY39" fmla="*/ 41311 h 215657"/>
              <a:gd name="connsiteX40" fmla="*/ 956339 w 1418243"/>
              <a:gd name="connsiteY40" fmla="*/ 157243 h 215657"/>
              <a:gd name="connsiteX41" fmla="*/ 364320 w 1418243"/>
              <a:gd name="connsiteY41" fmla="*/ 26869 h 215657"/>
              <a:gd name="connsiteX42" fmla="*/ 351698 w 1418243"/>
              <a:gd name="connsiteY42" fmla="*/ 70912 h 215657"/>
              <a:gd name="connsiteX43" fmla="*/ 304662 w 1418243"/>
              <a:gd name="connsiteY43" fmla="*/ 138832 h 215657"/>
              <a:gd name="connsiteX44" fmla="*/ 275387 w 1418243"/>
              <a:gd name="connsiteY44" fmla="*/ 135579 h 215657"/>
              <a:gd name="connsiteX45" fmla="*/ 291586 w 1418243"/>
              <a:gd name="connsiteY45" fmla="*/ 121396 h 215657"/>
              <a:gd name="connsiteX46" fmla="*/ 311168 w 1418243"/>
              <a:gd name="connsiteY46" fmla="*/ 49899 h 215657"/>
              <a:gd name="connsiteX47" fmla="*/ 273305 w 1418243"/>
              <a:gd name="connsiteY47" fmla="*/ 51070 h 215657"/>
              <a:gd name="connsiteX48" fmla="*/ 264522 w 1418243"/>
              <a:gd name="connsiteY48" fmla="*/ 85615 h 215657"/>
              <a:gd name="connsiteX49" fmla="*/ 273565 w 1418243"/>
              <a:gd name="connsiteY49" fmla="*/ 172076 h 215657"/>
              <a:gd name="connsiteX50" fmla="*/ 318780 w 1418243"/>
              <a:gd name="connsiteY50" fmla="*/ 202783 h 215657"/>
              <a:gd name="connsiteX51" fmla="*/ 235376 w 1418243"/>
              <a:gd name="connsiteY51" fmla="*/ 184307 h 215657"/>
              <a:gd name="connsiteX52" fmla="*/ 221129 w 1418243"/>
              <a:gd name="connsiteY52" fmla="*/ 61869 h 215657"/>
              <a:gd name="connsiteX53" fmla="*/ 208183 w 1418243"/>
              <a:gd name="connsiteY53" fmla="*/ 26869 h 215657"/>
              <a:gd name="connsiteX54" fmla="*/ 364320 w 1418243"/>
              <a:gd name="connsiteY54" fmla="*/ 26869 h 215657"/>
              <a:gd name="connsiteX55" fmla="*/ 1175386 w 1418243"/>
              <a:gd name="connsiteY55" fmla="*/ 24982 h 215657"/>
              <a:gd name="connsiteX56" fmla="*/ 1149363 w 1418243"/>
              <a:gd name="connsiteY56" fmla="*/ 133367 h 215657"/>
              <a:gd name="connsiteX57" fmla="*/ 1088600 w 1418243"/>
              <a:gd name="connsiteY57" fmla="*/ 135579 h 215657"/>
              <a:gd name="connsiteX58" fmla="*/ 1104799 w 1418243"/>
              <a:gd name="connsiteY58" fmla="*/ 123543 h 215657"/>
              <a:gd name="connsiteX59" fmla="*/ 1125487 w 1418243"/>
              <a:gd name="connsiteY59" fmla="*/ 49248 h 215657"/>
              <a:gd name="connsiteX60" fmla="*/ 1087559 w 1418243"/>
              <a:gd name="connsiteY60" fmla="*/ 49248 h 215657"/>
              <a:gd name="connsiteX61" fmla="*/ 1089771 w 1418243"/>
              <a:gd name="connsiteY61" fmla="*/ 175589 h 215657"/>
              <a:gd name="connsiteX62" fmla="*/ 1134140 w 1418243"/>
              <a:gd name="connsiteY62" fmla="*/ 202783 h 215657"/>
              <a:gd name="connsiteX63" fmla="*/ 1041303 w 1418243"/>
              <a:gd name="connsiteY63" fmla="*/ 169864 h 215657"/>
              <a:gd name="connsiteX64" fmla="*/ 1021396 w 1418243"/>
              <a:gd name="connsiteY64" fmla="*/ 33634 h 215657"/>
              <a:gd name="connsiteX65" fmla="*/ 1057177 w 1418243"/>
              <a:gd name="connsiteY65" fmla="*/ 23876 h 215657"/>
              <a:gd name="connsiteX66" fmla="*/ 1135246 w 1418243"/>
              <a:gd name="connsiteY66" fmla="*/ 30382 h 215657"/>
              <a:gd name="connsiteX67" fmla="*/ 1175386 w 1418243"/>
              <a:gd name="connsiteY67" fmla="*/ 24982 h 215657"/>
              <a:gd name="connsiteX68" fmla="*/ 589872 w 1418243"/>
              <a:gd name="connsiteY68" fmla="*/ 53152 h 215657"/>
              <a:gd name="connsiteX69" fmla="*/ 585123 w 1418243"/>
              <a:gd name="connsiteY69" fmla="*/ 161146 h 215657"/>
              <a:gd name="connsiteX70" fmla="*/ 568143 w 1418243"/>
              <a:gd name="connsiteY70" fmla="*/ 176760 h 215657"/>
              <a:gd name="connsiteX71" fmla="*/ 592019 w 1418243"/>
              <a:gd name="connsiteY71" fmla="*/ 196277 h 215657"/>
              <a:gd name="connsiteX72" fmla="*/ 471664 w 1418243"/>
              <a:gd name="connsiteY72" fmla="*/ 184372 h 215657"/>
              <a:gd name="connsiteX73" fmla="*/ 426124 w 1418243"/>
              <a:gd name="connsiteY73" fmla="*/ 212541 h 215657"/>
              <a:gd name="connsiteX74" fmla="*/ 416365 w 1418243"/>
              <a:gd name="connsiteY74" fmla="*/ 202783 h 215657"/>
              <a:gd name="connsiteX75" fmla="*/ 435492 w 1418243"/>
              <a:gd name="connsiteY75" fmla="*/ 180663 h 215657"/>
              <a:gd name="connsiteX76" fmla="*/ 435492 w 1418243"/>
              <a:gd name="connsiteY76" fmla="*/ 66553 h 215657"/>
              <a:gd name="connsiteX77" fmla="*/ 419618 w 1418243"/>
              <a:gd name="connsiteY77" fmla="*/ 54258 h 215657"/>
              <a:gd name="connsiteX78" fmla="*/ 441217 w 1418243"/>
              <a:gd name="connsiteY78" fmla="*/ 30447 h 215657"/>
              <a:gd name="connsiteX79" fmla="*/ 467370 w 1418243"/>
              <a:gd name="connsiteY79" fmla="*/ 43328 h 215657"/>
              <a:gd name="connsiteX80" fmla="*/ 530215 w 1418243"/>
              <a:gd name="connsiteY80" fmla="*/ 33374 h 215657"/>
              <a:gd name="connsiteX81" fmla="*/ 589872 w 1418243"/>
              <a:gd name="connsiteY81" fmla="*/ 53152 h 215657"/>
              <a:gd name="connsiteX82" fmla="*/ 136620 w 1418243"/>
              <a:gd name="connsiteY82" fmla="*/ 170254 h 215657"/>
              <a:gd name="connsiteX83" fmla="*/ 153990 w 1418243"/>
              <a:gd name="connsiteY83" fmla="*/ 170254 h 215657"/>
              <a:gd name="connsiteX84" fmla="*/ 48793 w 1418243"/>
              <a:gd name="connsiteY84" fmla="*/ 180013 h 215657"/>
              <a:gd name="connsiteX85" fmla="*/ 0 w 1418243"/>
              <a:gd name="connsiteY85" fmla="*/ 196277 h 215657"/>
              <a:gd name="connsiteX86" fmla="*/ 16915 w 1418243"/>
              <a:gd name="connsiteY86" fmla="*/ 81777 h 215657"/>
              <a:gd name="connsiteX87" fmla="*/ 0 w 1418243"/>
              <a:gd name="connsiteY87" fmla="*/ 61804 h 215657"/>
              <a:gd name="connsiteX88" fmla="*/ 11970 w 1418243"/>
              <a:gd name="connsiteY88" fmla="*/ 45605 h 215657"/>
              <a:gd name="connsiteX89" fmla="*/ 44499 w 1418243"/>
              <a:gd name="connsiteY89" fmla="*/ 56339 h 215657"/>
              <a:gd name="connsiteX90" fmla="*/ 113785 w 1418243"/>
              <a:gd name="connsiteY90" fmla="*/ 49964 h 215657"/>
              <a:gd name="connsiteX91" fmla="*/ 148460 w 1418243"/>
              <a:gd name="connsiteY91" fmla="*/ 65122 h 215657"/>
              <a:gd name="connsiteX92" fmla="*/ 136620 w 1418243"/>
              <a:gd name="connsiteY92" fmla="*/ 170254 h 215657"/>
              <a:gd name="connsiteX93" fmla="*/ 544332 w 1418243"/>
              <a:gd name="connsiteY93" fmla="*/ 70522 h 215657"/>
              <a:gd name="connsiteX94" fmla="*/ 477063 w 1418243"/>
              <a:gd name="connsiteY94" fmla="*/ 74816 h 215657"/>
              <a:gd name="connsiteX95" fmla="*/ 544332 w 1418243"/>
              <a:gd name="connsiteY95" fmla="*/ 70522 h 215657"/>
              <a:gd name="connsiteX96" fmla="*/ 51265 w 1418243"/>
              <a:gd name="connsiteY96" fmla="*/ 167001 h 215657"/>
              <a:gd name="connsiteX97" fmla="*/ 107279 w 1418243"/>
              <a:gd name="connsiteY97" fmla="*/ 145272 h 215657"/>
              <a:gd name="connsiteX98" fmla="*/ 110987 w 1418243"/>
              <a:gd name="connsiteY98" fmla="*/ 125105 h 215657"/>
              <a:gd name="connsiteX99" fmla="*/ 51265 w 1418243"/>
              <a:gd name="connsiteY99" fmla="*/ 79174 h 215657"/>
              <a:gd name="connsiteX100" fmla="*/ 51265 w 1418243"/>
              <a:gd name="connsiteY100" fmla="*/ 167001 h 215657"/>
              <a:gd name="connsiteX101" fmla="*/ 546935 w 1418243"/>
              <a:gd name="connsiteY101" fmla="*/ 96545 h 215657"/>
              <a:gd name="connsiteX102" fmla="*/ 526962 w 1418243"/>
              <a:gd name="connsiteY102" fmla="*/ 105197 h 215657"/>
              <a:gd name="connsiteX103" fmla="*/ 546935 w 1418243"/>
              <a:gd name="connsiteY103" fmla="*/ 125820 h 215657"/>
              <a:gd name="connsiteX104" fmla="*/ 546935 w 1418243"/>
              <a:gd name="connsiteY104" fmla="*/ 96545 h 215657"/>
              <a:gd name="connsiteX105" fmla="*/ 502045 w 1418243"/>
              <a:gd name="connsiteY105" fmla="*/ 140979 h 215657"/>
              <a:gd name="connsiteX106" fmla="*/ 475632 w 1418243"/>
              <a:gd name="connsiteY106" fmla="*/ 156137 h 215657"/>
              <a:gd name="connsiteX107" fmla="*/ 475632 w 1418243"/>
              <a:gd name="connsiteY107" fmla="*/ 175654 h 215657"/>
              <a:gd name="connsiteX108" fmla="*/ 526962 w 1418243"/>
              <a:gd name="connsiteY108" fmla="*/ 150737 h 215657"/>
              <a:gd name="connsiteX109" fmla="*/ 502045 w 1418243"/>
              <a:gd name="connsiteY109" fmla="*/ 140979 h 215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418243" h="215657">
                <a:moveTo>
                  <a:pt x="1334776" y="0"/>
                </a:moveTo>
                <a:cubicBezTo>
                  <a:pt x="1363661" y="11320"/>
                  <a:pt x="1346096" y="25697"/>
                  <a:pt x="1358652" y="47687"/>
                </a:cubicBezTo>
                <a:cubicBezTo>
                  <a:pt x="1371663" y="70327"/>
                  <a:pt x="1399377" y="83989"/>
                  <a:pt x="1418244" y="98691"/>
                </a:cubicBezTo>
                <a:cubicBezTo>
                  <a:pt x="1417854" y="133432"/>
                  <a:pt x="1370947" y="104872"/>
                  <a:pt x="1356440" y="97586"/>
                </a:cubicBezTo>
                <a:cubicBezTo>
                  <a:pt x="1342843" y="124714"/>
                  <a:pt x="1361124" y="163098"/>
                  <a:pt x="1343363" y="190812"/>
                </a:cubicBezTo>
                <a:cubicBezTo>
                  <a:pt x="1334320" y="204930"/>
                  <a:pt x="1287284" y="229001"/>
                  <a:pt x="1281624" y="202783"/>
                </a:cubicBezTo>
                <a:cubicBezTo>
                  <a:pt x="1290797" y="195626"/>
                  <a:pt x="1306671" y="195301"/>
                  <a:pt x="1312982" y="184307"/>
                </a:cubicBezTo>
                <a:cubicBezTo>
                  <a:pt x="1322935" y="166936"/>
                  <a:pt x="1329181" y="104612"/>
                  <a:pt x="1310900" y="95439"/>
                </a:cubicBezTo>
                <a:cubicBezTo>
                  <a:pt x="1291317" y="115021"/>
                  <a:pt x="1253910" y="142540"/>
                  <a:pt x="1229578" y="118209"/>
                </a:cubicBezTo>
                <a:cubicBezTo>
                  <a:pt x="1237776" y="105653"/>
                  <a:pt x="1256707" y="106563"/>
                  <a:pt x="1266466" y="94333"/>
                </a:cubicBezTo>
                <a:cubicBezTo>
                  <a:pt x="1281754" y="75076"/>
                  <a:pt x="1298669" y="56860"/>
                  <a:pt x="1312982" y="36822"/>
                </a:cubicBezTo>
                <a:cubicBezTo>
                  <a:pt x="1322024" y="24201"/>
                  <a:pt x="1321049" y="8588"/>
                  <a:pt x="1334776" y="0"/>
                </a:cubicBezTo>
                <a:close/>
                <a:moveTo>
                  <a:pt x="722133" y="202783"/>
                </a:moveTo>
                <a:cubicBezTo>
                  <a:pt x="713416" y="209549"/>
                  <a:pt x="652457" y="218266"/>
                  <a:pt x="650636" y="194065"/>
                </a:cubicBezTo>
                <a:cubicBezTo>
                  <a:pt x="649725" y="181444"/>
                  <a:pt x="667941" y="174938"/>
                  <a:pt x="670023" y="161537"/>
                </a:cubicBezTo>
                <a:cubicBezTo>
                  <a:pt x="675097" y="129203"/>
                  <a:pt x="670088" y="96610"/>
                  <a:pt x="670088" y="64016"/>
                </a:cubicBezTo>
                <a:cubicBezTo>
                  <a:pt x="670088" y="32073"/>
                  <a:pt x="635087" y="33179"/>
                  <a:pt x="646212" y="9759"/>
                </a:cubicBezTo>
                <a:cubicBezTo>
                  <a:pt x="663777" y="9759"/>
                  <a:pt x="684726" y="-2342"/>
                  <a:pt x="700404" y="12036"/>
                </a:cubicBezTo>
                <a:cubicBezTo>
                  <a:pt x="731436" y="40596"/>
                  <a:pt x="703397" y="113655"/>
                  <a:pt x="709187" y="150672"/>
                </a:cubicBezTo>
                <a:cubicBezTo>
                  <a:pt x="711854" y="167522"/>
                  <a:pt x="721938" y="186583"/>
                  <a:pt x="722133" y="202783"/>
                </a:cubicBezTo>
                <a:close/>
                <a:moveTo>
                  <a:pt x="956339" y="157243"/>
                </a:moveTo>
                <a:cubicBezTo>
                  <a:pt x="949833" y="161602"/>
                  <a:pt x="943327" y="165895"/>
                  <a:pt x="936822" y="170254"/>
                </a:cubicBezTo>
                <a:cubicBezTo>
                  <a:pt x="945474" y="174613"/>
                  <a:pt x="954192" y="178907"/>
                  <a:pt x="962844" y="183266"/>
                </a:cubicBezTo>
                <a:cubicBezTo>
                  <a:pt x="962519" y="214363"/>
                  <a:pt x="890046" y="193024"/>
                  <a:pt x="870659" y="193024"/>
                </a:cubicBezTo>
                <a:cubicBezTo>
                  <a:pt x="862201" y="193024"/>
                  <a:pt x="843074" y="191072"/>
                  <a:pt x="839626" y="180663"/>
                </a:cubicBezTo>
                <a:cubicBezTo>
                  <a:pt x="827656" y="144752"/>
                  <a:pt x="896486" y="152624"/>
                  <a:pt x="909693" y="140979"/>
                </a:cubicBezTo>
                <a:cubicBezTo>
                  <a:pt x="929795" y="123283"/>
                  <a:pt x="921663" y="75076"/>
                  <a:pt x="917305" y="53152"/>
                </a:cubicBezTo>
                <a:cubicBezTo>
                  <a:pt x="910408" y="51330"/>
                  <a:pt x="903577" y="49508"/>
                  <a:pt x="896681" y="47752"/>
                </a:cubicBezTo>
                <a:cubicBezTo>
                  <a:pt x="882499" y="65968"/>
                  <a:pt x="920427" y="115671"/>
                  <a:pt x="866365" y="119315"/>
                </a:cubicBezTo>
                <a:cubicBezTo>
                  <a:pt x="856541" y="100578"/>
                  <a:pt x="876254" y="62064"/>
                  <a:pt x="857647" y="49899"/>
                </a:cubicBezTo>
                <a:cubicBezTo>
                  <a:pt x="836243" y="51330"/>
                  <a:pt x="844050" y="72278"/>
                  <a:pt x="843595" y="87827"/>
                </a:cubicBezTo>
                <a:cubicBezTo>
                  <a:pt x="842554" y="118924"/>
                  <a:pt x="841708" y="154510"/>
                  <a:pt x="821866" y="178907"/>
                </a:cubicBezTo>
                <a:cubicBezTo>
                  <a:pt x="811131" y="192178"/>
                  <a:pt x="791809" y="210589"/>
                  <a:pt x="774179" y="196277"/>
                </a:cubicBezTo>
                <a:cubicBezTo>
                  <a:pt x="781010" y="191007"/>
                  <a:pt x="789728" y="187689"/>
                  <a:pt x="793306" y="178516"/>
                </a:cubicBezTo>
                <a:cubicBezTo>
                  <a:pt x="805406" y="147549"/>
                  <a:pt x="806903" y="90169"/>
                  <a:pt x="797600" y="57901"/>
                </a:cubicBezTo>
                <a:cubicBezTo>
                  <a:pt x="793436" y="43458"/>
                  <a:pt x="780425" y="39620"/>
                  <a:pt x="774179" y="27129"/>
                </a:cubicBezTo>
                <a:cubicBezTo>
                  <a:pt x="792460" y="-2017"/>
                  <a:pt x="817052" y="27975"/>
                  <a:pt x="838195" y="30317"/>
                </a:cubicBezTo>
                <a:cubicBezTo>
                  <a:pt x="845026" y="31097"/>
                  <a:pt x="853614" y="25567"/>
                  <a:pt x="860249" y="24266"/>
                </a:cubicBezTo>
                <a:cubicBezTo>
                  <a:pt x="892453" y="18086"/>
                  <a:pt x="921143" y="15223"/>
                  <a:pt x="951329" y="29991"/>
                </a:cubicBezTo>
                <a:cubicBezTo>
                  <a:pt x="957185" y="32854"/>
                  <a:pt x="964861" y="34545"/>
                  <a:pt x="968179" y="41311"/>
                </a:cubicBezTo>
                <a:cubicBezTo>
                  <a:pt x="975075" y="55103"/>
                  <a:pt x="959982" y="138897"/>
                  <a:pt x="956339" y="157243"/>
                </a:cubicBezTo>
                <a:close/>
                <a:moveTo>
                  <a:pt x="364320" y="26869"/>
                </a:moveTo>
                <a:cubicBezTo>
                  <a:pt x="364189" y="42027"/>
                  <a:pt x="355146" y="56404"/>
                  <a:pt x="351698" y="70912"/>
                </a:cubicBezTo>
                <a:cubicBezTo>
                  <a:pt x="343501" y="105327"/>
                  <a:pt x="354301" y="138832"/>
                  <a:pt x="304662" y="138832"/>
                </a:cubicBezTo>
                <a:cubicBezTo>
                  <a:pt x="295554" y="138832"/>
                  <a:pt x="281502" y="141434"/>
                  <a:pt x="275387" y="135579"/>
                </a:cubicBezTo>
                <a:cubicBezTo>
                  <a:pt x="278965" y="128813"/>
                  <a:pt x="286902" y="127837"/>
                  <a:pt x="291586" y="121396"/>
                </a:cubicBezTo>
                <a:cubicBezTo>
                  <a:pt x="305313" y="102660"/>
                  <a:pt x="315787" y="72864"/>
                  <a:pt x="311168" y="49899"/>
                </a:cubicBezTo>
                <a:cubicBezTo>
                  <a:pt x="301605" y="48012"/>
                  <a:pt x="282413" y="46386"/>
                  <a:pt x="273305" y="51070"/>
                </a:cubicBezTo>
                <a:cubicBezTo>
                  <a:pt x="263091" y="56274"/>
                  <a:pt x="265888" y="76507"/>
                  <a:pt x="264522" y="85615"/>
                </a:cubicBezTo>
                <a:cubicBezTo>
                  <a:pt x="260228" y="113004"/>
                  <a:pt x="258081" y="147419"/>
                  <a:pt x="273565" y="172076"/>
                </a:cubicBezTo>
                <a:cubicBezTo>
                  <a:pt x="285666" y="191398"/>
                  <a:pt x="303361" y="190812"/>
                  <a:pt x="318780" y="202783"/>
                </a:cubicBezTo>
                <a:cubicBezTo>
                  <a:pt x="316958" y="230562"/>
                  <a:pt x="246761" y="204149"/>
                  <a:pt x="235376" y="184307"/>
                </a:cubicBezTo>
                <a:cubicBezTo>
                  <a:pt x="213712" y="146573"/>
                  <a:pt x="227635" y="103636"/>
                  <a:pt x="221129" y="61869"/>
                </a:cubicBezTo>
                <a:cubicBezTo>
                  <a:pt x="219112" y="49183"/>
                  <a:pt x="208963" y="38839"/>
                  <a:pt x="208183" y="26869"/>
                </a:cubicBezTo>
                <a:cubicBezTo>
                  <a:pt x="260228" y="26869"/>
                  <a:pt x="312274" y="26869"/>
                  <a:pt x="364320" y="26869"/>
                </a:cubicBezTo>
                <a:close/>
                <a:moveTo>
                  <a:pt x="1175386" y="24982"/>
                </a:moveTo>
                <a:cubicBezTo>
                  <a:pt x="1181241" y="37343"/>
                  <a:pt x="1157430" y="117168"/>
                  <a:pt x="1149363" y="133367"/>
                </a:cubicBezTo>
                <a:cubicBezTo>
                  <a:pt x="1134465" y="136359"/>
                  <a:pt x="1100310" y="146769"/>
                  <a:pt x="1088600" y="135579"/>
                </a:cubicBezTo>
                <a:cubicBezTo>
                  <a:pt x="1092828" y="129203"/>
                  <a:pt x="1100245" y="129659"/>
                  <a:pt x="1104799" y="123543"/>
                </a:cubicBezTo>
                <a:cubicBezTo>
                  <a:pt x="1118591" y="105132"/>
                  <a:pt x="1133164" y="71628"/>
                  <a:pt x="1125487" y="49248"/>
                </a:cubicBezTo>
                <a:cubicBezTo>
                  <a:pt x="1112866" y="49248"/>
                  <a:pt x="1100180" y="49248"/>
                  <a:pt x="1087559" y="49248"/>
                </a:cubicBezTo>
                <a:cubicBezTo>
                  <a:pt x="1071034" y="73254"/>
                  <a:pt x="1072531" y="151453"/>
                  <a:pt x="1089771" y="175589"/>
                </a:cubicBezTo>
                <a:cubicBezTo>
                  <a:pt x="1102262" y="193024"/>
                  <a:pt x="1120087" y="191853"/>
                  <a:pt x="1134140" y="202783"/>
                </a:cubicBezTo>
                <a:cubicBezTo>
                  <a:pt x="1121063" y="236222"/>
                  <a:pt x="1050151" y="197058"/>
                  <a:pt x="1041303" y="169864"/>
                </a:cubicBezTo>
                <a:cubicBezTo>
                  <a:pt x="1029398" y="133042"/>
                  <a:pt x="1050021" y="62260"/>
                  <a:pt x="1021396" y="33634"/>
                </a:cubicBezTo>
                <a:cubicBezTo>
                  <a:pt x="1027121" y="19062"/>
                  <a:pt x="1043450" y="23876"/>
                  <a:pt x="1057177" y="23876"/>
                </a:cubicBezTo>
                <a:cubicBezTo>
                  <a:pt x="1083395" y="23876"/>
                  <a:pt x="1107596" y="30382"/>
                  <a:pt x="1135246" y="30382"/>
                </a:cubicBezTo>
                <a:cubicBezTo>
                  <a:pt x="1149949" y="30382"/>
                  <a:pt x="1160553" y="21989"/>
                  <a:pt x="1175386" y="24982"/>
                </a:cubicBezTo>
                <a:close/>
                <a:moveTo>
                  <a:pt x="589872" y="53152"/>
                </a:moveTo>
                <a:cubicBezTo>
                  <a:pt x="593190" y="62129"/>
                  <a:pt x="588246" y="151713"/>
                  <a:pt x="585123" y="161146"/>
                </a:cubicBezTo>
                <a:cubicBezTo>
                  <a:pt x="582846" y="167977"/>
                  <a:pt x="572892" y="172011"/>
                  <a:pt x="568143" y="176760"/>
                </a:cubicBezTo>
                <a:cubicBezTo>
                  <a:pt x="580114" y="182745"/>
                  <a:pt x="591824" y="179362"/>
                  <a:pt x="592019" y="196277"/>
                </a:cubicBezTo>
                <a:cubicBezTo>
                  <a:pt x="566842" y="216705"/>
                  <a:pt x="490725" y="208833"/>
                  <a:pt x="471664" y="184372"/>
                </a:cubicBezTo>
                <a:cubicBezTo>
                  <a:pt x="458002" y="201156"/>
                  <a:pt x="443169" y="201872"/>
                  <a:pt x="426124" y="212541"/>
                </a:cubicBezTo>
                <a:cubicBezTo>
                  <a:pt x="422871" y="209288"/>
                  <a:pt x="419618" y="206036"/>
                  <a:pt x="416365" y="202783"/>
                </a:cubicBezTo>
                <a:cubicBezTo>
                  <a:pt x="423521" y="196993"/>
                  <a:pt x="433150" y="190487"/>
                  <a:pt x="435492" y="180663"/>
                </a:cubicBezTo>
                <a:cubicBezTo>
                  <a:pt x="439591" y="163423"/>
                  <a:pt x="440827" y="82622"/>
                  <a:pt x="435492" y="66553"/>
                </a:cubicBezTo>
                <a:cubicBezTo>
                  <a:pt x="433085" y="59462"/>
                  <a:pt x="425733" y="56535"/>
                  <a:pt x="419618" y="54258"/>
                </a:cubicBezTo>
                <a:cubicBezTo>
                  <a:pt x="410705" y="36432"/>
                  <a:pt x="423847" y="27584"/>
                  <a:pt x="441217" y="30447"/>
                </a:cubicBezTo>
                <a:cubicBezTo>
                  <a:pt x="450845" y="32008"/>
                  <a:pt x="458457" y="41506"/>
                  <a:pt x="467370" y="43328"/>
                </a:cubicBezTo>
                <a:cubicBezTo>
                  <a:pt x="488904" y="47622"/>
                  <a:pt x="509267" y="33374"/>
                  <a:pt x="530215" y="33374"/>
                </a:cubicBezTo>
                <a:cubicBezTo>
                  <a:pt x="552790" y="33374"/>
                  <a:pt x="570616" y="43523"/>
                  <a:pt x="589872" y="53152"/>
                </a:cubicBezTo>
                <a:close/>
                <a:moveTo>
                  <a:pt x="136620" y="170254"/>
                </a:moveTo>
                <a:cubicBezTo>
                  <a:pt x="142410" y="170254"/>
                  <a:pt x="148200" y="170254"/>
                  <a:pt x="153990" y="170254"/>
                </a:cubicBezTo>
                <a:cubicBezTo>
                  <a:pt x="147224" y="201482"/>
                  <a:pt x="60503" y="202392"/>
                  <a:pt x="48793" y="180013"/>
                </a:cubicBezTo>
                <a:cubicBezTo>
                  <a:pt x="38384" y="190422"/>
                  <a:pt x="14052" y="207207"/>
                  <a:pt x="0" y="196277"/>
                </a:cubicBezTo>
                <a:cubicBezTo>
                  <a:pt x="21729" y="174548"/>
                  <a:pt x="24006" y="111247"/>
                  <a:pt x="16915" y="81777"/>
                </a:cubicBezTo>
                <a:cubicBezTo>
                  <a:pt x="14703" y="72343"/>
                  <a:pt x="6311" y="68180"/>
                  <a:pt x="0" y="61804"/>
                </a:cubicBezTo>
                <a:cubicBezTo>
                  <a:pt x="65" y="53542"/>
                  <a:pt x="2602" y="46841"/>
                  <a:pt x="11970" y="45605"/>
                </a:cubicBezTo>
                <a:cubicBezTo>
                  <a:pt x="23746" y="44109"/>
                  <a:pt x="33634" y="54583"/>
                  <a:pt x="44499" y="56339"/>
                </a:cubicBezTo>
                <a:cubicBezTo>
                  <a:pt x="68050" y="60178"/>
                  <a:pt x="89519" y="46190"/>
                  <a:pt x="113785" y="49964"/>
                </a:cubicBezTo>
                <a:cubicBezTo>
                  <a:pt x="123869" y="51525"/>
                  <a:pt x="141499" y="57445"/>
                  <a:pt x="148460" y="65122"/>
                </a:cubicBezTo>
                <a:cubicBezTo>
                  <a:pt x="158804" y="76572"/>
                  <a:pt x="143711" y="156137"/>
                  <a:pt x="136620" y="170254"/>
                </a:cubicBezTo>
                <a:close/>
                <a:moveTo>
                  <a:pt x="544332" y="70522"/>
                </a:moveTo>
                <a:cubicBezTo>
                  <a:pt x="534118" y="54192"/>
                  <a:pt x="481422" y="54518"/>
                  <a:pt x="477063" y="74816"/>
                </a:cubicBezTo>
                <a:cubicBezTo>
                  <a:pt x="492482" y="82557"/>
                  <a:pt x="532492" y="82362"/>
                  <a:pt x="544332" y="70522"/>
                </a:cubicBezTo>
                <a:close/>
                <a:moveTo>
                  <a:pt x="51265" y="167001"/>
                </a:moveTo>
                <a:cubicBezTo>
                  <a:pt x="66098" y="161797"/>
                  <a:pt x="96740" y="156983"/>
                  <a:pt x="107279" y="145272"/>
                </a:cubicBezTo>
                <a:cubicBezTo>
                  <a:pt x="112288" y="139677"/>
                  <a:pt x="109751" y="131740"/>
                  <a:pt x="110987" y="125105"/>
                </a:cubicBezTo>
                <a:cubicBezTo>
                  <a:pt x="119835" y="79239"/>
                  <a:pt x="94463" y="60633"/>
                  <a:pt x="51265" y="79174"/>
                </a:cubicBezTo>
                <a:cubicBezTo>
                  <a:pt x="51265" y="108450"/>
                  <a:pt x="51265" y="137726"/>
                  <a:pt x="51265" y="167001"/>
                </a:cubicBezTo>
                <a:close/>
                <a:moveTo>
                  <a:pt x="546935" y="96545"/>
                </a:moveTo>
                <a:cubicBezTo>
                  <a:pt x="540299" y="99407"/>
                  <a:pt x="533598" y="102335"/>
                  <a:pt x="526962" y="105197"/>
                </a:cubicBezTo>
                <a:cubicBezTo>
                  <a:pt x="527092" y="119315"/>
                  <a:pt x="533208" y="125235"/>
                  <a:pt x="546935" y="125820"/>
                </a:cubicBezTo>
                <a:cubicBezTo>
                  <a:pt x="546935" y="116062"/>
                  <a:pt x="546935" y="106303"/>
                  <a:pt x="546935" y="96545"/>
                </a:cubicBezTo>
                <a:close/>
                <a:moveTo>
                  <a:pt x="502045" y="140979"/>
                </a:moveTo>
                <a:cubicBezTo>
                  <a:pt x="493198" y="146053"/>
                  <a:pt x="484415" y="151127"/>
                  <a:pt x="475632" y="156137"/>
                </a:cubicBezTo>
                <a:cubicBezTo>
                  <a:pt x="475632" y="162643"/>
                  <a:pt x="475632" y="169148"/>
                  <a:pt x="475632" y="175654"/>
                </a:cubicBezTo>
                <a:cubicBezTo>
                  <a:pt x="491766" y="160756"/>
                  <a:pt x="519741" y="161732"/>
                  <a:pt x="526962" y="150737"/>
                </a:cubicBezTo>
                <a:cubicBezTo>
                  <a:pt x="518635" y="147484"/>
                  <a:pt x="510308" y="144231"/>
                  <a:pt x="502045" y="140979"/>
                </a:cubicBezTo>
                <a:close/>
              </a:path>
            </a:pathLst>
          </a:custGeom>
          <a:solidFill>
            <a:srgbClr val="FFFFFF"/>
          </a:solidFill>
          <a:ln w="1621" cap="flat">
            <a:solidFill>
              <a:srgbClr val="FFFFFF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62122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9F2E7D-4C77-45BA-8021-A0FA2333E0B3}"/>
              </a:ext>
            </a:extLst>
          </p:cNvPr>
          <p:cNvPicPr>
            <a:picLocks noChangeAspect="1"/>
          </p:cNvPicPr>
          <p:nvPr/>
        </p:nvPicPr>
        <p:blipFill>
          <a:blip r:embed="rId2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4500" y="2762250"/>
            <a:ext cx="3429000" cy="133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80931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그래픽 53">
            <a:extLst>
              <a:ext uri="{FF2B5EF4-FFF2-40B4-BE49-F238E27FC236}">
                <a16:creationId xmlns:a16="http://schemas.microsoft.com/office/drawing/2014/main" id="{D1A6A88E-0A7A-4A4D-82D6-1C108EDEA8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9311" y="0"/>
            <a:ext cx="4619378" cy="6858000"/>
          </a:xfrm>
          <a:prstGeom prst="rect">
            <a:avLst/>
          </a:prstGeom>
        </p:spPr>
      </p:pic>
      <p:sp>
        <p:nvSpPr>
          <p:cNvPr id="66" name="자유형: 도형 65">
            <a:extLst>
              <a:ext uri="{FF2B5EF4-FFF2-40B4-BE49-F238E27FC236}">
                <a16:creationId xmlns:a16="http://schemas.microsoft.com/office/drawing/2014/main" id="{5992BC32-CDB1-448F-991E-F37F52EE6FD1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noFill/>
          <a:ln w="195043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id="{D43D9A28-A59B-42B7-AD1F-BCFBE82C2661}"/>
              </a:ext>
            </a:extLst>
          </p:cNvPr>
          <p:cNvSpPr/>
          <p:nvPr/>
        </p:nvSpPr>
        <p:spPr>
          <a:xfrm>
            <a:off x="1647874" y="651154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noFill/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8" name="자유형: 도형 67">
            <a:extLst>
              <a:ext uri="{FF2B5EF4-FFF2-40B4-BE49-F238E27FC236}">
                <a16:creationId xmlns:a16="http://schemas.microsoft.com/office/drawing/2014/main" id="{B26D995C-CF0B-4931-BDE1-3075956B08D2}"/>
              </a:ext>
            </a:extLst>
          </p:cNvPr>
          <p:cNvSpPr/>
          <p:nvPr/>
        </p:nvSpPr>
        <p:spPr>
          <a:xfrm>
            <a:off x="3260215" y="1119310"/>
            <a:ext cx="337569" cy="408637"/>
          </a:xfrm>
          <a:custGeom>
            <a:avLst/>
            <a:gdLst>
              <a:gd name="connsiteX0" fmla="*/ 168785 w 337569"/>
              <a:gd name="connsiteY0" fmla="*/ 0 h 408637"/>
              <a:gd name="connsiteX1" fmla="*/ 337570 w 337569"/>
              <a:gd name="connsiteY1" fmla="*/ 204319 h 408637"/>
              <a:gd name="connsiteX2" fmla="*/ 168785 w 337569"/>
              <a:gd name="connsiteY2" fmla="*/ 408637 h 408637"/>
              <a:gd name="connsiteX3" fmla="*/ 0 w 337569"/>
              <a:gd name="connsiteY3" fmla="*/ 204319 h 408637"/>
              <a:gd name="connsiteX4" fmla="*/ 168785 w 337569"/>
              <a:gd name="connsiteY4" fmla="*/ 0 h 408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569" h="408637">
                <a:moveTo>
                  <a:pt x="168785" y="0"/>
                </a:moveTo>
                <a:cubicBezTo>
                  <a:pt x="198989" y="99494"/>
                  <a:pt x="255247" y="167604"/>
                  <a:pt x="337570" y="204319"/>
                </a:cubicBezTo>
                <a:cubicBezTo>
                  <a:pt x="255247" y="241034"/>
                  <a:pt x="198989" y="309143"/>
                  <a:pt x="168785" y="408637"/>
                </a:cubicBezTo>
                <a:cubicBezTo>
                  <a:pt x="138581" y="309143"/>
                  <a:pt x="82323" y="241034"/>
                  <a:pt x="0" y="204319"/>
                </a:cubicBezTo>
                <a:cubicBezTo>
                  <a:pt x="82323" y="167604"/>
                  <a:pt x="138581" y="99494"/>
                  <a:pt x="168785" y="0"/>
                </a:cubicBezTo>
                <a:close/>
              </a:path>
            </a:pathLst>
          </a:custGeom>
          <a:solidFill>
            <a:srgbClr val="EABE95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A38D32C6-E45F-48F5-8C4C-44C7ACFE9E5D}"/>
              </a:ext>
            </a:extLst>
          </p:cNvPr>
          <p:cNvSpPr/>
          <p:nvPr/>
        </p:nvSpPr>
        <p:spPr>
          <a:xfrm>
            <a:off x="3429000" y="1687849"/>
            <a:ext cx="8883" cy="159901"/>
          </a:xfrm>
          <a:custGeom>
            <a:avLst/>
            <a:gdLst>
              <a:gd name="connsiteX0" fmla="*/ 0 w 8883"/>
              <a:gd name="connsiteY0" fmla="*/ 0 h 159901"/>
              <a:gd name="connsiteX1" fmla="*/ 0 w 8883"/>
              <a:gd name="connsiteY1" fmla="*/ 159902 h 1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883" h="159901">
                <a:moveTo>
                  <a:pt x="0" y="0"/>
                </a:moveTo>
                <a:lnTo>
                  <a:pt x="0" y="159902"/>
                </a:lnTo>
              </a:path>
            </a:pathLst>
          </a:custGeom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1" name="자유형: 도형 70">
            <a:extLst>
              <a:ext uri="{FF2B5EF4-FFF2-40B4-BE49-F238E27FC236}">
                <a16:creationId xmlns:a16="http://schemas.microsoft.com/office/drawing/2014/main" id="{46578FAD-6CB9-437F-A339-497E3448C116}"/>
              </a:ext>
            </a:extLst>
          </p:cNvPr>
          <p:cNvSpPr/>
          <p:nvPr/>
        </p:nvSpPr>
        <p:spPr>
          <a:xfrm>
            <a:off x="2931528" y="2007652"/>
            <a:ext cx="994942" cy="684418"/>
          </a:xfrm>
          <a:custGeom>
            <a:avLst/>
            <a:gdLst>
              <a:gd name="connsiteX0" fmla="*/ 497471 w 994942"/>
              <a:gd name="connsiteY0" fmla="*/ 3 h 684418"/>
              <a:gd name="connsiteX1" fmla="*/ 475263 w 994942"/>
              <a:gd name="connsiteY1" fmla="*/ 79954 h 684418"/>
              <a:gd name="connsiteX2" fmla="*/ 444171 w 994942"/>
              <a:gd name="connsiteY2" fmla="*/ 168788 h 684418"/>
              <a:gd name="connsiteX3" fmla="*/ 399754 w 994942"/>
              <a:gd name="connsiteY3" fmla="*/ 239855 h 684418"/>
              <a:gd name="connsiteX4" fmla="*/ 346453 w 994942"/>
              <a:gd name="connsiteY4" fmla="*/ 284272 h 684418"/>
              <a:gd name="connsiteX5" fmla="*/ 381987 w 994942"/>
              <a:gd name="connsiteY5" fmla="*/ 319806 h 684418"/>
              <a:gd name="connsiteX6" fmla="*/ 408637 w 994942"/>
              <a:gd name="connsiteY6" fmla="*/ 355340 h 684418"/>
              <a:gd name="connsiteX7" fmla="*/ 417521 w 994942"/>
              <a:gd name="connsiteY7" fmla="*/ 390873 h 684418"/>
              <a:gd name="connsiteX8" fmla="*/ 408637 w 994942"/>
              <a:gd name="connsiteY8" fmla="*/ 426407 h 684418"/>
              <a:gd name="connsiteX9" fmla="*/ 381987 w 994942"/>
              <a:gd name="connsiteY9" fmla="*/ 453057 h 684418"/>
              <a:gd name="connsiteX10" fmla="*/ 346453 w 994942"/>
              <a:gd name="connsiteY10" fmla="*/ 470824 h 684418"/>
              <a:gd name="connsiteX11" fmla="*/ 310920 w 994942"/>
              <a:gd name="connsiteY11" fmla="*/ 453057 h 684418"/>
              <a:gd name="connsiteX12" fmla="*/ 293153 w 994942"/>
              <a:gd name="connsiteY12" fmla="*/ 417524 h 684418"/>
              <a:gd name="connsiteX13" fmla="*/ 284269 w 994942"/>
              <a:gd name="connsiteY13" fmla="*/ 381990 h 684418"/>
              <a:gd name="connsiteX14" fmla="*/ 266503 w 994942"/>
              <a:gd name="connsiteY14" fmla="*/ 355340 h 684418"/>
              <a:gd name="connsiteX15" fmla="*/ 248736 w 994942"/>
              <a:gd name="connsiteY15" fmla="*/ 381990 h 684418"/>
              <a:gd name="connsiteX16" fmla="*/ 239852 w 994942"/>
              <a:gd name="connsiteY16" fmla="*/ 417524 h 684418"/>
              <a:gd name="connsiteX17" fmla="*/ 226527 w 994942"/>
              <a:gd name="connsiteY17" fmla="*/ 453057 h 684418"/>
              <a:gd name="connsiteX18" fmla="*/ 204319 w 994942"/>
              <a:gd name="connsiteY18" fmla="*/ 475266 h 684418"/>
              <a:gd name="connsiteX19" fmla="*/ 177668 w 994942"/>
              <a:gd name="connsiteY19" fmla="*/ 461941 h 684418"/>
              <a:gd name="connsiteX20" fmla="*/ 151018 w 994942"/>
              <a:gd name="connsiteY20" fmla="*/ 435291 h 684418"/>
              <a:gd name="connsiteX21" fmla="*/ 133251 w 994942"/>
              <a:gd name="connsiteY21" fmla="*/ 399757 h 684418"/>
              <a:gd name="connsiteX22" fmla="*/ 124368 w 994942"/>
              <a:gd name="connsiteY22" fmla="*/ 364223 h 684418"/>
              <a:gd name="connsiteX23" fmla="*/ 124368 w 994942"/>
              <a:gd name="connsiteY23" fmla="*/ 337573 h 684418"/>
              <a:gd name="connsiteX24" fmla="*/ 88834 w 994942"/>
              <a:gd name="connsiteY24" fmla="*/ 302039 h 684418"/>
              <a:gd name="connsiteX25" fmla="*/ 53301 w 994942"/>
              <a:gd name="connsiteY25" fmla="*/ 266506 h 684418"/>
              <a:gd name="connsiteX26" fmla="*/ 0 w 994942"/>
              <a:gd name="connsiteY26" fmla="*/ 230972 h 684418"/>
              <a:gd name="connsiteX27" fmla="*/ 26650 w 994942"/>
              <a:gd name="connsiteY27" fmla="*/ 310923 h 684418"/>
              <a:gd name="connsiteX28" fmla="*/ 62184 w 994942"/>
              <a:gd name="connsiteY28" fmla="*/ 408640 h 684418"/>
              <a:gd name="connsiteX29" fmla="*/ 106601 w 994942"/>
              <a:gd name="connsiteY29" fmla="*/ 515241 h 684418"/>
              <a:gd name="connsiteX30" fmla="*/ 151018 w 994942"/>
              <a:gd name="connsiteY30" fmla="*/ 621842 h 684418"/>
              <a:gd name="connsiteX31" fmla="*/ 173227 w 994942"/>
              <a:gd name="connsiteY31" fmla="*/ 666260 h 684418"/>
              <a:gd name="connsiteX32" fmla="*/ 204319 w 994942"/>
              <a:gd name="connsiteY32" fmla="*/ 679585 h 684418"/>
              <a:gd name="connsiteX33" fmla="*/ 337570 w 994942"/>
              <a:gd name="connsiteY33" fmla="*/ 684026 h 684418"/>
              <a:gd name="connsiteX34" fmla="*/ 497471 w 994942"/>
              <a:gd name="connsiteY34" fmla="*/ 684026 h 684418"/>
              <a:gd name="connsiteX35" fmla="*/ 657373 w 994942"/>
              <a:gd name="connsiteY35" fmla="*/ 684026 h 684418"/>
              <a:gd name="connsiteX36" fmla="*/ 790624 w 994942"/>
              <a:gd name="connsiteY36" fmla="*/ 679585 h 684418"/>
              <a:gd name="connsiteX37" fmla="*/ 821716 w 994942"/>
              <a:gd name="connsiteY37" fmla="*/ 666260 h 684418"/>
              <a:gd name="connsiteX38" fmla="*/ 843925 w 994942"/>
              <a:gd name="connsiteY38" fmla="*/ 621842 h 684418"/>
              <a:gd name="connsiteX39" fmla="*/ 888342 w 994942"/>
              <a:gd name="connsiteY39" fmla="*/ 515241 h 684418"/>
              <a:gd name="connsiteX40" fmla="*/ 932759 w 994942"/>
              <a:gd name="connsiteY40" fmla="*/ 408640 h 684418"/>
              <a:gd name="connsiteX41" fmla="*/ 968293 w 994942"/>
              <a:gd name="connsiteY41" fmla="*/ 310923 h 684418"/>
              <a:gd name="connsiteX42" fmla="*/ 994943 w 994942"/>
              <a:gd name="connsiteY42" fmla="*/ 230972 h 684418"/>
              <a:gd name="connsiteX43" fmla="*/ 941642 w 994942"/>
              <a:gd name="connsiteY43" fmla="*/ 266506 h 684418"/>
              <a:gd name="connsiteX44" fmla="*/ 906109 w 994942"/>
              <a:gd name="connsiteY44" fmla="*/ 302039 h 684418"/>
              <a:gd name="connsiteX45" fmla="*/ 870575 w 994942"/>
              <a:gd name="connsiteY45" fmla="*/ 337573 h 684418"/>
              <a:gd name="connsiteX46" fmla="*/ 870575 w 994942"/>
              <a:gd name="connsiteY46" fmla="*/ 364223 h 684418"/>
              <a:gd name="connsiteX47" fmla="*/ 861692 w 994942"/>
              <a:gd name="connsiteY47" fmla="*/ 399757 h 684418"/>
              <a:gd name="connsiteX48" fmla="*/ 843925 w 994942"/>
              <a:gd name="connsiteY48" fmla="*/ 435291 h 684418"/>
              <a:gd name="connsiteX49" fmla="*/ 817275 w 994942"/>
              <a:gd name="connsiteY49" fmla="*/ 461941 h 684418"/>
              <a:gd name="connsiteX50" fmla="*/ 790624 w 994942"/>
              <a:gd name="connsiteY50" fmla="*/ 475266 h 684418"/>
              <a:gd name="connsiteX51" fmla="*/ 768416 w 994942"/>
              <a:gd name="connsiteY51" fmla="*/ 453057 h 684418"/>
              <a:gd name="connsiteX52" fmla="*/ 755091 w 994942"/>
              <a:gd name="connsiteY52" fmla="*/ 417524 h 684418"/>
              <a:gd name="connsiteX53" fmla="*/ 746207 w 994942"/>
              <a:gd name="connsiteY53" fmla="*/ 381990 h 684418"/>
              <a:gd name="connsiteX54" fmla="*/ 728440 w 994942"/>
              <a:gd name="connsiteY54" fmla="*/ 355340 h 684418"/>
              <a:gd name="connsiteX55" fmla="*/ 710674 w 994942"/>
              <a:gd name="connsiteY55" fmla="*/ 381990 h 684418"/>
              <a:gd name="connsiteX56" fmla="*/ 701790 w 994942"/>
              <a:gd name="connsiteY56" fmla="*/ 417524 h 684418"/>
              <a:gd name="connsiteX57" fmla="*/ 684023 w 994942"/>
              <a:gd name="connsiteY57" fmla="*/ 453057 h 684418"/>
              <a:gd name="connsiteX58" fmla="*/ 648490 w 994942"/>
              <a:gd name="connsiteY58" fmla="*/ 470824 h 684418"/>
              <a:gd name="connsiteX59" fmla="*/ 612956 w 994942"/>
              <a:gd name="connsiteY59" fmla="*/ 453057 h 684418"/>
              <a:gd name="connsiteX60" fmla="*/ 586306 w 994942"/>
              <a:gd name="connsiteY60" fmla="*/ 426407 h 684418"/>
              <a:gd name="connsiteX61" fmla="*/ 577422 w 994942"/>
              <a:gd name="connsiteY61" fmla="*/ 390873 h 684418"/>
              <a:gd name="connsiteX62" fmla="*/ 586306 w 994942"/>
              <a:gd name="connsiteY62" fmla="*/ 355340 h 684418"/>
              <a:gd name="connsiteX63" fmla="*/ 612956 w 994942"/>
              <a:gd name="connsiteY63" fmla="*/ 319806 h 684418"/>
              <a:gd name="connsiteX64" fmla="*/ 648490 w 994942"/>
              <a:gd name="connsiteY64" fmla="*/ 284272 h 684418"/>
              <a:gd name="connsiteX65" fmla="*/ 595189 w 994942"/>
              <a:gd name="connsiteY65" fmla="*/ 239855 h 684418"/>
              <a:gd name="connsiteX66" fmla="*/ 550772 w 994942"/>
              <a:gd name="connsiteY66" fmla="*/ 168788 h 684418"/>
              <a:gd name="connsiteX67" fmla="*/ 519680 w 994942"/>
              <a:gd name="connsiteY67" fmla="*/ 79954 h 684418"/>
              <a:gd name="connsiteX68" fmla="*/ 497471 w 994942"/>
              <a:gd name="connsiteY68" fmla="*/ 3 h 684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994942" h="684418">
                <a:moveTo>
                  <a:pt x="497471" y="3"/>
                </a:moveTo>
                <a:cubicBezTo>
                  <a:pt x="490365" y="26653"/>
                  <a:pt x="484146" y="51527"/>
                  <a:pt x="475263" y="79954"/>
                </a:cubicBezTo>
                <a:cubicBezTo>
                  <a:pt x="466380" y="108381"/>
                  <a:pt x="456608" y="142138"/>
                  <a:pt x="444171" y="168788"/>
                </a:cubicBezTo>
                <a:cubicBezTo>
                  <a:pt x="431734" y="195438"/>
                  <a:pt x="415744" y="220312"/>
                  <a:pt x="399754" y="239855"/>
                </a:cubicBezTo>
                <a:cubicBezTo>
                  <a:pt x="383764" y="259399"/>
                  <a:pt x="364220" y="269171"/>
                  <a:pt x="346453" y="284272"/>
                </a:cubicBezTo>
                <a:cubicBezTo>
                  <a:pt x="358002" y="295821"/>
                  <a:pt x="371327" y="308258"/>
                  <a:pt x="381987" y="319806"/>
                </a:cubicBezTo>
                <a:cubicBezTo>
                  <a:pt x="392647" y="331354"/>
                  <a:pt x="402419" y="343791"/>
                  <a:pt x="408637" y="355340"/>
                </a:cubicBezTo>
                <a:cubicBezTo>
                  <a:pt x="414856" y="366888"/>
                  <a:pt x="417521" y="379325"/>
                  <a:pt x="417521" y="390873"/>
                </a:cubicBezTo>
                <a:cubicBezTo>
                  <a:pt x="417521" y="402422"/>
                  <a:pt x="414856" y="415747"/>
                  <a:pt x="408637" y="426407"/>
                </a:cubicBezTo>
                <a:cubicBezTo>
                  <a:pt x="402419" y="437067"/>
                  <a:pt x="392647" y="445951"/>
                  <a:pt x="381987" y="453057"/>
                </a:cubicBezTo>
                <a:cubicBezTo>
                  <a:pt x="371327" y="460164"/>
                  <a:pt x="358002" y="470824"/>
                  <a:pt x="346453" y="470824"/>
                </a:cubicBezTo>
                <a:cubicBezTo>
                  <a:pt x="334905" y="470824"/>
                  <a:pt x="319803" y="461941"/>
                  <a:pt x="310920" y="453057"/>
                </a:cubicBezTo>
                <a:cubicBezTo>
                  <a:pt x="302036" y="444174"/>
                  <a:pt x="297595" y="429072"/>
                  <a:pt x="293153" y="417524"/>
                </a:cubicBezTo>
                <a:cubicBezTo>
                  <a:pt x="288711" y="405975"/>
                  <a:pt x="288711" y="392650"/>
                  <a:pt x="284269" y="381990"/>
                </a:cubicBezTo>
                <a:cubicBezTo>
                  <a:pt x="279828" y="371330"/>
                  <a:pt x="272721" y="355340"/>
                  <a:pt x="266503" y="355340"/>
                </a:cubicBezTo>
                <a:cubicBezTo>
                  <a:pt x="260284" y="355340"/>
                  <a:pt x="253177" y="371330"/>
                  <a:pt x="248736" y="381990"/>
                </a:cubicBezTo>
                <a:cubicBezTo>
                  <a:pt x="244294" y="392650"/>
                  <a:pt x="243406" y="405975"/>
                  <a:pt x="239852" y="417524"/>
                </a:cubicBezTo>
                <a:cubicBezTo>
                  <a:pt x="236299" y="429072"/>
                  <a:pt x="232746" y="443286"/>
                  <a:pt x="226527" y="453057"/>
                </a:cubicBezTo>
                <a:cubicBezTo>
                  <a:pt x="220309" y="462829"/>
                  <a:pt x="212314" y="473489"/>
                  <a:pt x="204319" y="475266"/>
                </a:cubicBezTo>
                <a:cubicBezTo>
                  <a:pt x="196324" y="477043"/>
                  <a:pt x="186552" y="469047"/>
                  <a:pt x="177668" y="461941"/>
                </a:cubicBezTo>
                <a:cubicBezTo>
                  <a:pt x="168785" y="454834"/>
                  <a:pt x="158125" y="445951"/>
                  <a:pt x="151018" y="435291"/>
                </a:cubicBezTo>
                <a:cubicBezTo>
                  <a:pt x="143911" y="424630"/>
                  <a:pt x="137693" y="411305"/>
                  <a:pt x="133251" y="399757"/>
                </a:cubicBezTo>
                <a:cubicBezTo>
                  <a:pt x="128810" y="388209"/>
                  <a:pt x="126145" y="374883"/>
                  <a:pt x="124368" y="364223"/>
                </a:cubicBezTo>
                <a:cubicBezTo>
                  <a:pt x="122591" y="353563"/>
                  <a:pt x="124368" y="346456"/>
                  <a:pt x="124368" y="337573"/>
                </a:cubicBezTo>
                <a:cubicBezTo>
                  <a:pt x="112819" y="326025"/>
                  <a:pt x="100383" y="313588"/>
                  <a:pt x="88834" y="302039"/>
                </a:cubicBezTo>
                <a:cubicBezTo>
                  <a:pt x="77286" y="290491"/>
                  <a:pt x="68402" y="278054"/>
                  <a:pt x="53301" y="266506"/>
                </a:cubicBezTo>
                <a:cubicBezTo>
                  <a:pt x="38199" y="254957"/>
                  <a:pt x="17767" y="242520"/>
                  <a:pt x="0" y="230972"/>
                </a:cubicBezTo>
                <a:cubicBezTo>
                  <a:pt x="8883" y="257622"/>
                  <a:pt x="15990" y="281607"/>
                  <a:pt x="26650" y="310923"/>
                </a:cubicBezTo>
                <a:cubicBezTo>
                  <a:pt x="37310" y="340238"/>
                  <a:pt x="48859" y="374883"/>
                  <a:pt x="62184" y="408640"/>
                </a:cubicBezTo>
                <a:cubicBezTo>
                  <a:pt x="75509" y="442397"/>
                  <a:pt x="91499" y="479708"/>
                  <a:pt x="106601" y="515241"/>
                </a:cubicBezTo>
                <a:cubicBezTo>
                  <a:pt x="121703" y="550775"/>
                  <a:pt x="140358" y="596969"/>
                  <a:pt x="151018" y="621842"/>
                </a:cubicBezTo>
                <a:cubicBezTo>
                  <a:pt x="161678" y="646716"/>
                  <a:pt x="164343" y="656488"/>
                  <a:pt x="173227" y="666260"/>
                </a:cubicBezTo>
                <a:cubicBezTo>
                  <a:pt x="182110" y="676031"/>
                  <a:pt x="176780" y="676920"/>
                  <a:pt x="204319" y="679585"/>
                </a:cubicBezTo>
                <a:cubicBezTo>
                  <a:pt x="231857" y="682250"/>
                  <a:pt x="288711" y="683138"/>
                  <a:pt x="337570" y="684026"/>
                </a:cubicBezTo>
                <a:cubicBezTo>
                  <a:pt x="386429" y="684915"/>
                  <a:pt x="444171" y="684026"/>
                  <a:pt x="497471" y="684026"/>
                </a:cubicBezTo>
                <a:cubicBezTo>
                  <a:pt x="550772" y="684026"/>
                  <a:pt x="608514" y="684915"/>
                  <a:pt x="657373" y="684026"/>
                </a:cubicBezTo>
                <a:cubicBezTo>
                  <a:pt x="706232" y="683138"/>
                  <a:pt x="763086" y="682250"/>
                  <a:pt x="790624" y="679585"/>
                </a:cubicBezTo>
                <a:cubicBezTo>
                  <a:pt x="818163" y="676920"/>
                  <a:pt x="812833" y="676031"/>
                  <a:pt x="821716" y="666260"/>
                </a:cubicBezTo>
                <a:cubicBezTo>
                  <a:pt x="830600" y="656488"/>
                  <a:pt x="833265" y="646716"/>
                  <a:pt x="843925" y="621842"/>
                </a:cubicBezTo>
                <a:cubicBezTo>
                  <a:pt x="854585" y="596969"/>
                  <a:pt x="873240" y="550775"/>
                  <a:pt x="888342" y="515241"/>
                </a:cubicBezTo>
                <a:cubicBezTo>
                  <a:pt x="903444" y="479708"/>
                  <a:pt x="919434" y="442397"/>
                  <a:pt x="932759" y="408640"/>
                </a:cubicBezTo>
                <a:cubicBezTo>
                  <a:pt x="946084" y="374883"/>
                  <a:pt x="957633" y="340238"/>
                  <a:pt x="968293" y="310923"/>
                </a:cubicBezTo>
                <a:cubicBezTo>
                  <a:pt x="978953" y="281607"/>
                  <a:pt x="986060" y="257622"/>
                  <a:pt x="994943" y="230972"/>
                </a:cubicBezTo>
                <a:cubicBezTo>
                  <a:pt x="977176" y="242520"/>
                  <a:pt x="956744" y="254957"/>
                  <a:pt x="941642" y="266506"/>
                </a:cubicBezTo>
                <a:cubicBezTo>
                  <a:pt x="926541" y="278054"/>
                  <a:pt x="917657" y="290491"/>
                  <a:pt x="906109" y="302039"/>
                </a:cubicBezTo>
                <a:cubicBezTo>
                  <a:pt x="894560" y="313588"/>
                  <a:pt x="882123" y="326025"/>
                  <a:pt x="870575" y="337573"/>
                </a:cubicBezTo>
                <a:cubicBezTo>
                  <a:pt x="870575" y="346456"/>
                  <a:pt x="872352" y="353563"/>
                  <a:pt x="870575" y="364223"/>
                </a:cubicBezTo>
                <a:cubicBezTo>
                  <a:pt x="868798" y="374883"/>
                  <a:pt x="866133" y="388209"/>
                  <a:pt x="861692" y="399757"/>
                </a:cubicBezTo>
                <a:cubicBezTo>
                  <a:pt x="857250" y="411305"/>
                  <a:pt x="851031" y="424630"/>
                  <a:pt x="843925" y="435291"/>
                </a:cubicBezTo>
                <a:cubicBezTo>
                  <a:pt x="836818" y="445951"/>
                  <a:pt x="826158" y="454834"/>
                  <a:pt x="817275" y="461941"/>
                </a:cubicBezTo>
                <a:cubicBezTo>
                  <a:pt x="808391" y="469047"/>
                  <a:pt x="798619" y="477043"/>
                  <a:pt x="790624" y="475266"/>
                </a:cubicBezTo>
                <a:cubicBezTo>
                  <a:pt x="782629" y="473489"/>
                  <a:pt x="774634" y="462829"/>
                  <a:pt x="768416" y="453057"/>
                </a:cubicBezTo>
                <a:cubicBezTo>
                  <a:pt x="762197" y="443286"/>
                  <a:pt x="758644" y="429072"/>
                  <a:pt x="755091" y="417524"/>
                </a:cubicBezTo>
                <a:cubicBezTo>
                  <a:pt x="751537" y="405975"/>
                  <a:pt x="750649" y="392650"/>
                  <a:pt x="746207" y="381990"/>
                </a:cubicBezTo>
                <a:cubicBezTo>
                  <a:pt x="741766" y="371330"/>
                  <a:pt x="734659" y="355340"/>
                  <a:pt x="728440" y="355340"/>
                </a:cubicBezTo>
                <a:cubicBezTo>
                  <a:pt x="722222" y="355340"/>
                  <a:pt x="715115" y="371330"/>
                  <a:pt x="710674" y="381990"/>
                </a:cubicBezTo>
                <a:cubicBezTo>
                  <a:pt x="706232" y="392650"/>
                  <a:pt x="706232" y="405975"/>
                  <a:pt x="701790" y="417524"/>
                </a:cubicBezTo>
                <a:cubicBezTo>
                  <a:pt x="697348" y="429072"/>
                  <a:pt x="692907" y="444174"/>
                  <a:pt x="684023" y="453057"/>
                </a:cubicBezTo>
                <a:cubicBezTo>
                  <a:pt x="675140" y="461941"/>
                  <a:pt x="660038" y="470824"/>
                  <a:pt x="648490" y="470824"/>
                </a:cubicBezTo>
                <a:cubicBezTo>
                  <a:pt x="636941" y="470824"/>
                  <a:pt x="623616" y="460164"/>
                  <a:pt x="612956" y="453057"/>
                </a:cubicBezTo>
                <a:cubicBezTo>
                  <a:pt x="602296" y="445951"/>
                  <a:pt x="592524" y="437067"/>
                  <a:pt x="586306" y="426407"/>
                </a:cubicBezTo>
                <a:cubicBezTo>
                  <a:pt x="580087" y="415747"/>
                  <a:pt x="577422" y="402422"/>
                  <a:pt x="577422" y="390873"/>
                </a:cubicBezTo>
                <a:cubicBezTo>
                  <a:pt x="577422" y="379325"/>
                  <a:pt x="580087" y="366888"/>
                  <a:pt x="586306" y="355340"/>
                </a:cubicBezTo>
                <a:cubicBezTo>
                  <a:pt x="592524" y="343791"/>
                  <a:pt x="602296" y="331354"/>
                  <a:pt x="612956" y="319806"/>
                </a:cubicBezTo>
                <a:cubicBezTo>
                  <a:pt x="623616" y="308258"/>
                  <a:pt x="636941" y="295821"/>
                  <a:pt x="648490" y="284272"/>
                </a:cubicBezTo>
                <a:cubicBezTo>
                  <a:pt x="630723" y="269171"/>
                  <a:pt x="611179" y="259399"/>
                  <a:pt x="595189" y="239855"/>
                </a:cubicBezTo>
                <a:cubicBezTo>
                  <a:pt x="579199" y="220312"/>
                  <a:pt x="563209" y="195438"/>
                  <a:pt x="550772" y="168788"/>
                </a:cubicBezTo>
                <a:cubicBezTo>
                  <a:pt x="538335" y="142138"/>
                  <a:pt x="528563" y="108381"/>
                  <a:pt x="519680" y="79954"/>
                </a:cubicBezTo>
                <a:cubicBezTo>
                  <a:pt x="510797" y="51527"/>
                  <a:pt x="504578" y="26653"/>
                  <a:pt x="497471" y="3"/>
                </a:cubicBezTo>
                <a:close/>
              </a:path>
            </a:pathLst>
          </a:custGeom>
          <a:solidFill>
            <a:srgbClr val="EABE95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2" name="자유형: 도형 71">
            <a:extLst>
              <a:ext uri="{FF2B5EF4-FFF2-40B4-BE49-F238E27FC236}">
                <a16:creationId xmlns:a16="http://schemas.microsoft.com/office/drawing/2014/main" id="{C8D7B002-5AAA-489C-BBE0-DC9356F57836}"/>
              </a:ext>
            </a:extLst>
          </p:cNvPr>
          <p:cNvSpPr/>
          <p:nvPr/>
        </p:nvSpPr>
        <p:spPr>
          <a:xfrm>
            <a:off x="3210467" y="2535327"/>
            <a:ext cx="28427" cy="46193"/>
          </a:xfrm>
          <a:custGeom>
            <a:avLst/>
            <a:gdLst>
              <a:gd name="connsiteX0" fmla="*/ 14214 w 28427"/>
              <a:gd name="connsiteY0" fmla="*/ 3 h 46193"/>
              <a:gd name="connsiteX1" fmla="*/ 28427 w 28427"/>
              <a:gd name="connsiteY1" fmla="*/ 23100 h 46193"/>
              <a:gd name="connsiteX2" fmla="*/ 14214 w 28427"/>
              <a:gd name="connsiteY2" fmla="*/ 46197 h 46193"/>
              <a:gd name="connsiteX3" fmla="*/ 0 w 28427"/>
              <a:gd name="connsiteY3" fmla="*/ 23100 h 4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427" h="46193">
                <a:moveTo>
                  <a:pt x="14214" y="3"/>
                </a:moveTo>
                <a:lnTo>
                  <a:pt x="28427" y="23100"/>
                </a:lnTo>
                <a:lnTo>
                  <a:pt x="14214" y="46197"/>
                </a:lnTo>
                <a:lnTo>
                  <a:pt x="0" y="23100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3" name="자유형: 도형 72">
            <a:extLst>
              <a:ext uri="{FF2B5EF4-FFF2-40B4-BE49-F238E27FC236}">
                <a16:creationId xmlns:a16="http://schemas.microsoft.com/office/drawing/2014/main" id="{9BA89C8C-51BA-4F84-89A9-30EDD82714C2}"/>
              </a:ext>
            </a:extLst>
          </p:cNvPr>
          <p:cNvSpPr/>
          <p:nvPr/>
        </p:nvSpPr>
        <p:spPr>
          <a:xfrm>
            <a:off x="3619105" y="2535327"/>
            <a:ext cx="28427" cy="46193"/>
          </a:xfrm>
          <a:custGeom>
            <a:avLst/>
            <a:gdLst>
              <a:gd name="connsiteX0" fmla="*/ 14214 w 28427"/>
              <a:gd name="connsiteY0" fmla="*/ 3 h 46193"/>
              <a:gd name="connsiteX1" fmla="*/ 28427 w 28427"/>
              <a:gd name="connsiteY1" fmla="*/ 23100 h 46193"/>
              <a:gd name="connsiteX2" fmla="*/ 14214 w 28427"/>
              <a:gd name="connsiteY2" fmla="*/ 46197 h 46193"/>
              <a:gd name="connsiteX3" fmla="*/ 0 w 28427"/>
              <a:gd name="connsiteY3" fmla="*/ 23100 h 4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427" h="46193">
                <a:moveTo>
                  <a:pt x="14214" y="3"/>
                </a:moveTo>
                <a:lnTo>
                  <a:pt x="28427" y="23100"/>
                </a:lnTo>
                <a:lnTo>
                  <a:pt x="14214" y="46197"/>
                </a:lnTo>
                <a:lnTo>
                  <a:pt x="0" y="23100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4" name="자유형: 도형 73">
            <a:extLst>
              <a:ext uri="{FF2B5EF4-FFF2-40B4-BE49-F238E27FC236}">
                <a16:creationId xmlns:a16="http://schemas.microsoft.com/office/drawing/2014/main" id="{EA3C7839-3A33-4FF1-9625-A5AC21EDCD69}"/>
              </a:ext>
            </a:extLst>
          </p:cNvPr>
          <p:cNvSpPr/>
          <p:nvPr/>
        </p:nvSpPr>
        <p:spPr>
          <a:xfrm>
            <a:off x="3404126" y="2256388"/>
            <a:ext cx="49746" cy="71067"/>
          </a:xfrm>
          <a:custGeom>
            <a:avLst/>
            <a:gdLst>
              <a:gd name="connsiteX0" fmla="*/ 24873 w 49746"/>
              <a:gd name="connsiteY0" fmla="*/ 3 h 71067"/>
              <a:gd name="connsiteX1" fmla="*/ 49747 w 49746"/>
              <a:gd name="connsiteY1" fmla="*/ 35537 h 71067"/>
              <a:gd name="connsiteX2" fmla="*/ 24873 w 49746"/>
              <a:gd name="connsiteY2" fmla="*/ 71070 h 71067"/>
              <a:gd name="connsiteX3" fmla="*/ 0 w 49746"/>
              <a:gd name="connsiteY3" fmla="*/ 35537 h 7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46" h="71067">
                <a:moveTo>
                  <a:pt x="24873" y="3"/>
                </a:moveTo>
                <a:lnTo>
                  <a:pt x="49747" y="35537"/>
                </a:lnTo>
                <a:lnTo>
                  <a:pt x="24873" y="71070"/>
                </a:lnTo>
                <a:lnTo>
                  <a:pt x="0" y="35537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id="{E20C36BC-0274-4836-BE4E-89614C6EBC32}"/>
              </a:ext>
            </a:extLst>
          </p:cNvPr>
          <p:cNvSpPr/>
          <p:nvPr/>
        </p:nvSpPr>
        <p:spPr>
          <a:xfrm>
            <a:off x="3409456" y="2474032"/>
            <a:ext cx="39087" cy="53300"/>
          </a:xfrm>
          <a:custGeom>
            <a:avLst/>
            <a:gdLst>
              <a:gd name="connsiteX0" fmla="*/ 19544 w 39087"/>
              <a:gd name="connsiteY0" fmla="*/ 3 h 53300"/>
              <a:gd name="connsiteX1" fmla="*/ 39087 w 39087"/>
              <a:gd name="connsiteY1" fmla="*/ 26653 h 53300"/>
              <a:gd name="connsiteX2" fmla="*/ 19544 w 39087"/>
              <a:gd name="connsiteY2" fmla="*/ 53304 h 53300"/>
              <a:gd name="connsiteX3" fmla="*/ 0 w 39087"/>
              <a:gd name="connsiteY3" fmla="*/ 26653 h 5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087" h="53300">
                <a:moveTo>
                  <a:pt x="19544" y="3"/>
                </a:moveTo>
                <a:lnTo>
                  <a:pt x="39087" y="26653"/>
                </a:lnTo>
                <a:lnTo>
                  <a:pt x="19544" y="53304"/>
                </a:lnTo>
                <a:lnTo>
                  <a:pt x="0" y="26653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7" name="자유형: 도형 76">
            <a:extLst>
              <a:ext uri="{FF2B5EF4-FFF2-40B4-BE49-F238E27FC236}">
                <a16:creationId xmlns:a16="http://schemas.microsoft.com/office/drawing/2014/main" id="{815E4C07-53B6-450E-9D78-EC2C91D5F854}"/>
              </a:ext>
            </a:extLst>
          </p:cNvPr>
          <p:cNvSpPr/>
          <p:nvPr/>
        </p:nvSpPr>
        <p:spPr>
          <a:xfrm>
            <a:off x="1900940" y="2215077"/>
            <a:ext cx="1456991" cy="1365009"/>
          </a:xfrm>
          <a:custGeom>
            <a:avLst/>
            <a:gdLst>
              <a:gd name="connsiteX0" fmla="*/ 106712 w 1456991"/>
              <a:gd name="connsiteY0" fmla="*/ 5778 h 1365009"/>
              <a:gd name="connsiteX1" fmla="*/ 284380 w 1456991"/>
              <a:gd name="connsiteY1" fmla="*/ 5778 h 1365009"/>
              <a:gd name="connsiteX2" fmla="*/ 533116 w 1456991"/>
              <a:gd name="connsiteY2" fmla="*/ 76845 h 1365009"/>
              <a:gd name="connsiteX3" fmla="*/ 781852 w 1456991"/>
              <a:gd name="connsiteY3" fmla="*/ 236747 h 1365009"/>
              <a:gd name="connsiteX4" fmla="*/ 995054 w 1456991"/>
              <a:gd name="connsiteY4" fmla="*/ 449949 h 1365009"/>
              <a:gd name="connsiteX5" fmla="*/ 1172722 w 1456991"/>
              <a:gd name="connsiteY5" fmla="*/ 689801 h 1365009"/>
              <a:gd name="connsiteX6" fmla="*/ 1305974 w 1456991"/>
              <a:gd name="connsiteY6" fmla="*/ 929653 h 1365009"/>
              <a:gd name="connsiteX7" fmla="*/ 1394808 w 1456991"/>
              <a:gd name="connsiteY7" fmla="*/ 1125089 h 1365009"/>
              <a:gd name="connsiteX8" fmla="*/ 1456992 w 1456991"/>
              <a:gd name="connsiteY8" fmla="*/ 1249457 h 1365009"/>
              <a:gd name="connsiteX9" fmla="*/ 1314857 w 1456991"/>
              <a:gd name="connsiteY9" fmla="*/ 1271665 h 1365009"/>
              <a:gd name="connsiteX10" fmla="*/ 1208256 w 1456991"/>
              <a:gd name="connsiteY10" fmla="*/ 1293874 h 1365009"/>
              <a:gd name="connsiteX11" fmla="*/ 1101655 w 1456991"/>
              <a:gd name="connsiteY11" fmla="*/ 1324966 h 1365009"/>
              <a:gd name="connsiteX12" fmla="*/ 995054 w 1456991"/>
              <a:gd name="connsiteY12" fmla="*/ 1351616 h 1365009"/>
              <a:gd name="connsiteX13" fmla="*/ 870686 w 1456991"/>
              <a:gd name="connsiteY13" fmla="*/ 1364941 h 1365009"/>
              <a:gd name="connsiteX14" fmla="*/ 728551 w 1456991"/>
              <a:gd name="connsiteY14" fmla="*/ 1347174 h 1365009"/>
              <a:gd name="connsiteX15" fmla="*/ 586417 w 1456991"/>
              <a:gd name="connsiteY15" fmla="*/ 1293874 h 1365009"/>
              <a:gd name="connsiteX16" fmla="*/ 462049 w 1456991"/>
              <a:gd name="connsiteY16" fmla="*/ 1196156 h 1365009"/>
              <a:gd name="connsiteX17" fmla="*/ 373215 w 1456991"/>
              <a:gd name="connsiteY17" fmla="*/ 1089555 h 1365009"/>
              <a:gd name="connsiteX18" fmla="*/ 302147 w 1456991"/>
              <a:gd name="connsiteY18" fmla="*/ 965187 h 1365009"/>
              <a:gd name="connsiteX19" fmla="*/ 222197 w 1456991"/>
              <a:gd name="connsiteY19" fmla="*/ 823052 h 1365009"/>
              <a:gd name="connsiteX20" fmla="*/ 142246 w 1456991"/>
              <a:gd name="connsiteY20" fmla="*/ 663151 h 1365009"/>
              <a:gd name="connsiteX21" fmla="*/ 62295 w 1456991"/>
              <a:gd name="connsiteY21" fmla="*/ 467716 h 1365009"/>
              <a:gd name="connsiteX22" fmla="*/ 8994 w 1456991"/>
              <a:gd name="connsiteY22" fmla="*/ 272280 h 1365009"/>
              <a:gd name="connsiteX23" fmla="*/ 111 w 1456991"/>
              <a:gd name="connsiteY23" fmla="*/ 139029 h 1365009"/>
              <a:gd name="connsiteX24" fmla="*/ 8994 w 1456991"/>
              <a:gd name="connsiteY24" fmla="*/ 67962 h 1365009"/>
              <a:gd name="connsiteX25" fmla="*/ 44528 w 1456991"/>
              <a:gd name="connsiteY25" fmla="*/ 23545 h 1365009"/>
              <a:gd name="connsiteX26" fmla="*/ 106712 w 1456991"/>
              <a:gd name="connsiteY26" fmla="*/ 5778 h 1365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456991" h="1365009">
                <a:moveTo>
                  <a:pt x="106712" y="5778"/>
                </a:moveTo>
                <a:cubicBezTo>
                  <a:pt x="146687" y="3113"/>
                  <a:pt x="213313" y="-5771"/>
                  <a:pt x="284380" y="5778"/>
                </a:cubicBezTo>
                <a:cubicBezTo>
                  <a:pt x="355448" y="17326"/>
                  <a:pt x="450500" y="38646"/>
                  <a:pt x="533116" y="76845"/>
                </a:cubicBezTo>
                <a:cubicBezTo>
                  <a:pt x="615732" y="115044"/>
                  <a:pt x="704566" y="174563"/>
                  <a:pt x="781852" y="236747"/>
                </a:cubicBezTo>
                <a:cubicBezTo>
                  <a:pt x="859138" y="298931"/>
                  <a:pt x="930205" y="374440"/>
                  <a:pt x="995054" y="449949"/>
                </a:cubicBezTo>
                <a:cubicBezTo>
                  <a:pt x="1059903" y="525458"/>
                  <a:pt x="1121199" y="609850"/>
                  <a:pt x="1172722" y="689801"/>
                </a:cubicBezTo>
                <a:cubicBezTo>
                  <a:pt x="1224246" y="769752"/>
                  <a:pt x="1268663" y="856809"/>
                  <a:pt x="1305974" y="929653"/>
                </a:cubicBezTo>
                <a:cubicBezTo>
                  <a:pt x="1343284" y="1002498"/>
                  <a:pt x="1369934" y="1071788"/>
                  <a:pt x="1394808" y="1125089"/>
                </a:cubicBezTo>
                <a:cubicBezTo>
                  <a:pt x="1419682" y="1178389"/>
                  <a:pt x="1436560" y="1207704"/>
                  <a:pt x="1456992" y="1249457"/>
                </a:cubicBezTo>
                <a:cubicBezTo>
                  <a:pt x="1409910" y="1256563"/>
                  <a:pt x="1356609" y="1264559"/>
                  <a:pt x="1314857" y="1271665"/>
                </a:cubicBezTo>
                <a:cubicBezTo>
                  <a:pt x="1273105" y="1278772"/>
                  <a:pt x="1243790" y="1284990"/>
                  <a:pt x="1208256" y="1293874"/>
                </a:cubicBezTo>
                <a:cubicBezTo>
                  <a:pt x="1172722" y="1302757"/>
                  <a:pt x="1137189" y="1315194"/>
                  <a:pt x="1101655" y="1324966"/>
                </a:cubicBezTo>
                <a:cubicBezTo>
                  <a:pt x="1066121" y="1334737"/>
                  <a:pt x="1033253" y="1345397"/>
                  <a:pt x="995054" y="1351616"/>
                </a:cubicBezTo>
                <a:cubicBezTo>
                  <a:pt x="956855" y="1357834"/>
                  <a:pt x="915103" y="1365829"/>
                  <a:pt x="870686" y="1364941"/>
                </a:cubicBezTo>
                <a:cubicBezTo>
                  <a:pt x="826269" y="1364053"/>
                  <a:pt x="775634" y="1358723"/>
                  <a:pt x="728551" y="1347174"/>
                </a:cubicBezTo>
                <a:cubicBezTo>
                  <a:pt x="681469" y="1335626"/>
                  <a:pt x="630834" y="1318747"/>
                  <a:pt x="586417" y="1293874"/>
                </a:cubicBezTo>
                <a:cubicBezTo>
                  <a:pt x="542000" y="1269000"/>
                  <a:pt x="497583" y="1229913"/>
                  <a:pt x="462049" y="1196156"/>
                </a:cubicBezTo>
                <a:cubicBezTo>
                  <a:pt x="426515" y="1162399"/>
                  <a:pt x="399865" y="1127754"/>
                  <a:pt x="373215" y="1089555"/>
                </a:cubicBezTo>
                <a:cubicBezTo>
                  <a:pt x="346564" y="1051356"/>
                  <a:pt x="327021" y="1009604"/>
                  <a:pt x="302147" y="965187"/>
                </a:cubicBezTo>
                <a:cubicBezTo>
                  <a:pt x="277274" y="920770"/>
                  <a:pt x="248847" y="873688"/>
                  <a:pt x="222197" y="823052"/>
                </a:cubicBezTo>
                <a:cubicBezTo>
                  <a:pt x="195546" y="772417"/>
                  <a:pt x="168896" y="722670"/>
                  <a:pt x="142246" y="663151"/>
                </a:cubicBezTo>
                <a:cubicBezTo>
                  <a:pt x="115595" y="603632"/>
                  <a:pt x="84504" y="532564"/>
                  <a:pt x="62295" y="467716"/>
                </a:cubicBezTo>
                <a:cubicBezTo>
                  <a:pt x="40086" y="402867"/>
                  <a:pt x="19655" y="327358"/>
                  <a:pt x="8994" y="272280"/>
                </a:cubicBezTo>
                <a:cubicBezTo>
                  <a:pt x="-1666" y="217203"/>
                  <a:pt x="111" y="172786"/>
                  <a:pt x="111" y="139029"/>
                </a:cubicBezTo>
                <a:cubicBezTo>
                  <a:pt x="111" y="105272"/>
                  <a:pt x="1888" y="87505"/>
                  <a:pt x="8994" y="67962"/>
                </a:cubicBezTo>
                <a:cubicBezTo>
                  <a:pt x="16101" y="48418"/>
                  <a:pt x="28538" y="34205"/>
                  <a:pt x="44528" y="23545"/>
                </a:cubicBezTo>
                <a:cubicBezTo>
                  <a:pt x="60518" y="12885"/>
                  <a:pt x="66737" y="8443"/>
                  <a:pt x="106712" y="5778"/>
                </a:cubicBezTo>
                <a:close/>
              </a:path>
            </a:pathLst>
          </a:custGeom>
          <a:noFill/>
          <a:ln w="44328" cap="flat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8" name="자유형: 도형 77">
            <a:extLst>
              <a:ext uri="{FF2B5EF4-FFF2-40B4-BE49-F238E27FC236}">
                <a16:creationId xmlns:a16="http://schemas.microsoft.com/office/drawing/2014/main" id="{A62C55E9-1BD2-49F9-A9C6-8886E7F2CD49}"/>
              </a:ext>
            </a:extLst>
          </p:cNvPr>
          <p:cNvSpPr/>
          <p:nvPr/>
        </p:nvSpPr>
        <p:spPr>
          <a:xfrm>
            <a:off x="2469195" y="3486742"/>
            <a:ext cx="835436" cy="876759"/>
          </a:xfrm>
          <a:custGeom>
            <a:avLst/>
            <a:gdLst>
              <a:gd name="connsiteX0" fmla="*/ 426799 w 835436"/>
              <a:gd name="connsiteY0" fmla="*/ 79951 h 876759"/>
              <a:gd name="connsiteX1" fmla="*/ 533400 w 835436"/>
              <a:gd name="connsiteY1" fmla="*/ 53301 h 876759"/>
              <a:gd name="connsiteX2" fmla="*/ 640001 w 835436"/>
              <a:gd name="connsiteY2" fmla="*/ 22209 h 876759"/>
              <a:gd name="connsiteX3" fmla="*/ 746602 w 835436"/>
              <a:gd name="connsiteY3" fmla="*/ 0 h 876759"/>
              <a:gd name="connsiteX4" fmla="*/ 835436 w 835436"/>
              <a:gd name="connsiteY4" fmla="*/ 22209 h 876759"/>
              <a:gd name="connsiteX5" fmla="*/ 817669 w 835436"/>
              <a:gd name="connsiteY5" fmla="*/ 137693 h 876759"/>
              <a:gd name="connsiteX6" fmla="*/ 782136 w 835436"/>
              <a:gd name="connsiteY6" fmla="*/ 279828 h 876759"/>
              <a:gd name="connsiteX7" fmla="*/ 711068 w 835436"/>
              <a:gd name="connsiteY7" fmla="*/ 439729 h 876759"/>
              <a:gd name="connsiteX8" fmla="*/ 613351 w 835436"/>
              <a:gd name="connsiteY8" fmla="*/ 599631 h 876759"/>
              <a:gd name="connsiteX9" fmla="*/ 488983 w 835436"/>
              <a:gd name="connsiteY9" fmla="*/ 732882 h 876759"/>
              <a:gd name="connsiteX10" fmla="*/ 346848 w 835436"/>
              <a:gd name="connsiteY10" fmla="*/ 821716 h 876759"/>
              <a:gd name="connsiteX11" fmla="*/ 213597 w 835436"/>
              <a:gd name="connsiteY11" fmla="*/ 866133 h 876759"/>
              <a:gd name="connsiteX12" fmla="*/ 124763 w 835436"/>
              <a:gd name="connsiteY12" fmla="*/ 875017 h 876759"/>
              <a:gd name="connsiteX13" fmla="*/ 71462 w 835436"/>
              <a:gd name="connsiteY13" fmla="*/ 839483 h 876759"/>
              <a:gd name="connsiteX14" fmla="*/ 35928 w 835436"/>
              <a:gd name="connsiteY14" fmla="*/ 768416 h 876759"/>
              <a:gd name="connsiteX15" fmla="*/ 9278 w 835436"/>
              <a:gd name="connsiteY15" fmla="*/ 661815 h 876759"/>
              <a:gd name="connsiteX16" fmla="*/ 395 w 835436"/>
              <a:gd name="connsiteY16" fmla="*/ 546330 h 876759"/>
              <a:gd name="connsiteX17" fmla="*/ 18162 w 835436"/>
              <a:gd name="connsiteY17" fmla="*/ 413079 h 876759"/>
              <a:gd name="connsiteX18" fmla="*/ 71462 w 835436"/>
              <a:gd name="connsiteY18" fmla="*/ 297595 h 876759"/>
              <a:gd name="connsiteX19" fmla="*/ 151413 w 835436"/>
              <a:gd name="connsiteY19" fmla="*/ 208760 h 876759"/>
              <a:gd name="connsiteX20" fmla="*/ 249131 w 835436"/>
              <a:gd name="connsiteY20" fmla="*/ 155460 h 876759"/>
              <a:gd name="connsiteX21" fmla="*/ 355732 w 835436"/>
              <a:gd name="connsiteY21" fmla="*/ 111043 h 876759"/>
              <a:gd name="connsiteX22" fmla="*/ 426799 w 835436"/>
              <a:gd name="connsiteY22" fmla="*/ 79951 h 87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35436" h="876759">
                <a:moveTo>
                  <a:pt x="426799" y="79951"/>
                </a:moveTo>
                <a:cubicBezTo>
                  <a:pt x="456114" y="70179"/>
                  <a:pt x="497866" y="63072"/>
                  <a:pt x="533400" y="53301"/>
                </a:cubicBezTo>
                <a:cubicBezTo>
                  <a:pt x="568934" y="43529"/>
                  <a:pt x="604467" y="31092"/>
                  <a:pt x="640001" y="22209"/>
                </a:cubicBezTo>
                <a:cubicBezTo>
                  <a:pt x="675535" y="13325"/>
                  <a:pt x="713733" y="0"/>
                  <a:pt x="746602" y="0"/>
                </a:cubicBezTo>
                <a:cubicBezTo>
                  <a:pt x="779471" y="0"/>
                  <a:pt x="806121" y="15102"/>
                  <a:pt x="835436" y="22209"/>
                </a:cubicBezTo>
                <a:cubicBezTo>
                  <a:pt x="829218" y="60407"/>
                  <a:pt x="826553" y="95053"/>
                  <a:pt x="817669" y="137693"/>
                </a:cubicBezTo>
                <a:cubicBezTo>
                  <a:pt x="808786" y="180333"/>
                  <a:pt x="799903" y="229192"/>
                  <a:pt x="782136" y="279828"/>
                </a:cubicBezTo>
                <a:cubicBezTo>
                  <a:pt x="764369" y="330463"/>
                  <a:pt x="739495" y="386429"/>
                  <a:pt x="711068" y="439729"/>
                </a:cubicBezTo>
                <a:cubicBezTo>
                  <a:pt x="682641" y="493030"/>
                  <a:pt x="650661" y="550772"/>
                  <a:pt x="613351" y="599631"/>
                </a:cubicBezTo>
                <a:cubicBezTo>
                  <a:pt x="576040" y="648490"/>
                  <a:pt x="533400" y="695572"/>
                  <a:pt x="488983" y="732882"/>
                </a:cubicBezTo>
                <a:cubicBezTo>
                  <a:pt x="444566" y="770193"/>
                  <a:pt x="393042" y="799508"/>
                  <a:pt x="346848" y="821716"/>
                </a:cubicBezTo>
                <a:cubicBezTo>
                  <a:pt x="300654" y="843925"/>
                  <a:pt x="250907" y="857250"/>
                  <a:pt x="213597" y="866133"/>
                </a:cubicBezTo>
                <a:cubicBezTo>
                  <a:pt x="176286" y="875017"/>
                  <a:pt x="148748" y="879459"/>
                  <a:pt x="124763" y="875017"/>
                </a:cubicBezTo>
                <a:cubicBezTo>
                  <a:pt x="100777" y="870575"/>
                  <a:pt x="86564" y="857250"/>
                  <a:pt x="71462" y="839483"/>
                </a:cubicBezTo>
                <a:cubicBezTo>
                  <a:pt x="56360" y="821716"/>
                  <a:pt x="46589" y="797731"/>
                  <a:pt x="35928" y="768416"/>
                </a:cubicBezTo>
                <a:cubicBezTo>
                  <a:pt x="25268" y="739101"/>
                  <a:pt x="15497" y="699125"/>
                  <a:pt x="9278" y="661815"/>
                </a:cubicBezTo>
                <a:cubicBezTo>
                  <a:pt x="3060" y="624504"/>
                  <a:pt x="-1382" y="588083"/>
                  <a:pt x="395" y="546330"/>
                </a:cubicBezTo>
                <a:cubicBezTo>
                  <a:pt x="2171" y="504578"/>
                  <a:pt x="6613" y="454831"/>
                  <a:pt x="18162" y="413079"/>
                </a:cubicBezTo>
                <a:cubicBezTo>
                  <a:pt x="29710" y="371327"/>
                  <a:pt x="49254" y="331351"/>
                  <a:pt x="71462" y="297595"/>
                </a:cubicBezTo>
                <a:cubicBezTo>
                  <a:pt x="93671" y="263838"/>
                  <a:pt x="122098" y="232746"/>
                  <a:pt x="151413" y="208760"/>
                </a:cubicBezTo>
                <a:cubicBezTo>
                  <a:pt x="180728" y="184775"/>
                  <a:pt x="215373" y="171450"/>
                  <a:pt x="249131" y="155460"/>
                </a:cubicBezTo>
                <a:cubicBezTo>
                  <a:pt x="282888" y="139470"/>
                  <a:pt x="326416" y="123479"/>
                  <a:pt x="355732" y="111043"/>
                </a:cubicBezTo>
                <a:cubicBezTo>
                  <a:pt x="385047" y="98606"/>
                  <a:pt x="397484" y="89723"/>
                  <a:pt x="426799" y="79951"/>
                </a:cubicBezTo>
                <a:close/>
              </a:path>
            </a:pathLst>
          </a:custGeom>
          <a:noFill/>
          <a:ln w="44328" cap="flat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79" name="그래픽 54">
            <a:extLst>
              <a:ext uri="{FF2B5EF4-FFF2-40B4-BE49-F238E27FC236}">
                <a16:creationId xmlns:a16="http://schemas.microsoft.com/office/drawing/2014/main" id="{5B466203-EF03-4C97-B2B4-B5420A819E7D}"/>
              </a:ext>
            </a:extLst>
          </p:cNvPr>
          <p:cNvGrpSpPr/>
          <p:nvPr/>
        </p:nvGrpSpPr>
        <p:grpSpPr>
          <a:xfrm>
            <a:off x="1980654" y="2294587"/>
            <a:ext cx="1277032" cy="1985689"/>
            <a:chOff x="1980654" y="2294587"/>
            <a:chExt cx="1277032" cy="1985689"/>
          </a:xfrm>
          <a:solidFill>
            <a:srgbClr val="E37B9D"/>
          </a:solidFill>
        </p:grpSpPr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44729C0B-8140-40C8-80C2-C23B86640859}"/>
                </a:ext>
              </a:extLst>
            </p:cNvPr>
            <p:cNvSpPr/>
            <p:nvPr/>
          </p:nvSpPr>
          <p:spPr>
            <a:xfrm>
              <a:off x="1980654" y="2294587"/>
              <a:ext cx="1277032" cy="1205175"/>
            </a:xfrm>
            <a:custGeom>
              <a:avLst/>
              <a:gdLst>
                <a:gd name="connsiteX0" fmla="*/ 1256464 w 1277032"/>
                <a:gd name="connsiteY0" fmla="*/ 1107763 h 1205175"/>
                <a:gd name="connsiteX1" fmla="*/ 1193392 w 1277032"/>
                <a:gd name="connsiteY1" fmla="*/ 1118423 h 1205175"/>
                <a:gd name="connsiteX2" fmla="*/ 1131208 w 1277032"/>
                <a:gd name="connsiteY2" fmla="*/ 1131748 h 1205175"/>
                <a:gd name="connsiteX3" fmla="*/ 1069912 w 1277032"/>
                <a:gd name="connsiteY3" fmla="*/ 1147738 h 1205175"/>
                <a:gd name="connsiteX4" fmla="*/ 1009505 w 1277032"/>
                <a:gd name="connsiteY4" fmla="*/ 1166393 h 1205175"/>
                <a:gd name="connsiteX5" fmla="*/ 948209 w 1277032"/>
                <a:gd name="connsiteY5" fmla="*/ 1183272 h 1205175"/>
                <a:gd name="connsiteX6" fmla="*/ 886025 w 1277032"/>
                <a:gd name="connsiteY6" fmla="*/ 1195708 h 1205175"/>
                <a:gd name="connsiteX7" fmla="*/ 823841 w 1277032"/>
                <a:gd name="connsiteY7" fmla="*/ 1204592 h 1205175"/>
                <a:gd name="connsiteX8" fmla="*/ 759881 w 1277032"/>
                <a:gd name="connsiteY8" fmla="*/ 1203703 h 1205175"/>
                <a:gd name="connsiteX9" fmla="*/ 697697 w 1277032"/>
                <a:gd name="connsiteY9" fmla="*/ 1196597 h 1205175"/>
                <a:gd name="connsiteX10" fmla="*/ 635513 w 1277032"/>
                <a:gd name="connsiteY10" fmla="*/ 1181495 h 1205175"/>
                <a:gd name="connsiteX11" fmla="*/ 575994 w 1277032"/>
                <a:gd name="connsiteY11" fmla="*/ 1160175 h 1205175"/>
                <a:gd name="connsiteX12" fmla="*/ 520917 w 1277032"/>
                <a:gd name="connsiteY12" fmla="*/ 1129083 h 1205175"/>
                <a:gd name="connsiteX13" fmla="*/ 471170 w 1277032"/>
                <a:gd name="connsiteY13" fmla="*/ 1089996 h 1205175"/>
                <a:gd name="connsiteX14" fmla="*/ 424976 w 1277032"/>
                <a:gd name="connsiteY14" fmla="*/ 1046467 h 1205175"/>
                <a:gd name="connsiteX15" fmla="*/ 384112 w 1277032"/>
                <a:gd name="connsiteY15" fmla="*/ 998497 h 1205175"/>
                <a:gd name="connsiteX16" fmla="*/ 347690 w 1277032"/>
                <a:gd name="connsiteY16" fmla="*/ 946973 h 1205175"/>
                <a:gd name="connsiteX17" fmla="*/ 316598 w 1277032"/>
                <a:gd name="connsiteY17" fmla="*/ 891007 h 1205175"/>
                <a:gd name="connsiteX18" fmla="*/ 286395 w 1277032"/>
                <a:gd name="connsiteY18" fmla="*/ 835930 h 1205175"/>
                <a:gd name="connsiteX19" fmla="*/ 254414 w 1277032"/>
                <a:gd name="connsiteY19" fmla="*/ 780853 h 1205175"/>
                <a:gd name="connsiteX20" fmla="*/ 223322 w 1277032"/>
                <a:gd name="connsiteY20" fmla="*/ 725776 h 1205175"/>
                <a:gd name="connsiteX21" fmla="*/ 194007 w 1277032"/>
                <a:gd name="connsiteY21" fmla="*/ 669810 h 1205175"/>
                <a:gd name="connsiteX22" fmla="*/ 164692 w 1277032"/>
                <a:gd name="connsiteY22" fmla="*/ 612956 h 1205175"/>
                <a:gd name="connsiteX23" fmla="*/ 138042 w 1277032"/>
                <a:gd name="connsiteY23" fmla="*/ 556102 h 1205175"/>
                <a:gd name="connsiteX24" fmla="*/ 112280 w 1277032"/>
                <a:gd name="connsiteY24" fmla="*/ 498360 h 1205175"/>
                <a:gd name="connsiteX25" fmla="*/ 87406 w 1277032"/>
                <a:gd name="connsiteY25" fmla="*/ 439729 h 1205175"/>
                <a:gd name="connsiteX26" fmla="*/ 64309 w 1277032"/>
                <a:gd name="connsiteY26" fmla="*/ 381099 h 1205175"/>
                <a:gd name="connsiteX27" fmla="*/ 44766 w 1277032"/>
                <a:gd name="connsiteY27" fmla="*/ 320692 h 1205175"/>
                <a:gd name="connsiteX28" fmla="*/ 26999 w 1277032"/>
                <a:gd name="connsiteY28" fmla="*/ 260284 h 1205175"/>
                <a:gd name="connsiteX29" fmla="*/ 11897 w 1277032"/>
                <a:gd name="connsiteY29" fmla="*/ 198100 h 1205175"/>
                <a:gd name="connsiteX30" fmla="*/ 2125 w 1277032"/>
                <a:gd name="connsiteY30" fmla="*/ 135916 h 1205175"/>
                <a:gd name="connsiteX31" fmla="*/ 348 w 1277032"/>
                <a:gd name="connsiteY31" fmla="*/ 72844 h 1205175"/>
                <a:gd name="connsiteX32" fmla="*/ 8344 w 1277032"/>
                <a:gd name="connsiteY32" fmla="*/ 11549 h 1205175"/>
                <a:gd name="connsiteX33" fmla="*/ 64309 w 1277032"/>
                <a:gd name="connsiteY33" fmla="*/ 3554 h 1205175"/>
                <a:gd name="connsiteX34" fmla="*/ 127381 w 1277032"/>
                <a:gd name="connsiteY34" fmla="*/ 0 h 1205175"/>
                <a:gd name="connsiteX35" fmla="*/ 190454 w 1277032"/>
                <a:gd name="connsiteY35" fmla="*/ 5330 h 1205175"/>
                <a:gd name="connsiteX36" fmla="*/ 252638 w 1277032"/>
                <a:gd name="connsiteY36" fmla="*/ 16879 h 1205175"/>
                <a:gd name="connsiteX37" fmla="*/ 314821 w 1277032"/>
                <a:gd name="connsiteY37" fmla="*/ 31980 h 1205175"/>
                <a:gd name="connsiteX38" fmla="*/ 374341 w 1277032"/>
                <a:gd name="connsiteY38" fmla="*/ 51524 h 1205175"/>
                <a:gd name="connsiteX39" fmla="*/ 432971 w 1277032"/>
                <a:gd name="connsiteY39" fmla="*/ 76397 h 1205175"/>
                <a:gd name="connsiteX40" fmla="*/ 488937 w 1277032"/>
                <a:gd name="connsiteY40" fmla="*/ 105713 h 1205175"/>
                <a:gd name="connsiteX41" fmla="*/ 542237 w 1277032"/>
                <a:gd name="connsiteY41" fmla="*/ 139470 h 1205175"/>
                <a:gd name="connsiteX42" fmla="*/ 594649 w 1277032"/>
                <a:gd name="connsiteY42" fmla="*/ 175892 h 1205175"/>
                <a:gd name="connsiteX43" fmla="*/ 645285 w 1277032"/>
                <a:gd name="connsiteY43" fmla="*/ 214090 h 1205175"/>
                <a:gd name="connsiteX44" fmla="*/ 693255 w 1277032"/>
                <a:gd name="connsiteY44" fmla="*/ 254954 h 1205175"/>
                <a:gd name="connsiteX45" fmla="*/ 739449 w 1277032"/>
                <a:gd name="connsiteY45" fmla="*/ 298483 h 1205175"/>
                <a:gd name="connsiteX46" fmla="*/ 783866 w 1277032"/>
                <a:gd name="connsiteY46" fmla="*/ 343788 h 1205175"/>
                <a:gd name="connsiteX47" fmla="*/ 826507 w 1277032"/>
                <a:gd name="connsiteY47" fmla="*/ 389982 h 1205175"/>
                <a:gd name="connsiteX48" fmla="*/ 868259 w 1277032"/>
                <a:gd name="connsiteY48" fmla="*/ 437953 h 1205175"/>
                <a:gd name="connsiteX49" fmla="*/ 908234 w 1277032"/>
                <a:gd name="connsiteY49" fmla="*/ 487700 h 1205175"/>
                <a:gd name="connsiteX50" fmla="*/ 946433 w 1277032"/>
                <a:gd name="connsiteY50" fmla="*/ 538335 h 1205175"/>
                <a:gd name="connsiteX51" fmla="*/ 982855 w 1277032"/>
                <a:gd name="connsiteY51" fmla="*/ 589859 h 1205175"/>
                <a:gd name="connsiteX52" fmla="*/ 1018388 w 1277032"/>
                <a:gd name="connsiteY52" fmla="*/ 642271 h 1205175"/>
                <a:gd name="connsiteX53" fmla="*/ 1052145 w 1277032"/>
                <a:gd name="connsiteY53" fmla="*/ 695572 h 1205175"/>
                <a:gd name="connsiteX54" fmla="*/ 1083237 w 1277032"/>
                <a:gd name="connsiteY54" fmla="*/ 750649 h 1205175"/>
                <a:gd name="connsiteX55" fmla="*/ 1113441 w 1277032"/>
                <a:gd name="connsiteY55" fmla="*/ 806615 h 1205175"/>
                <a:gd name="connsiteX56" fmla="*/ 1142756 w 1277032"/>
                <a:gd name="connsiteY56" fmla="*/ 862580 h 1205175"/>
                <a:gd name="connsiteX57" fmla="*/ 1171183 w 1277032"/>
                <a:gd name="connsiteY57" fmla="*/ 919434 h 1205175"/>
                <a:gd name="connsiteX58" fmla="*/ 1196945 w 1277032"/>
                <a:gd name="connsiteY58" fmla="*/ 977176 h 1205175"/>
                <a:gd name="connsiteX59" fmla="*/ 1222707 w 1277032"/>
                <a:gd name="connsiteY59" fmla="*/ 1034918 h 1205175"/>
                <a:gd name="connsiteX60" fmla="*/ 1249357 w 1277032"/>
                <a:gd name="connsiteY60" fmla="*/ 1092661 h 1205175"/>
                <a:gd name="connsiteX61" fmla="*/ 1276896 w 1277032"/>
                <a:gd name="connsiteY61" fmla="*/ 1149515 h 1205175"/>
                <a:gd name="connsiteX62" fmla="*/ 1256464 w 1277032"/>
                <a:gd name="connsiteY62" fmla="*/ 1107763 h 120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77032" h="1205175">
                  <a:moveTo>
                    <a:pt x="1256464" y="1107763"/>
                  </a:moveTo>
                  <a:cubicBezTo>
                    <a:pt x="1235144" y="1111316"/>
                    <a:pt x="1213824" y="1114869"/>
                    <a:pt x="1193392" y="1118423"/>
                  </a:cubicBezTo>
                  <a:cubicBezTo>
                    <a:pt x="1172072" y="1122865"/>
                    <a:pt x="1151640" y="1126418"/>
                    <a:pt x="1131208" y="1131748"/>
                  </a:cubicBezTo>
                  <a:cubicBezTo>
                    <a:pt x="1110776" y="1136190"/>
                    <a:pt x="1090344" y="1141519"/>
                    <a:pt x="1069912" y="1147738"/>
                  </a:cubicBezTo>
                  <a:cubicBezTo>
                    <a:pt x="1049480" y="1153068"/>
                    <a:pt x="1029937" y="1160175"/>
                    <a:pt x="1009505" y="1166393"/>
                  </a:cubicBezTo>
                  <a:cubicBezTo>
                    <a:pt x="989073" y="1171723"/>
                    <a:pt x="968641" y="1177942"/>
                    <a:pt x="948209" y="1183272"/>
                  </a:cubicBezTo>
                  <a:cubicBezTo>
                    <a:pt x="927777" y="1187713"/>
                    <a:pt x="907346" y="1192155"/>
                    <a:pt x="886025" y="1195708"/>
                  </a:cubicBezTo>
                  <a:cubicBezTo>
                    <a:pt x="865594" y="1199262"/>
                    <a:pt x="844273" y="1202815"/>
                    <a:pt x="823841" y="1204592"/>
                  </a:cubicBezTo>
                  <a:cubicBezTo>
                    <a:pt x="802521" y="1205480"/>
                    <a:pt x="781201" y="1205480"/>
                    <a:pt x="759881" y="1203703"/>
                  </a:cubicBezTo>
                  <a:cubicBezTo>
                    <a:pt x="739449" y="1202815"/>
                    <a:pt x="718129" y="1200150"/>
                    <a:pt x="697697" y="1196597"/>
                  </a:cubicBezTo>
                  <a:cubicBezTo>
                    <a:pt x="676377" y="1192155"/>
                    <a:pt x="655945" y="1187713"/>
                    <a:pt x="635513" y="1181495"/>
                  </a:cubicBezTo>
                  <a:cubicBezTo>
                    <a:pt x="615970" y="1175277"/>
                    <a:pt x="595538" y="1168170"/>
                    <a:pt x="575994" y="1160175"/>
                  </a:cubicBezTo>
                  <a:cubicBezTo>
                    <a:pt x="557339" y="1151291"/>
                    <a:pt x="538684" y="1140631"/>
                    <a:pt x="520917" y="1129083"/>
                  </a:cubicBezTo>
                  <a:cubicBezTo>
                    <a:pt x="504038" y="1117534"/>
                    <a:pt x="487160" y="1103321"/>
                    <a:pt x="471170" y="1089996"/>
                  </a:cubicBezTo>
                  <a:cubicBezTo>
                    <a:pt x="455180" y="1075782"/>
                    <a:pt x="440078" y="1061569"/>
                    <a:pt x="424976" y="1046467"/>
                  </a:cubicBezTo>
                  <a:cubicBezTo>
                    <a:pt x="410762" y="1031365"/>
                    <a:pt x="396549" y="1015375"/>
                    <a:pt x="384112" y="998497"/>
                  </a:cubicBezTo>
                  <a:cubicBezTo>
                    <a:pt x="370787" y="981618"/>
                    <a:pt x="359239" y="964739"/>
                    <a:pt x="347690" y="946973"/>
                  </a:cubicBezTo>
                  <a:cubicBezTo>
                    <a:pt x="336142" y="929206"/>
                    <a:pt x="327258" y="909662"/>
                    <a:pt x="316598" y="891007"/>
                  </a:cubicBezTo>
                  <a:cubicBezTo>
                    <a:pt x="306826" y="873240"/>
                    <a:pt x="296166" y="854585"/>
                    <a:pt x="286395" y="835930"/>
                  </a:cubicBezTo>
                  <a:cubicBezTo>
                    <a:pt x="275735" y="817275"/>
                    <a:pt x="265074" y="799508"/>
                    <a:pt x="254414" y="780853"/>
                  </a:cubicBezTo>
                  <a:cubicBezTo>
                    <a:pt x="244643" y="762198"/>
                    <a:pt x="233982" y="744431"/>
                    <a:pt x="223322" y="725776"/>
                  </a:cubicBezTo>
                  <a:cubicBezTo>
                    <a:pt x="213551" y="707120"/>
                    <a:pt x="203779" y="688465"/>
                    <a:pt x="194007" y="669810"/>
                  </a:cubicBezTo>
                  <a:cubicBezTo>
                    <a:pt x="184235" y="651155"/>
                    <a:pt x="174464" y="632500"/>
                    <a:pt x="164692" y="612956"/>
                  </a:cubicBezTo>
                  <a:cubicBezTo>
                    <a:pt x="155808" y="594301"/>
                    <a:pt x="146925" y="575646"/>
                    <a:pt x="138042" y="556102"/>
                  </a:cubicBezTo>
                  <a:cubicBezTo>
                    <a:pt x="129158" y="537447"/>
                    <a:pt x="120275" y="517904"/>
                    <a:pt x="112280" y="498360"/>
                  </a:cubicBezTo>
                  <a:cubicBezTo>
                    <a:pt x="103396" y="478817"/>
                    <a:pt x="95401" y="459273"/>
                    <a:pt x="87406" y="439729"/>
                  </a:cubicBezTo>
                  <a:cubicBezTo>
                    <a:pt x="79411" y="420186"/>
                    <a:pt x="72304" y="400642"/>
                    <a:pt x="64309" y="381099"/>
                  </a:cubicBezTo>
                  <a:cubicBezTo>
                    <a:pt x="57202" y="360667"/>
                    <a:pt x="50984" y="341124"/>
                    <a:pt x="44766" y="320692"/>
                  </a:cubicBezTo>
                  <a:cubicBezTo>
                    <a:pt x="38547" y="300260"/>
                    <a:pt x="32329" y="280716"/>
                    <a:pt x="26999" y="260284"/>
                  </a:cubicBezTo>
                  <a:cubicBezTo>
                    <a:pt x="21669" y="239852"/>
                    <a:pt x="16339" y="219421"/>
                    <a:pt x="11897" y="198100"/>
                  </a:cubicBezTo>
                  <a:cubicBezTo>
                    <a:pt x="7455" y="177668"/>
                    <a:pt x="3902" y="157237"/>
                    <a:pt x="2125" y="135916"/>
                  </a:cubicBezTo>
                  <a:cubicBezTo>
                    <a:pt x="348" y="114596"/>
                    <a:pt x="-540" y="93276"/>
                    <a:pt x="348" y="72844"/>
                  </a:cubicBezTo>
                  <a:cubicBezTo>
                    <a:pt x="1237" y="51524"/>
                    <a:pt x="-2317" y="23097"/>
                    <a:pt x="8344" y="11549"/>
                  </a:cubicBezTo>
                  <a:cubicBezTo>
                    <a:pt x="19004" y="0"/>
                    <a:pt x="44766" y="5330"/>
                    <a:pt x="64309" y="3554"/>
                  </a:cubicBezTo>
                  <a:cubicBezTo>
                    <a:pt x="84741" y="1777"/>
                    <a:pt x="106950" y="0"/>
                    <a:pt x="127381" y="0"/>
                  </a:cubicBezTo>
                  <a:cubicBezTo>
                    <a:pt x="148702" y="888"/>
                    <a:pt x="170022" y="2665"/>
                    <a:pt x="190454" y="5330"/>
                  </a:cubicBezTo>
                  <a:cubicBezTo>
                    <a:pt x="211774" y="7995"/>
                    <a:pt x="232206" y="12437"/>
                    <a:pt x="252638" y="16879"/>
                  </a:cubicBezTo>
                  <a:cubicBezTo>
                    <a:pt x="273958" y="21320"/>
                    <a:pt x="294390" y="25762"/>
                    <a:pt x="314821" y="31980"/>
                  </a:cubicBezTo>
                  <a:cubicBezTo>
                    <a:pt x="334365" y="37310"/>
                    <a:pt x="354797" y="43529"/>
                    <a:pt x="374341" y="51524"/>
                  </a:cubicBezTo>
                  <a:cubicBezTo>
                    <a:pt x="394772" y="58631"/>
                    <a:pt x="414316" y="66626"/>
                    <a:pt x="432971" y="76397"/>
                  </a:cubicBezTo>
                  <a:cubicBezTo>
                    <a:pt x="451626" y="85281"/>
                    <a:pt x="470281" y="95941"/>
                    <a:pt x="488937" y="105713"/>
                  </a:cubicBezTo>
                  <a:cubicBezTo>
                    <a:pt x="506703" y="116373"/>
                    <a:pt x="525359" y="127921"/>
                    <a:pt x="542237" y="139470"/>
                  </a:cubicBezTo>
                  <a:cubicBezTo>
                    <a:pt x="560004" y="151018"/>
                    <a:pt x="577771" y="163455"/>
                    <a:pt x="594649" y="175892"/>
                  </a:cubicBezTo>
                  <a:cubicBezTo>
                    <a:pt x="611528" y="188329"/>
                    <a:pt x="628406" y="200765"/>
                    <a:pt x="645285" y="214090"/>
                  </a:cubicBezTo>
                  <a:cubicBezTo>
                    <a:pt x="661275" y="227416"/>
                    <a:pt x="677265" y="240741"/>
                    <a:pt x="693255" y="254954"/>
                  </a:cubicBezTo>
                  <a:cubicBezTo>
                    <a:pt x="709245" y="269168"/>
                    <a:pt x="724347" y="283381"/>
                    <a:pt x="739449" y="298483"/>
                  </a:cubicBezTo>
                  <a:cubicBezTo>
                    <a:pt x="754551" y="312696"/>
                    <a:pt x="769653" y="328687"/>
                    <a:pt x="783866" y="343788"/>
                  </a:cubicBezTo>
                  <a:cubicBezTo>
                    <a:pt x="798080" y="358890"/>
                    <a:pt x="812293" y="374880"/>
                    <a:pt x="826507" y="389982"/>
                  </a:cubicBezTo>
                  <a:cubicBezTo>
                    <a:pt x="840720" y="405972"/>
                    <a:pt x="854045" y="421962"/>
                    <a:pt x="868259" y="437953"/>
                  </a:cubicBezTo>
                  <a:cubicBezTo>
                    <a:pt x="881584" y="453943"/>
                    <a:pt x="894909" y="470821"/>
                    <a:pt x="908234" y="487700"/>
                  </a:cubicBezTo>
                  <a:cubicBezTo>
                    <a:pt x="920671" y="503690"/>
                    <a:pt x="933996" y="520568"/>
                    <a:pt x="946433" y="538335"/>
                  </a:cubicBezTo>
                  <a:cubicBezTo>
                    <a:pt x="958869" y="555214"/>
                    <a:pt x="970418" y="572092"/>
                    <a:pt x="982855" y="589859"/>
                  </a:cubicBezTo>
                  <a:cubicBezTo>
                    <a:pt x="995291" y="606738"/>
                    <a:pt x="1006840" y="624505"/>
                    <a:pt x="1018388" y="642271"/>
                  </a:cubicBezTo>
                  <a:cubicBezTo>
                    <a:pt x="1029937" y="660038"/>
                    <a:pt x="1041485" y="677805"/>
                    <a:pt x="1052145" y="695572"/>
                  </a:cubicBezTo>
                  <a:cubicBezTo>
                    <a:pt x="1062806" y="713339"/>
                    <a:pt x="1073466" y="731994"/>
                    <a:pt x="1083237" y="750649"/>
                  </a:cubicBezTo>
                  <a:cubicBezTo>
                    <a:pt x="1093898" y="769304"/>
                    <a:pt x="1103669" y="787959"/>
                    <a:pt x="1113441" y="806615"/>
                  </a:cubicBezTo>
                  <a:cubicBezTo>
                    <a:pt x="1123213" y="825270"/>
                    <a:pt x="1132985" y="843925"/>
                    <a:pt x="1142756" y="862580"/>
                  </a:cubicBezTo>
                  <a:cubicBezTo>
                    <a:pt x="1152528" y="881235"/>
                    <a:pt x="1162300" y="899891"/>
                    <a:pt x="1171183" y="919434"/>
                  </a:cubicBezTo>
                  <a:cubicBezTo>
                    <a:pt x="1180067" y="938089"/>
                    <a:pt x="1188950" y="957633"/>
                    <a:pt x="1196945" y="977176"/>
                  </a:cubicBezTo>
                  <a:cubicBezTo>
                    <a:pt x="1205829" y="995831"/>
                    <a:pt x="1213824" y="1015375"/>
                    <a:pt x="1222707" y="1034918"/>
                  </a:cubicBezTo>
                  <a:cubicBezTo>
                    <a:pt x="1231591" y="1054462"/>
                    <a:pt x="1239586" y="1073117"/>
                    <a:pt x="1249357" y="1092661"/>
                  </a:cubicBezTo>
                  <a:cubicBezTo>
                    <a:pt x="1258241" y="1111316"/>
                    <a:pt x="1276008" y="1146850"/>
                    <a:pt x="1276896" y="1149515"/>
                  </a:cubicBezTo>
                  <a:cubicBezTo>
                    <a:pt x="1278673" y="1152180"/>
                    <a:pt x="1262682" y="1121088"/>
                    <a:pt x="1256464" y="1107763"/>
                  </a:cubicBezTo>
                  <a:close/>
                </a:path>
              </a:pathLst>
            </a:custGeom>
            <a:solidFill>
              <a:srgbClr val="E37B9D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49C2AA96-FDDD-4AF8-BE75-0BF38A8218A7}"/>
                </a:ext>
              </a:extLst>
            </p:cNvPr>
            <p:cNvSpPr/>
            <p:nvPr/>
          </p:nvSpPr>
          <p:spPr>
            <a:xfrm>
              <a:off x="2549541" y="3566470"/>
              <a:ext cx="676749" cy="713805"/>
            </a:xfrm>
            <a:custGeom>
              <a:avLst/>
              <a:gdLst>
                <a:gd name="connsiteX0" fmla="*/ 666256 w 676749"/>
                <a:gd name="connsiteY0" fmla="*/ 222 h 713805"/>
                <a:gd name="connsiteX1" fmla="*/ 653820 w 676749"/>
                <a:gd name="connsiteY1" fmla="*/ 66848 h 713805"/>
                <a:gd name="connsiteX2" fmla="*/ 639606 w 676749"/>
                <a:gd name="connsiteY2" fmla="*/ 129032 h 713805"/>
                <a:gd name="connsiteX3" fmla="*/ 620951 w 676749"/>
                <a:gd name="connsiteY3" fmla="*/ 189439 h 713805"/>
                <a:gd name="connsiteX4" fmla="*/ 596078 w 676749"/>
                <a:gd name="connsiteY4" fmla="*/ 248958 h 713805"/>
                <a:gd name="connsiteX5" fmla="*/ 568539 w 676749"/>
                <a:gd name="connsiteY5" fmla="*/ 305812 h 713805"/>
                <a:gd name="connsiteX6" fmla="*/ 538335 w 676749"/>
                <a:gd name="connsiteY6" fmla="*/ 362666 h 713805"/>
                <a:gd name="connsiteX7" fmla="*/ 506355 w 676749"/>
                <a:gd name="connsiteY7" fmla="*/ 417743 h 713805"/>
                <a:gd name="connsiteX8" fmla="*/ 470821 w 676749"/>
                <a:gd name="connsiteY8" fmla="*/ 470155 h 713805"/>
                <a:gd name="connsiteX9" fmla="*/ 429957 w 676749"/>
                <a:gd name="connsiteY9" fmla="*/ 519902 h 713805"/>
                <a:gd name="connsiteX10" fmla="*/ 386429 w 676749"/>
                <a:gd name="connsiteY10" fmla="*/ 566096 h 713805"/>
                <a:gd name="connsiteX11" fmla="*/ 337570 w 676749"/>
                <a:gd name="connsiteY11" fmla="*/ 606960 h 713805"/>
                <a:gd name="connsiteX12" fmla="*/ 284269 w 676749"/>
                <a:gd name="connsiteY12" fmla="*/ 642493 h 713805"/>
                <a:gd name="connsiteX13" fmla="*/ 228304 w 676749"/>
                <a:gd name="connsiteY13" fmla="*/ 671809 h 713805"/>
                <a:gd name="connsiteX14" fmla="*/ 167897 w 676749"/>
                <a:gd name="connsiteY14" fmla="*/ 694017 h 713805"/>
                <a:gd name="connsiteX15" fmla="*/ 106601 w 676749"/>
                <a:gd name="connsiteY15" fmla="*/ 710896 h 713805"/>
                <a:gd name="connsiteX16" fmla="*/ 51524 w 676749"/>
                <a:gd name="connsiteY16" fmla="*/ 707342 h 713805"/>
                <a:gd name="connsiteX17" fmla="*/ 26650 w 676749"/>
                <a:gd name="connsiteY17" fmla="*/ 648712 h 713805"/>
                <a:gd name="connsiteX18" fmla="*/ 10660 w 676749"/>
                <a:gd name="connsiteY18" fmla="*/ 587416 h 713805"/>
                <a:gd name="connsiteX19" fmla="*/ 1777 w 676749"/>
                <a:gd name="connsiteY19" fmla="*/ 524344 h 713805"/>
                <a:gd name="connsiteX20" fmla="*/ 0 w 676749"/>
                <a:gd name="connsiteY20" fmla="*/ 460383 h 713805"/>
                <a:gd name="connsiteX21" fmla="*/ 6218 w 676749"/>
                <a:gd name="connsiteY21" fmla="*/ 397311 h 713805"/>
                <a:gd name="connsiteX22" fmla="*/ 21320 w 676749"/>
                <a:gd name="connsiteY22" fmla="*/ 335127 h 713805"/>
                <a:gd name="connsiteX23" fmla="*/ 47970 w 676749"/>
                <a:gd name="connsiteY23" fmla="*/ 277385 h 713805"/>
                <a:gd name="connsiteX24" fmla="*/ 85281 w 676749"/>
                <a:gd name="connsiteY24" fmla="*/ 225861 h 713805"/>
                <a:gd name="connsiteX25" fmla="*/ 132363 w 676749"/>
                <a:gd name="connsiteY25" fmla="*/ 183221 h 713805"/>
                <a:gd name="connsiteX26" fmla="*/ 189217 w 676749"/>
                <a:gd name="connsiteY26" fmla="*/ 153905 h 713805"/>
                <a:gd name="connsiteX27" fmla="*/ 247847 w 676749"/>
                <a:gd name="connsiteY27" fmla="*/ 129032 h 713805"/>
                <a:gd name="connsiteX28" fmla="*/ 307366 w 676749"/>
                <a:gd name="connsiteY28" fmla="*/ 105046 h 713805"/>
                <a:gd name="connsiteX29" fmla="*/ 365109 w 676749"/>
                <a:gd name="connsiteY29" fmla="*/ 78396 h 713805"/>
                <a:gd name="connsiteX30" fmla="*/ 426404 w 676749"/>
                <a:gd name="connsiteY30" fmla="*/ 62406 h 713805"/>
                <a:gd name="connsiteX31" fmla="*/ 488588 w 676749"/>
                <a:gd name="connsiteY31" fmla="*/ 46416 h 713805"/>
                <a:gd name="connsiteX32" fmla="*/ 549884 w 676749"/>
                <a:gd name="connsiteY32" fmla="*/ 27761 h 713805"/>
                <a:gd name="connsiteX33" fmla="*/ 611179 w 676749"/>
                <a:gd name="connsiteY33" fmla="*/ 11770 h 713805"/>
                <a:gd name="connsiteX34" fmla="*/ 673363 w 676749"/>
                <a:gd name="connsiteY34" fmla="*/ 1110 h 713805"/>
                <a:gd name="connsiteX35" fmla="*/ 666256 w 676749"/>
                <a:gd name="connsiteY35" fmla="*/ 222 h 713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76749" h="713805">
                  <a:moveTo>
                    <a:pt x="666256" y="222"/>
                  </a:moveTo>
                  <a:cubicBezTo>
                    <a:pt x="661815" y="22431"/>
                    <a:pt x="658261" y="45528"/>
                    <a:pt x="653820" y="66848"/>
                  </a:cubicBezTo>
                  <a:cubicBezTo>
                    <a:pt x="649378" y="88168"/>
                    <a:pt x="645825" y="108600"/>
                    <a:pt x="639606" y="129032"/>
                  </a:cubicBezTo>
                  <a:cubicBezTo>
                    <a:pt x="634276" y="149463"/>
                    <a:pt x="628058" y="169895"/>
                    <a:pt x="620951" y="189439"/>
                  </a:cubicBezTo>
                  <a:cubicBezTo>
                    <a:pt x="612956" y="209871"/>
                    <a:pt x="604961" y="229414"/>
                    <a:pt x="596078" y="248958"/>
                  </a:cubicBezTo>
                  <a:cubicBezTo>
                    <a:pt x="587194" y="267613"/>
                    <a:pt x="578311" y="287156"/>
                    <a:pt x="568539" y="305812"/>
                  </a:cubicBezTo>
                  <a:cubicBezTo>
                    <a:pt x="558767" y="325355"/>
                    <a:pt x="548995" y="344011"/>
                    <a:pt x="538335" y="362666"/>
                  </a:cubicBezTo>
                  <a:cubicBezTo>
                    <a:pt x="528563" y="381321"/>
                    <a:pt x="517903" y="399088"/>
                    <a:pt x="506355" y="417743"/>
                  </a:cubicBezTo>
                  <a:cubicBezTo>
                    <a:pt x="494806" y="435510"/>
                    <a:pt x="483258" y="453277"/>
                    <a:pt x="470821" y="470155"/>
                  </a:cubicBezTo>
                  <a:cubicBezTo>
                    <a:pt x="457496" y="487033"/>
                    <a:pt x="444171" y="503912"/>
                    <a:pt x="429957" y="519902"/>
                  </a:cubicBezTo>
                  <a:cubicBezTo>
                    <a:pt x="416632" y="535892"/>
                    <a:pt x="401531" y="550994"/>
                    <a:pt x="386429" y="566096"/>
                  </a:cubicBezTo>
                  <a:cubicBezTo>
                    <a:pt x="370439" y="580309"/>
                    <a:pt x="354448" y="594523"/>
                    <a:pt x="337570" y="606960"/>
                  </a:cubicBezTo>
                  <a:cubicBezTo>
                    <a:pt x="320692" y="620285"/>
                    <a:pt x="302925" y="630945"/>
                    <a:pt x="284269" y="642493"/>
                  </a:cubicBezTo>
                  <a:cubicBezTo>
                    <a:pt x="265614" y="653153"/>
                    <a:pt x="246959" y="662925"/>
                    <a:pt x="228304" y="671809"/>
                  </a:cubicBezTo>
                  <a:cubicBezTo>
                    <a:pt x="208760" y="680692"/>
                    <a:pt x="188328" y="687799"/>
                    <a:pt x="167897" y="694017"/>
                  </a:cubicBezTo>
                  <a:cubicBezTo>
                    <a:pt x="148353" y="701124"/>
                    <a:pt x="126145" y="708231"/>
                    <a:pt x="106601" y="710896"/>
                  </a:cubicBezTo>
                  <a:cubicBezTo>
                    <a:pt x="87058" y="712672"/>
                    <a:pt x="64849" y="718002"/>
                    <a:pt x="51524" y="707342"/>
                  </a:cubicBezTo>
                  <a:cubicBezTo>
                    <a:pt x="38199" y="697571"/>
                    <a:pt x="33757" y="669144"/>
                    <a:pt x="26650" y="648712"/>
                  </a:cubicBezTo>
                  <a:cubicBezTo>
                    <a:pt x="19543" y="629168"/>
                    <a:pt x="15102" y="607848"/>
                    <a:pt x="10660" y="587416"/>
                  </a:cubicBezTo>
                  <a:cubicBezTo>
                    <a:pt x="7107" y="566096"/>
                    <a:pt x="3553" y="545664"/>
                    <a:pt x="1777" y="524344"/>
                  </a:cubicBezTo>
                  <a:cubicBezTo>
                    <a:pt x="0" y="503024"/>
                    <a:pt x="0" y="481704"/>
                    <a:pt x="0" y="460383"/>
                  </a:cubicBezTo>
                  <a:cubicBezTo>
                    <a:pt x="888" y="439063"/>
                    <a:pt x="2665" y="417743"/>
                    <a:pt x="6218" y="397311"/>
                  </a:cubicBezTo>
                  <a:cubicBezTo>
                    <a:pt x="9772" y="375991"/>
                    <a:pt x="14214" y="354671"/>
                    <a:pt x="21320" y="335127"/>
                  </a:cubicBezTo>
                  <a:cubicBezTo>
                    <a:pt x="28427" y="315584"/>
                    <a:pt x="37310" y="296040"/>
                    <a:pt x="47970" y="277385"/>
                  </a:cubicBezTo>
                  <a:cubicBezTo>
                    <a:pt x="58631" y="259618"/>
                    <a:pt x="71067" y="240963"/>
                    <a:pt x="85281" y="225861"/>
                  </a:cubicBezTo>
                  <a:cubicBezTo>
                    <a:pt x="99494" y="209871"/>
                    <a:pt x="115484" y="194769"/>
                    <a:pt x="132363" y="183221"/>
                  </a:cubicBezTo>
                  <a:cubicBezTo>
                    <a:pt x="150130" y="171672"/>
                    <a:pt x="170562" y="163677"/>
                    <a:pt x="189217" y="153905"/>
                  </a:cubicBezTo>
                  <a:cubicBezTo>
                    <a:pt x="208760" y="145022"/>
                    <a:pt x="228304" y="137027"/>
                    <a:pt x="247847" y="129032"/>
                  </a:cubicBezTo>
                  <a:cubicBezTo>
                    <a:pt x="267391" y="120148"/>
                    <a:pt x="287823" y="113042"/>
                    <a:pt x="307366" y="105046"/>
                  </a:cubicBezTo>
                  <a:cubicBezTo>
                    <a:pt x="326910" y="96163"/>
                    <a:pt x="345565" y="85503"/>
                    <a:pt x="365109" y="78396"/>
                  </a:cubicBezTo>
                  <a:cubicBezTo>
                    <a:pt x="385540" y="71289"/>
                    <a:pt x="405972" y="67736"/>
                    <a:pt x="426404" y="62406"/>
                  </a:cubicBezTo>
                  <a:cubicBezTo>
                    <a:pt x="447724" y="57076"/>
                    <a:pt x="468156" y="52634"/>
                    <a:pt x="488588" y="46416"/>
                  </a:cubicBezTo>
                  <a:cubicBezTo>
                    <a:pt x="509020" y="41086"/>
                    <a:pt x="529452" y="33979"/>
                    <a:pt x="549884" y="27761"/>
                  </a:cubicBezTo>
                  <a:cubicBezTo>
                    <a:pt x="570316" y="22431"/>
                    <a:pt x="590747" y="16212"/>
                    <a:pt x="611179" y="11770"/>
                  </a:cubicBezTo>
                  <a:cubicBezTo>
                    <a:pt x="631611" y="7329"/>
                    <a:pt x="664480" y="2887"/>
                    <a:pt x="673363" y="1110"/>
                  </a:cubicBezTo>
                  <a:cubicBezTo>
                    <a:pt x="683135" y="-666"/>
                    <a:pt x="668922" y="222"/>
                    <a:pt x="666256" y="222"/>
                  </a:cubicBezTo>
                  <a:close/>
                </a:path>
              </a:pathLst>
            </a:custGeom>
            <a:solidFill>
              <a:srgbClr val="E37B9D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2" name="그래픽 54">
            <a:extLst>
              <a:ext uri="{FF2B5EF4-FFF2-40B4-BE49-F238E27FC236}">
                <a16:creationId xmlns:a16="http://schemas.microsoft.com/office/drawing/2014/main" id="{9D0A05A8-987D-4309-B539-DF8950DCFBA1}"/>
              </a:ext>
            </a:extLst>
          </p:cNvPr>
          <p:cNvGrpSpPr/>
          <p:nvPr/>
        </p:nvGrpSpPr>
        <p:grpSpPr>
          <a:xfrm>
            <a:off x="2549159" y="2629103"/>
            <a:ext cx="657754" cy="1359933"/>
            <a:chOff x="2549159" y="2629103"/>
            <a:chExt cx="657754" cy="1359933"/>
          </a:xfrm>
          <a:solidFill>
            <a:srgbClr val="F0E8DF"/>
          </a:solidFill>
        </p:grpSpPr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84AA58AC-1FC9-4093-85A2-A831156AC9D9}"/>
                </a:ext>
              </a:extLst>
            </p:cNvPr>
            <p:cNvSpPr/>
            <p:nvPr/>
          </p:nvSpPr>
          <p:spPr>
            <a:xfrm>
              <a:off x="2549159" y="2629103"/>
              <a:ext cx="657754" cy="755479"/>
            </a:xfrm>
            <a:custGeom>
              <a:avLst/>
              <a:gdLst>
                <a:gd name="connsiteX0" fmla="*/ 44799 w 657754"/>
                <a:gd name="connsiteY0" fmla="*/ 389 h 755479"/>
                <a:gd name="connsiteX1" fmla="*/ 160283 w 657754"/>
                <a:gd name="connsiteY1" fmla="*/ 27039 h 755479"/>
                <a:gd name="connsiteX2" fmla="*/ 284651 w 657754"/>
                <a:gd name="connsiteY2" fmla="*/ 151407 h 755479"/>
                <a:gd name="connsiteX3" fmla="*/ 409019 w 657754"/>
                <a:gd name="connsiteY3" fmla="*/ 320192 h 755479"/>
                <a:gd name="connsiteX4" fmla="*/ 515620 w 657754"/>
                <a:gd name="connsiteY4" fmla="*/ 480094 h 755479"/>
                <a:gd name="connsiteX5" fmla="*/ 604454 w 657754"/>
                <a:gd name="connsiteY5" fmla="*/ 631112 h 755479"/>
                <a:gd name="connsiteX6" fmla="*/ 657755 w 657754"/>
                <a:gd name="connsiteY6" fmla="*/ 755480 h 755479"/>
                <a:gd name="connsiteX7" fmla="*/ 568921 w 657754"/>
                <a:gd name="connsiteY7" fmla="*/ 702179 h 755479"/>
                <a:gd name="connsiteX8" fmla="*/ 462319 w 657754"/>
                <a:gd name="connsiteY8" fmla="*/ 586695 h 755479"/>
                <a:gd name="connsiteX9" fmla="*/ 337952 w 657754"/>
                <a:gd name="connsiteY9" fmla="*/ 453443 h 755479"/>
                <a:gd name="connsiteX10" fmla="*/ 213584 w 657754"/>
                <a:gd name="connsiteY10" fmla="*/ 320192 h 755479"/>
                <a:gd name="connsiteX11" fmla="*/ 106983 w 657754"/>
                <a:gd name="connsiteY11" fmla="*/ 195824 h 755479"/>
                <a:gd name="connsiteX12" fmla="*/ 27032 w 657754"/>
                <a:gd name="connsiteY12" fmla="*/ 98107 h 755479"/>
                <a:gd name="connsiteX13" fmla="*/ 382 w 657754"/>
                <a:gd name="connsiteY13" fmla="*/ 35923 h 755479"/>
                <a:gd name="connsiteX14" fmla="*/ 44799 w 657754"/>
                <a:gd name="connsiteY14" fmla="*/ 389 h 755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7754" h="755479">
                  <a:moveTo>
                    <a:pt x="44799" y="389"/>
                  </a:moveTo>
                  <a:cubicBezTo>
                    <a:pt x="71449" y="-1388"/>
                    <a:pt x="120308" y="2166"/>
                    <a:pt x="160283" y="27039"/>
                  </a:cubicBezTo>
                  <a:cubicBezTo>
                    <a:pt x="200259" y="51913"/>
                    <a:pt x="242899" y="102548"/>
                    <a:pt x="284651" y="151407"/>
                  </a:cubicBezTo>
                  <a:cubicBezTo>
                    <a:pt x="326403" y="200266"/>
                    <a:pt x="370820" y="265115"/>
                    <a:pt x="409019" y="320192"/>
                  </a:cubicBezTo>
                  <a:cubicBezTo>
                    <a:pt x="447218" y="375269"/>
                    <a:pt x="482751" y="428570"/>
                    <a:pt x="515620" y="480094"/>
                  </a:cubicBezTo>
                  <a:cubicBezTo>
                    <a:pt x="548489" y="531617"/>
                    <a:pt x="580469" y="584918"/>
                    <a:pt x="604454" y="631112"/>
                  </a:cubicBezTo>
                  <a:cubicBezTo>
                    <a:pt x="628439" y="677306"/>
                    <a:pt x="639988" y="713728"/>
                    <a:pt x="657755" y="755480"/>
                  </a:cubicBezTo>
                  <a:cubicBezTo>
                    <a:pt x="628439" y="737713"/>
                    <a:pt x="601789" y="730606"/>
                    <a:pt x="568921" y="702179"/>
                  </a:cubicBezTo>
                  <a:cubicBezTo>
                    <a:pt x="536052" y="673752"/>
                    <a:pt x="500518" y="628447"/>
                    <a:pt x="462319" y="586695"/>
                  </a:cubicBezTo>
                  <a:cubicBezTo>
                    <a:pt x="424121" y="544943"/>
                    <a:pt x="379704" y="497861"/>
                    <a:pt x="337952" y="453443"/>
                  </a:cubicBezTo>
                  <a:cubicBezTo>
                    <a:pt x="296200" y="409026"/>
                    <a:pt x="251782" y="362832"/>
                    <a:pt x="213584" y="320192"/>
                  </a:cubicBezTo>
                  <a:cubicBezTo>
                    <a:pt x="175385" y="277552"/>
                    <a:pt x="138075" y="233135"/>
                    <a:pt x="106983" y="195824"/>
                  </a:cubicBezTo>
                  <a:cubicBezTo>
                    <a:pt x="75891" y="158514"/>
                    <a:pt x="44799" y="124757"/>
                    <a:pt x="27032" y="98107"/>
                  </a:cubicBezTo>
                  <a:cubicBezTo>
                    <a:pt x="9265" y="71456"/>
                    <a:pt x="-2283" y="51913"/>
                    <a:pt x="382" y="35923"/>
                  </a:cubicBezTo>
                  <a:cubicBezTo>
                    <a:pt x="3047" y="19933"/>
                    <a:pt x="18148" y="2166"/>
                    <a:pt x="44799" y="389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8C5D43F8-9397-4540-A721-A613C07E200C}"/>
                </a:ext>
              </a:extLst>
            </p:cNvPr>
            <p:cNvSpPr/>
            <p:nvPr/>
          </p:nvSpPr>
          <p:spPr>
            <a:xfrm>
              <a:off x="2599999" y="3189147"/>
              <a:ext cx="535847" cy="302036"/>
            </a:xfrm>
            <a:custGeom>
              <a:avLst/>
              <a:gdLst>
                <a:gd name="connsiteX0" fmla="*/ 11726 w 535847"/>
                <a:gd name="connsiteY0" fmla="*/ 133251 h 302036"/>
                <a:gd name="connsiteX1" fmla="*/ 65026 w 535847"/>
                <a:gd name="connsiteY1" fmla="*/ 35534 h 302036"/>
                <a:gd name="connsiteX2" fmla="*/ 153860 w 535847"/>
                <a:gd name="connsiteY2" fmla="*/ 0 h 302036"/>
                <a:gd name="connsiteX3" fmla="*/ 260461 w 535847"/>
                <a:gd name="connsiteY3" fmla="*/ 35534 h 302036"/>
                <a:gd name="connsiteX4" fmla="*/ 367062 w 535847"/>
                <a:gd name="connsiteY4" fmla="*/ 106601 h 302036"/>
                <a:gd name="connsiteX5" fmla="*/ 473663 w 535847"/>
                <a:gd name="connsiteY5" fmla="*/ 177668 h 302036"/>
                <a:gd name="connsiteX6" fmla="*/ 535847 w 535847"/>
                <a:gd name="connsiteY6" fmla="*/ 222086 h 302036"/>
                <a:gd name="connsiteX7" fmla="*/ 455897 w 535847"/>
                <a:gd name="connsiteY7" fmla="*/ 239852 h 302036"/>
                <a:gd name="connsiteX8" fmla="*/ 349296 w 535847"/>
                <a:gd name="connsiteY8" fmla="*/ 275386 h 302036"/>
                <a:gd name="connsiteX9" fmla="*/ 242695 w 535847"/>
                <a:gd name="connsiteY9" fmla="*/ 302036 h 302036"/>
                <a:gd name="connsiteX10" fmla="*/ 136094 w 535847"/>
                <a:gd name="connsiteY10" fmla="*/ 275386 h 302036"/>
                <a:gd name="connsiteX11" fmla="*/ 47259 w 535847"/>
                <a:gd name="connsiteY11" fmla="*/ 222086 h 302036"/>
                <a:gd name="connsiteX12" fmla="*/ 2842 w 535847"/>
                <a:gd name="connsiteY12" fmla="*/ 168785 h 302036"/>
                <a:gd name="connsiteX13" fmla="*/ 11726 w 535847"/>
                <a:gd name="connsiteY13" fmla="*/ 133251 h 30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5847" h="302036">
                  <a:moveTo>
                    <a:pt x="11726" y="133251"/>
                  </a:moveTo>
                  <a:cubicBezTo>
                    <a:pt x="22386" y="111043"/>
                    <a:pt x="41041" y="57742"/>
                    <a:pt x="65026" y="35534"/>
                  </a:cubicBezTo>
                  <a:cubicBezTo>
                    <a:pt x="89011" y="13325"/>
                    <a:pt x="120992" y="0"/>
                    <a:pt x="153860" y="0"/>
                  </a:cubicBezTo>
                  <a:cubicBezTo>
                    <a:pt x="186729" y="0"/>
                    <a:pt x="224928" y="17767"/>
                    <a:pt x="260461" y="35534"/>
                  </a:cubicBezTo>
                  <a:cubicBezTo>
                    <a:pt x="295995" y="53301"/>
                    <a:pt x="331529" y="82616"/>
                    <a:pt x="367062" y="106601"/>
                  </a:cubicBezTo>
                  <a:cubicBezTo>
                    <a:pt x="402596" y="130586"/>
                    <a:pt x="445237" y="158125"/>
                    <a:pt x="473663" y="177668"/>
                  </a:cubicBezTo>
                  <a:cubicBezTo>
                    <a:pt x="502090" y="197212"/>
                    <a:pt x="515415" y="206984"/>
                    <a:pt x="535847" y="222086"/>
                  </a:cubicBezTo>
                  <a:cubicBezTo>
                    <a:pt x="509197" y="228304"/>
                    <a:pt x="486989" y="230969"/>
                    <a:pt x="455897" y="239852"/>
                  </a:cubicBezTo>
                  <a:cubicBezTo>
                    <a:pt x="424805" y="248736"/>
                    <a:pt x="384829" y="264726"/>
                    <a:pt x="349296" y="275386"/>
                  </a:cubicBezTo>
                  <a:cubicBezTo>
                    <a:pt x="313762" y="286046"/>
                    <a:pt x="278228" y="302036"/>
                    <a:pt x="242695" y="302036"/>
                  </a:cubicBezTo>
                  <a:cubicBezTo>
                    <a:pt x="207161" y="302036"/>
                    <a:pt x="168962" y="288711"/>
                    <a:pt x="136094" y="275386"/>
                  </a:cubicBezTo>
                  <a:cubicBezTo>
                    <a:pt x="103225" y="262061"/>
                    <a:pt x="69468" y="239852"/>
                    <a:pt x="47259" y="222086"/>
                  </a:cubicBezTo>
                  <a:cubicBezTo>
                    <a:pt x="25051" y="204319"/>
                    <a:pt x="9061" y="183887"/>
                    <a:pt x="2842" y="168785"/>
                  </a:cubicBezTo>
                  <a:cubicBezTo>
                    <a:pt x="-3376" y="153683"/>
                    <a:pt x="1066" y="155460"/>
                    <a:pt x="11726" y="133251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E81618EE-7E3F-487E-931E-9BE3CBED7586}"/>
                </a:ext>
              </a:extLst>
            </p:cNvPr>
            <p:cNvSpPr/>
            <p:nvPr/>
          </p:nvSpPr>
          <p:spPr>
            <a:xfrm>
              <a:off x="2796617" y="3597292"/>
              <a:ext cx="392529" cy="391745"/>
            </a:xfrm>
            <a:custGeom>
              <a:avLst/>
              <a:gdLst>
                <a:gd name="connsiteX0" fmla="*/ 392530 w 392529"/>
                <a:gd name="connsiteY0" fmla="*/ 9376 h 391745"/>
                <a:gd name="connsiteX1" fmla="*/ 277046 w 392529"/>
                <a:gd name="connsiteY1" fmla="*/ 493 h 391745"/>
                <a:gd name="connsiteX2" fmla="*/ 152678 w 392529"/>
                <a:gd name="connsiteY2" fmla="*/ 27143 h 391745"/>
                <a:gd name="connsiteX3" fmla="*/ 54960 w 392529"/>
                <a:gd name="connsiteY3" fmla="*/ 89327 h 391745"/>
                <a:gd name="connsiteX4" fmla="*/ 1660 w 392529"/>
                <a:gd name="connsiteY4" fmla="*/ 169278 h 391745"/>
                <a:gd name="connsiteX5" fmla="*/ 19426 w 392529"/>
                <a:gd name="connsiteY5" fmla="*/ 240345 h 391745"/>
                <a:gd name="connsiteX6" fmla="*/ 72727 w 392529"/>
                <a:gd name="connsiteY6" fmla="*/ 266996 h 391745"/>
                <a:gd name="connsiteX7" fmla="*/ 126027 w 392529"/>
                <a:gd name="connsiteY7" fmla="*/ 231462 h 391745"/>
                <a:gd name="connsiteX8" fmla="*/ 170445 w 392529"/>
                <a:gd name="connsiteY8" fmla="*/ 284762 h 391745"/>
                <a:gd name="connsiteX9" fmla="*/ 170445 w 392529"/>
                <a:gd name="connsiteY9" fmla="*/ 346946 h 391745"/>
                <a:gd name="connsiteX10" fmla="*/ 205978 w 392529"/>
                <a:gd name="connsiteY10" fmla="*/ 391363 h 391745"/>
                <a:gd name="connsiteX11" fmla="*/ 259279 w 392529"/>
                <a:gd name="connsiteY11" fmla="*/ 364713 h 391745"/>
                <a:gd name="connsiteX12" fmla="*/ 303696 w 392529"/>
                <a:gd name="connsiteY12" fmla="*/ 284762 h 391745"/>
                <a:gd name="connsiteX13" fmla="*/ 348113 w 392529"/>
                <a:gd name="connsiteY13" fmla="*/ 169278 h 391745"/>
                <a:gd name="connsiteX14" fmla="*/ 374763 w 392529"/>
                <a:gd name="connsiteY14" fmla="*/ 80444 h 391745"/>
                <a:gd name="connsiteX15" fmla="*/ 392530 w 392529"/>
                <a:gd name="connsiteY15" fmla="*/ 9376 h 3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2529" h="391745">
                  <a:moveTo>
                    <a:pt x="392530" y="9376"/>
                  </a:moveTo>
                  <a:cubicBezTo>
                    <a:pt x="354331" y="6711"/>
                    <a:pt x="317021" y="-2172"/>
                    <a:pt x="277046" y="493"/>
                  </a:cubicBezTo>
                  <a:cubicBezTo>
                    <a:pt x="237070" y="3158"/>
                    <a:pt x="189988" y="12041"/>
                    <a:pt x="152678" y="27143"/>
                  </a:cubicBezTo>
                  <a:cubicBezTo>
                    <a:pt x="115367" y="42245"/>
                    <a:pt x="79834" y="65342"/>
                    <a:pt x="54960" y="89327"/>
                  </a:cubicBezTo>
                  <a:cubicBezTo>
                    <a:pt x="30086" y="113313"/>
                    <a:pt x="7878" y="144404"/>
                    <a:pt x="1660" y="169278"/>
                  </a:cubicBezTo>
                  <a:cubicBezTo>
                    <a:pt x="-4559" y="194151"/>
                    <a:pt x="7878" y="224355"/>
                    <a:pt x="19426" y="240345"/>
                  </a:cubicBezTo>
                  <a:cubicBezTo>
                    <a:pt x="30975" y="256335"/>
                    <a:pt x="54960" y="268772"/>
                    <a:pt x="72727" y="266996"/>
                  </a:cubicBezTo>
                  <a:cubicBezTo>
                    <a:pt x="90494" y="265219"/>
                    <a:pt x="108261" y="243010"/>
                    <a:pt x="126027" y="231462"/>
                  </a:cubicBezTo>
                  <a:cubicBezTo>
                    <a:pt x="141129" y="249229"/>
                    <a:pt x="163338" y="265219"/>
                    <a:pt x="170445" y="284762"/>
                  </a:cubicBezTo>
                  <a:cubicBezTo>
                    <a:pt x="177551" y="304306"/>
                    <a:pt x="164226" y="329180"/>
                    <a:pt x="170445" y="346946"/>
                  </a:cubicBezTo>
                  <a:cubicBezTo>
                    <a:pt x="176663" y="364713"/>
                    <a:pt x="190876" y="388699"/>
                    <a:pt x="205978" y="391363"/>
                  </a:cubicBezTo>
                  <a:cubicBezTo>
                    <a:pt x="221080" y="394028"/>
                    <a:pt x="243289" y="382480"/>
                    <a:pt x="259279" y="364713"/>
                  </a:cubicBezTo>
                  <a:cubicBezTo>
                    <a:pt x="275269" y="346946"/>
                    <a:pt x="288594" y="317631"/>
                    <a:pt x="303696" y="284762"/>
                  </a:cubicBezTo>
                  <a:cubicBezTo>
                    <a:pt x="318798" y="251894"/>
                    <a:pt x="336564" y="203035"/>
                    <a:pt x="348113" y="169278"/>
                  </a:cubicBezTo>
                  <a:cubicBezTo>
                    <a:pt x="359661" y="135521"/>
                    <a:pt x="367656" y="107094"/>
                    <a:pt x="374763" y="80444"/>
                  </a:cubicBezTo>
                  <a:cubicBezTo>
                    <a:pt x="381870" y="53793"/>
                    <a:pt x="386312" y="33362"/>
                    <a:pt x="392530" y="9376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6" name="자유형: 도형 85">
            <a:extLst>
              <a:ext uri="{FF2B5EF4-FFF2-40B4-BE49-F238E27FC236}">
                <a16:creationId xmlns:a16="http://schemas.microsoft.com/office/drawing/2014/main" id="{C315EB7C-9CBD-4055-84DD-42130A5C749D}"/>
              </a:ext>
            </a:extLst>
          </p:cNvPr>
          <p:cNvSpPr/>
          <p:nvPr/>
        </p:nvSpPr>
        <p:spPr>
          <a:xfrm>
            <a:off x="2549541" y="4335108"/>
            <a:ext cx="8883" cy="62183"/>
          </a:xfrm>
          <a:custGeom>
            <a:avLst/>
            <a:gdLst>
              <a:gd name="connsiteX0" fmla="*/ 0 w 8883"/>
              <a:gd name="connsiteY0" fmla="*/ 0 h 62183"/>
              <a:gd name="connsiteX1" fmla="*/ 0 w 8883"/>
              <a:gd name="connsiteY1" fmla="*/ 62184 h 62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883" h="62183">
                <a:moveTo>
                  <a:pt x="0" y="0"/>
                </a:moveTo>
                <a:lnTo>
                  <a:pt x="0" y="62184"/>
                </a:lnTo>
              </a:path>
            </a:pathLst>
          </a:custGeom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7" name="자유형: 도형 86">
            <a:extLst>
              <a:ext uri="{FF2B5EF4-FFF2-40B4-BE49-F238E27FC236}">
                <a16:creationId xmlns:a16="http://schemas.microsoft.com/office/drawing/2014/main" id="{26E1FD90-CFE3-4C86-BBCA-D403DAA25D71}"/>
              </a:ext>
            </a:extLst>
          </p:cNvPr>
          <p:cNvSpPr/>
          <p:nvPr/>
        </p:nvSpPr>
        <p:spPr>
          <a:xfrm>
            <a:off x="2362685" y="4397292"/>
            <a:ext cx="214956" cy="262369"/>
          </a:xfrm>
          <a:custGeom>
            <a:avLst/>
            <a:gdLst>
              <a:gd name="connsiteX0" fmla="*/ 186856 w 214956"/>
              <a:gd name="connsiteY0" fmla="*/ 0 h 262369"/>
              <a:gd name="connsiteX1" fmla="*/ 213506 w 214956"/>
              <a:gd name="connsiteY1" fmla="*/ 44417 h 262369"/>
              <a:gd name="connsiteX2" fmla="*/ 209064 w 214956"/>
              <a:gd name="connsiteY2" fmla="*/ 97718 h 262369"/>
              <a:gd name="connsiteX3" fmla="*/ 186856 w 214956"/>
              <a:gd name="connsiteY3" fmla="*/ 159902 h 262369"/>
              <a:gd name="connsiteX4" fmla="*/ 142439 w 214956"/>
              <a:gd name="connsiteY4" fmla="*/ 222086 h 262369"/>
              <a:gd name="connsiteX5" fmla="*/ 80255 w 214956"/>
              <a:gd name="connsiteY5" fmla="*/ 262061 h 262369"/>
              <a:gd name="connsiteX6" fmla="*/ 22512 w 214956"/>
              <a:gd name="connsiteY6" fmla="*/ 235411 h 262369"/>
              <a:gd name="connsiteX7" fmla="*/ 304 w 214956"/>
              <a:gd name="connsiteY7" fmla="*/ 177668 h 262369"/>
              <a:gd name="connsiteX8" fmla="*/ 13629 w 214956"/>
              <a:gd name="connsiteY8" fmla="*/ 115484 h 262369"/>
              <a:gd name="connsiteX9" fmla="*/ 53604 w 214956"/>
              <a:gd name="connsiteY9" fmla="*/ 62184 h 262369"/>
              <a:gd name="connsiteX10" fmla="*/ 115788 w 214956"/>
              <a:gd name="connsiteY10" fmla="*/ 17767 h 262369"/>
              <a:gd name="connsiteX11" fmla="*/ 186856 w 214956"/>
              <a:gd name="connsiteY11" fmla="*/ 0 h 26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4956" h="262369">
                <a:moveTo>
                  <a:pt x="186856" y="0"/>
                </a:moveTo>
                <a:cubicBezTo>
                  <a:pt x="195739" y="15102"/>
                  <a:pt x="209953" y="28427"/>
                  <a:pt x="213506" y="44417"/>
                </a:cubicBezTo>
                <a:cubicBezTo>
                  <a:pt x="217059" y="60407"/>
                  <a:pt x="213506" y="78174"/>
                  <a:pt x="209064" y="97718"/>
                </a:cubicBezTo>
                <a:cubicBezTo>
                  <a:pt x="204623" y="117261"/>
                  <a:pt x="197516" y="139470"/>
                  <a:pt x="186856" y="159902"/>
                </a:cubicBezTo>
                <a:cubicBezTo>
                  <a:pt x="176196" y="180333"/>
                  <a:pt x="160205" y="205207"/>
                  <a:pt x="142439" y="222086"/>
                </a:cubicBezTo>
                <a:cubicBezTo>
                  <a:pt x="124672" y="238964"/>
                  <a:pt x="99798" y="259396"/>
                  <a:pt x="80255" y="262061"/>
                </a:cubicBezTo>
                <a:cubicBezTo>
                  <a:pt x="60711" y="264726"/>
                  <a:pt x="35838" y="249624"/>
                  <a:pt x="22512" y="235411"/>
                </a:cubicBezTo>
                <a:cubicBezTo>
                  <a:pt x="9187" y="221197"/>
                  <a:pt x="2081" y="197212"/>
                  <a:pt x="304" y="177668"/>
                </a:cubicBezTo>
                <a:cubicBezTo>
                  <a:pt x="-1473" y="158125"/>
                  <a:pt x="4746" y="135028"/>
                  <a:pt x="13629" y="115484"/>
                </a:cubicBezTo>
                <a:cubicBezTo>
                  <a:pt x="22512" y="95941"/>
                  <a:pt x="36726" y="78174"/>
                  <a:pt x="53604" y="62184"/>
                </a:cubicBezTo>
                <a:cubicBezTo>
                  <a:pt x="70483" y="46194"/>
                  <a:pt x="93580" y="28427"/>
                  <a:pt x="115788" y="17767"/>
                </a:cubicBezTo>
                <a:cubicBezTo>
                  <a:pt x="137997" y="7107"/>
                  <a:pt x="162870" y="6219"/>
                  <a:pt x="186856" y="0"/>
                </a:cubicBezTo>
                <a:close/>
              </a:path>
            </a:pathLst>
          </a:custGeom>
          <a:solidFill>
            <a:srgbClr val="E37B9D"/>
          </a:solidFill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9" name="자유형: 도형 88">
            <a:extLst>
              <a:ext uri="{FF2B5EF4-FFF2-40B4-BE49-F238E27FC236}">
                <a16:creationId xmlns:a16="http://schemas.microsoft.com/office/drawing/2014/main" id="{B5CB1647-4B23-42A9-AD70-3FA8F6CEEC03}"/>
              </a:ext>
            </a:extLst>
          </p:cNvPr>
          <p:cNvSpPr/>
          <p:nvPr/>
        </p:nvSpPr>
        <p:spPr>
          <a:xfrm rot="10800000" flipV="1">
            <a:off x="3500067" y="2215077"/>
            <a:ext cx="1456991" cy="1365009"/>
          </a:xfrm>
          <a:custGeom>
            <a:avLst/>
            <a:gdLst>
              <a:gd name="connsiteX0" fmla="*/ 106892 w 1456991"/>
              <a:gd name="connsiteY0" fmla="*/ 5778 h 1365009"/>
              <a:gd name="connsiteX1" fmla="*/ 284560 w 1456991"/>
              <a:gd name="connsiteY1" fmla="*/ 5778 h 1365009"/>
              <a:gd name="connsiteX2" fmla="*/ 533296 w 1456991"/>
              <a:gd name="connsiteY2" fmla="*/ 76845 h 1365009"/>
              <a:gd name="connsiteX3" fmla="*/ 782032 w 1456991"/>
              <a:gd name="connsiteY3" fmla="*/ 236747 h 1365009"/>
              <a:gd name="connsiteX4" fmla="*/ 995234 w 1456991"/>
              <a:gd name="connsiteY4" fmla="*/ 449949 h 1365009"/>
              <a:gd name="connsiteX5" fmla="*/ 1172902 w 1456991"/>
              <a:gd name="connsiteY5" fmla="*/ 689801 h 1365009"/>
              <a:gd name="connsiteX6" fmla="*/ 1306154 w 1456991"/>
              <a:gd name="connsiteY6" fmla="*/ 929653 h 1365009"/>
              <a:gd name="connsiteX7" fmla="*/ 1394988 w 1456991"/>
              <a:gd name="connsiteY7" fmla="*/ 1125089 h 1365009"/>
              <a:gd name="connsiteX8" fmla="*/ 1457172 w 1456991"/>
              <a:gd name="connsiteY8" fmla="*/ 1249457 h 1365009"/>
              <a:gd name="connsiteX9" fmla="*/ 1315037 w 1456991"/>
              <a:gd name="connsiteY9" fmla="*/ 1271665 h 1365009"/>
              <a:gd name="connsiteX10" fmla="*/ 1208436 w 1456991"/>
              <a:gd name="connsiteY10" fmla="*/ 1293874 h 1365009"/>
              <a:gd name="connsiteX11" fmla="*/ 1101835 w 1456991"/>
              <a:gd name="connsiteY11" fmla="*/ 1324966 h 1365009"/>
              <a:gd name="connsiteX12" fmla="*/ 995234 w 1456991"/>
              <a:gd name="connsiteY12" fmla="*/ 1351616 h 1365009"/>
              <a:gd name="connsiteX13" fmla="*/ 870866 w 1456991"/>
              <a:gd name="connsiteY13" fmla="*/ 1364941 h 1365009"/>
              <a:gd name="connsiteX14" fmla="*/ 728731 w 1456991"/>
              <a:gd name="connsiteY14" fmla="*/ 1347174 h 1365009"/>
              <a:gd name="connsiteX15" fmla="*/ 586597 w 1456991"/>
              <a:gd name="connsiteY15" fmla="*/ 1293874 h 1365009"/>
              <a:gd name="connsiteX16" fmla="*/ 462229 w 1456991"/>
              <a:gd name="connsiteY16" fmla="*/ 1196156 h 1365009"/>
              <a:gd name="connsiteX17" fmla="*/ 373395 w 1456991"/>
              <a:gd name="connsiteY17" fmla="*/ 1089555 h 1365009"/>
              <a:gd name="connsiteX18" fmla="*/ 302327 w 1456991"/>
              <a:gd name="connsiteY18" fmla="*/ 965187 h 1365009"/>
              <a:gd name="connsiteX19" fmla="*/ 222377 w 1456991"/>
              <a:gd name="connsiteY19" fmla="*/ 823052 h 1365009"/>
              <a:gd name="connsiteX20" fmla="*/ 142426 w 1456991"/>
              <a:gd name="connsiteY20" fmla="*/ 663151 h 1365009"/>
              <a:gd name="connsiteX21" fmla="*/ 62475 w 1456991"/>
              <a:gd name="connsiteY21" fmla="*/ 467716 h 1365009"/>
              <a:gd name="connsiteX22" fmla="*/ 9174 w 1456991"/>
              <a:gd name="connsiteY22" fmla="*/ 272280 h 1365009"/>
              <a:gd name="connsiteX23" fmla="*/ 291 w 1456991"/>
              <a:gd name="connsiteY23" fmla="*/ 139029 h 1365009"/>
              <a:gd name="connsiteX24" fmla="*/ 9174 w 1456991"/>
              <a:gd name="connsiteY24" fmla="*/ 67962 h 1365009"/>
              <a:gd name="connsiteX25" fmla="*/ 44708 w 1456991"/>
              <a:gd name="connsiteY25" fmla="*/ 23545 h 1365009"/>
              <a:gd name="connsiteX26" fmla="*/ 106892 w 1456991"/>
              <a:gd name="connsiteY26" fmla="*/ 5778 h 1365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456991" h="1365009">
                <a:moveTo>
                  <a:pt x="106892" y="5778"/>
                </a:moveTo>
                <a:cubicBezTo>
                  <a:pt x="146867" y="3113"/>
                  <a:pt x="213493" y="-5771"/>
                  <a:pt x="284560" y="5778"/>
                </a:cubicBezTo>
                <a:cubicBezTo>
                  <a:pt x="355628" y="17326"/>
                  <a:pt x="450680" y="38646"/>
                  <a:pt x="533296" y="76845"/>
                </a:cubicBezTo>
                <a:cubicBezTo>
                  <a:pt x="615912" y="115044"/>
                  <a:pt x="704746" y="174563"/>
                  <a:pt x="782032" y="236747"/>
                </a:cubicBezTo>
                <a:cubicBezTo>
                  <a:pt x="859318" y="298931"/>
                  <a:pt x="930385" y="374440"/>
                  <a:pt x="995234" y="449949"/>
                </a:cubicBezTo>
                <a:cubicBezTo>
                  <a:pt x="1060083" y="525458"/>
                  <a:pt x="1121379" y="609850"/>
                  <a:pt x="1172902" y="689801"/>
                </a:cubicBezTo>
                <a:cubicBezTo>
                  <a:pt x="1224426" y="769752"/>
                  <a:pt x="1268843" y="856809"/>
                  <a:pt x="1306154" y="929653"/>
                </a:cubicBezTo>
                <a:cubicBezTo>
                  <a:pt x="1343464" y="1002498"/>
                  <a:pt x="1370114" y="1071788"/>
                  <a:pt x="1394988" y="1125089"/>
                </a:cubicBezTo>
                <a:cubicBezTo>
                  <a:pt x="1419862" y="1178389"/>
                  <a:pt x="1436740" y="1207704"/>
                  <a:pt x="1457172" y="1249457"/>
                </a:cubicBezTo>
                <a:cubicBezTo>
                  <a:pt x="1410090" y="1256563"/>
                  <a:pt x="1356789" y="1264559"/>
                  <a:pt x="1315037" y="1271665"/>
                </a:cubicBezTo>
                <a:cubicBezTo>
                  <a:pt x="1273285" y="1278772"/>
                  <a:pt x="1243970" y="1284990"/>
                  <a:pt x="1208436" y="1293874"/>
                </a:cubicBezTo>
                <a:cubicBezTo>
                  <a:pt x="1172902" y="1302757"/>
                  <a:pt x="1137369" y="1315194"/>
                  <a:pt x="1101835" y="1324966"/>
                </a:cubicBezTo>
                <a:cubicBezTo>
                  <a:pt x="1066301" y="1334737"/>
                  <a:pt x="1033433" y="1345397"/>
                  <a:pt x="995234" y="1351616"/>
                </a:cubicBezTo>
                <a:cubicBezTo>
                  <a:pt x="957035" y="1357834"/>
                  <a:pt x="915283" y="1365829"/>
                  <a:pt x="870866" y="1364941"/>
                </a:cubicBezTo>
                <a:cubicBezTo>
                  <a:pt x="826449" y="1364053"/>
                  <a:pt x="775814" y="1358723"/>
                  <a:pt x="728731" y="1347174"/>
                </a:cubicBezTo>
                <a:cubicBezTo>
                  <a:pt x="681649" y="1335626"/>
                  <a:pt x="631014" y="1318747"/>
                  <a:pt x="586597" y="1293874"/>
                </a:cubicBezTo>
                <a:cubicBezTo>
                  <a:pt x="542180" y="1269000"/>
                  <a:pt x="497763" y="1229913"/>
                  <a:pt x="462229" y="1196156"/>
                </a:cubicBezTo>
                <a:cubicBezTo>
                  <a:pt x="426695" y="1162399"/>
                  <a:pt x="400045" y="1127754"/>
                  <a:pt x="373395" y="1089555"/>
                </a:cubicBezTo>
                <a:cubicBezTo>
                  <a:pt x="346744" y="1051356"/>
                  <a:pt x="327201" y="1009604"/>
                  <a:pt x="302327" y="965187"/>
                </a:cubicBezTo>
                <a:cubicBezTo>
                  <a:pt x="277454" y="920770"/>
                  <a:pt x="249027" y="873688"/>
                  <a:pt x="222377" y="823052"/>
                </a:cubicBezTo>
                <a:cubicBezTo>
                  <a:pt x="195726" y="772417"/>
                  <a:pt x="169076" y="722670"/>
                  <a:pt x="142426" y="663151"/>
                </a:cubicBezTo>
                <a:cubicBezTo>
                  <a:pt x="115776" y="603632"/>
                  <a:pt x="84684" y="532564"/>
                  <a:pt x="62475" y="467716"/>
                </a:cubicBezTo>
                <a:cubicBezTo>
                  <a:pt x="40266" y="402867"/>
                  <a:pt x="19835" y="327358"/>
                  <a:pt x="9174" y="272280"/>
                </a:cubicBezTo>
                <a:cubicBezTo>
                  <a:pt x="-1486" y="217203"/>
                  <a:pt x="291" y="172786"/>
                  <a:pt x="291" y="139029"/>
                </a:cubicBezTo>
                <a:cubicBezTo>
                  <a:pt x="291" y="105272"/>
                  <a:pt x="2068" y="87505"/>
                  <a:pt x="9174" y="67962"/>
                </a:cubicBezTo>
                <a:cubicBezTo>
                  <a:pt x="16281" y="48418"/>
                  <a:pt x="28718" y="34205"/>
                  <a:pt x="44708" y="23545"/>
                </a:cubicBezTo>
                <a:cubicBezTo>
                  <a:pt x="60698" y="12885"/>
                  <a:pt x="66917" y="8443"/>
                  <a:pt x="106892" y="5778"/>
                </a:cubicBezTo>
                <a:close/>
              </a:path>
            </a:pathLst>
          </a:custGeom>
          <a:noFill/>
          <a:ln w="44328" cap="flat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90" name="자유형: 도형 89">
            <a:extLst>
              <a:ext uri="{FF2B5EF4-FFF2-40B4-BE49-F238E27FC236}">
                <a16:creationId xmlns:a16="http://schemas.microsoft.com/office/drawing/2014/main" id="{493BDF08-80F5-4815-8343-F11626DB190E}"/>
              </a:ext>
            </a:extLst>
          </p:cNvPr>
          <p:cNvSpPr/>
          <p:nvPr/>
        </p:nvSpPr>
        <p:spPr>
          <a:xfrm rot="10800000" flipV="1">
            <a:off x="3553367" y="3486742"/>
            <a:ext cx="835436" cy="876759"/>
          </a:xfrm>
          <a:custGeom>
            <a:avLst/>
            <a:gdLst>
              <a:gd name="connsiteX0" fmla="*/ 426921 w 835436"/>
              <a:gd name="connsiteY0" fmla="*/ 79951 h 876759"/>
              <a:gd name="connsiteX1" fmla="*/ 533522 w 835436"/>
              <a:gd name="connsiteY1" fmla="*/ 53301 h 876759"/>
              <a:gd name="connsiteX2" fmla="*/ 640123 w 835436"/>
              <a:gd name="connsiteY2" fmla="*/ 22209 h 876759"/>
              <a:gd name="connsiteX3" fmla="*/ 746724 w 835436"/>
              <a:gd name="connsiteY3" fmla="*/ 0 h 876759"/>
              <a:gd name="connsiteX4" fmla="*/ 835558 w 835436"/>
              <a:gd name="connsiteY4" fmla="*/ 22209 h 876759"/>
              <a:gd name="connsiteX5" fmla="*/ 817791 w 835436"/>
              <a:gd name="connsiteY5" fmla="*/ 137693 h 876759"/>
              <a:gd name="connsiteX6" fmla="*/ 782258 w 835436"/>
              <a:gd name="connsiteY6" fmla="*/ 279828 h 876759"/>
              <a:gd name="connsiteX7" fmla="*/ 711190 w 835436"/>
              <a:gd name="connsiteY7" fmla="*/ 439729 h 876759"/>
              <a:gd name="connsiteX8" fmla="*/ 613473 w 835436"/>
              <a:gd name="connsiteY8" fmla="*/ 599631 h 876759"/>
              <a:gd name="connsiteX9" fmla="*/ 489105 w 835436"/>
              <a:gd name="connsiteY9" fmla="*/ 732882 h 876759"/>
              <a:gd name="connsiteX10" fmla="*/ 346970 w 835436"/>
              <a:gd name="connsiteY10" fmla="*/ 821716 h 876759"/>
              <a:gd name="connsiteX11" fmla="*/ 213719 w 835436"/>
              <a:gd name="connsiteY11" fmla="*/ 866133 h 876759"/>
              <a:gd name="connsiteX12" fmla="*/ 124885 w 835436"/>
              <a:gd name="connsiteY12" fmla="*/ 875017 h 876759"/>
              <a:gd name="connsiteX13" fmla="*/ 71584 w 835436"/>
              <a:gd name="connsiteY13" fmla="*/ 839483 h 876759"/>
              <a:gd name="connsiteX14" fmla="*/ 36050 w 835436"/>
              <a:gd name="connsiteY14" fmla="*/ 768416 h 876759"/>
              <a:gd name="connsiteX15" fmla="*/ 9400 w 835436"/>
              <a:gd name="connsiteY15" fmla="*/ 661815 h 876759"/>
              <a:gd name="connsiteX16" fmla="*/ 517 w 835436"/>
              <a:gd name="connsiteY16" fmla="*/ 546330 h 876759"/>
              <a:gd name="connsiteX17" fmla="*/ 18284 w 835436"/>
              <a:gd name="connsiteY17" fmla="*/ 413079 h 876759"/>
              <a:gd name="connsiteX18" fmla="*/ 71584 w 835436"/>
              <a:gd name="connsiteY18" fmla="*/ 297595 h 876759"/>
              <a:gd name="connsiteX19" fmla="*/ 151535 w 835436"/>
              <a:gd name="connsiteY19" fmla="*/ 208760 h 876759"/>
              <a:gd name="connsiteX20" fmla="*/ 249253 w 835436"/>
              <a:gd name="connsiteY20" fmla="*/ 155460 h 876759"/>
              <a:gd name="connsiteX21" fmla="*/ 355854 w 835436"/>
              <a:gd name="connsiteY21" fmla="*/ 111043 h 876759"/>
              <a:gd name="connsiteX22" fmla="*/ 426921 w 835436"/>
              <a:gd name="connsiteY22" fmla="*/ 79951 h 87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35436" h="876759">
                <a:moveTo>
                  <a:pt x="426921" y="79951"/>
                </a:moveTo>
                <a:cubicBezTo>
                  <a:pt x="456236" y="70179"/>
                  <a:pt x="497988" y="63072"/>
                  <a:pt x="533522" y="53301"/>
                </a:cubicBezTo>
                <a:cubicBezTo>
                  <a:pt x="569056" y="43529"/>
                  <a:pt x="604589" y="31092"/>
                  <a:pt x="640123" y="22209"/>
                </a:cubicBezTo>
                <a:cubicBezTo>
                  <a:pt x="675657" y="13325"/>
                  <a:pt x="713855" y="0"/>
                  <a:pt x="746724" y="0"/>
                </a:cubicBezTo>
                <a:cubicBezTo>
                  <a:pt x="779593" y="0"/>
                  <a:pt x="806243" y="15102"/>
                  <a:pt x="835558" y="22209"/>
                </a:cubicBezTo>
                <a:cubicBezTo>
                  <a:pt x="829340" y="60407"/>
                  <a:pt x="826675" y="95053"/>
                  <a:pt x="817791" y="137693"/>
                </a:cubicBezTo>
                <a:cubicBezTo>
                  <a:pt x="808908" y="180333"/>
                  <a:pt x="800025" y="229192"/>
                  <a:pt x="782258" y="279828"/>
                </a:cubicBezTo>
                <a:cubicBezTo>
                  <a:pt x="764491" y="330463"/>
                  <a:pt x="739617" y="386429"/>
                  <a:pt x="711190" y="439729"/>
                </a:cubicBezTo>
                <a:cubicBezTo>
                  <a:pt x="682763" y="493030"/>
                  <a:pt x="650783" y="550772"/>
                  <a:pt x="613473" y="599631"/>
                </a:cubicBezTo>
                <a:cubicBezTo>
                  <a:pt x="576162" y="648490"/>
                  <a:pt x="533522" y="695572"/>
                  <a:pt x="489105" y="732882"/>
                </a:cubicBezTo>
                <a:cubicBezTo>
                  <a:pt x="444688" y="770193"/>
                  <a:pt x="393164" y="799508"/>
                  <a:pt x="346970" y="821716"/>
                </a:cubicBezTo>
                <a:cubicBezTo>
                  <a:pt x="300776" y="843925"/>
                  <a:pt x="251029" y="857250"/>
                  <a:pt x="213719" y="866133"/>
                </a:cubicBezTo>
                <a:cubicBezTo>
                  <a:pt x="176409" y="875017"/>
                  <a:pt x="148870" y="879459"/>
                  <a:pt x="124885" y="875017"/>
                </a:cubicBezTo>
                <a:cubicBezTo>
                  <a:pt x="100899" y="870575"/>
                  <a:pt x="86686" y="857250"/>
                  <a:pt x="71584" y="839483"/>
                </a:cubicBezTo>
                <a:cubicBezTo>
                  <a:pt x="56482" y="821716"/>
                  <a:pt x="46711" y="797731"/>
                  <a:pt x="36050" y="768416"/>
                </a:cubicBezTo>
                <a:cubicBezTo>
                  <a:pt x="25390" y="739101"/>
                  <a:pt x="15619" y="699125"/>
                  <a:pt x="9400" y="661815"/>
                </a:cubicBezTo>
                <a:cubicBezTo>
                  <a:pt x="3182" y="624504"/>
                  <a:pt x="-1260" y="588083"/>
                  <a:pt x="517" y="546330"/>
                </a:cubicBezTo>
                <a:cubicBezTo>
                  <a:pt x="2293" y="504578"/>
                  <a:pt x="6735" y="454831"/>
                  <a:pt x="18284" y="413079"/>
                </a:cubicBezTo>
                <a:cubicBezTo>
                  <a:pt x="29832" y="371327"/>
                  <a:pt x="49376" y="331351"/>
                  <a:pt x="71584" y="297595"/>
                </a:cubicBezTo>
                <a:cubicBezTo>
                  <a:pt x="93793" y="263838"/>
                  <a:pt x="122220" y="232746"/>
                  <a:pt x="151535" y="208760"/>
                </a:cubicBezTo>
                <a:cubicBezTo>
                  <a:pt x="180850" y="184775"/>
                  <a:pt x="215496" y="171450"/>
                  <a:pt x="249253" y="155460"/>
                </a:cubicBezTo>
                <a:cubicBezTo>
                  <a:pt x="283010" y="139470"/>
                  <a:pt x="326538" y="123479"/>
                  <a:pt x="355854" y="111043"/>
                </a:cubicBezTo>
                <a:cubicBezTo>
                  <a:pt x="385169" y="98606"/>
                  <a:pt x="397606" y="89723"/>
                  <a:pt x="426921" y="79951"/>
                </a:cubicBezTo>
                <a:close/>
              </a:path>
            </a:pathLst>
          </a:custGeom>
          <a:noFill/>
          <a:ln w="44328" cap="flat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91" name="그래픽 54">
            <a:extLst>
              <a:ext uri="{FF2B5EF4-FFF2-40B4-BE49-F238E27FC236}">
                <a16:creationId xmlns:a16="http://schemas.microsoft.com/office/drawing/2014/main" id="{8DC5ACBF-1918-42FD-838C-DD21A62E6B3A}"/>
              </a:ext>
            </a:extLst>
          </p:cNvPr>
          <p:cNvGrpSpPr/>
          <p:nvPr/>
        </p:nvGrpSpPr>
        <p:grpSpPr>
          <a:xfrm>
            <a:off x="3600313" y="2294587"/>
            <a:ext cx="1277032" cy="1985689"/>
            <a:chOff x="3600313" y="2294587"/>
            <a:chExt cx="1277032" cy="1985689"/>
          </a:xfrm>
          <a:solidFill>
            <a:srgbClr val="E37B9D"/>
          </a:solidFill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3610917C-C055-4111-B26B-0C3C516030C4}"/>
                </a:ext>
              </a:extLst>
            </p:cNvPr>
            <p:cNvSpPr/>
            <p:nvPr/>
          </p:nvSpPr>
          <p:spPr>
            <a:xfrm rot="10800000" flipV="1">
              <a:off x="3600313" y="2294587"/>
              <a:ext cx="1277032" cy="1205175"/>
            </a:xfrm>
            <a:custGeom>
              <a:avLst/>
              <a:gdLst>
                <a:gd name="connsiteX0" fmla="*/ 1256646 w 1277032"/>
                <a:gd name="connsiteY0" fmla="*/ 1107763 h 1205175"/>
                <a:gd name="connsiteX1" fmla="*/ 1193574 w 1277032"/>
                <a:gd name="connsiteY1" fmla="*/ 1118423 h 1205175"/>
                <a:gd name="connsiteX2" fmla="*/ 1131390 w 1277032"/>
                <a:gd name="connsiteY2" fmla="*/ 1131748 h 1205175"/>
                <a:gd name="connsiteX3" fmla="*/ 1070095 w 1277032"/>
                <a:gd name="connsiteY3" fmla="*/ 1147738 h 1205175"/>
                <a:gd name="connsiteX4" fmla="*/ 1009687 w 1277032"/>
                <a:gd name="connsiteY4" fmla="*/ 1166393 h 1205175"/>
                <a:gd name="connsiteX5" fmla="*/ 948392 w 1277032"/>
                <a:gd name="connsiteY5" fmla="*/ 1183272 h 1205175"/>
                <a:gd name="connsiteX6" fmla="*/ 886208 w 1277032"/>
                <a:gd name="connsiteY6" fmla="*/ 1195708 h 1205175"/>
                <a:gd name="connsiteX7" fmla="*/ 824024 w 1277032"/>
                <a:gd name="connsiteY7" fmla="*/ 1204592 h 1205175"/>
                <a:gd name="connsiteX8" fmla="*/ 760063 w 1277032"/>
                <a:gd name="connsiteY8" fmla="*/ 1203703 h 1205175"/>
                <a:gd name="connsiteX9" fmla="*/ 697879 w 1277032"/>
                <a:gd name="connsiteY9" fmla="*/ 1196597 h 1205175"/>
                <a:gd name="connsiteX10" fmla="*/ 635695 w 1277032"/>
                <a:gd name="connsiteY10" fmla="*/ 1181495 h 1205175"/>
                <a:gd name="connsiteX11" fmla="*/ 576176 w 1277032"/>
                <a:gd name="connsiteY11" fmla="*/ 1160175 h 1205175"/>
                <a:gd name="connsiteX12" fmla="*/ 521099 w 1277032"/>
                <a:gd name="connsiteY12" fmla="*/ 1129083 h 1205175"/>
                <a:gd name="connsiteX13" fmla="*/ 471352 w 1277032"/>
                <a:gd name="connsiteY13" fmla="*/ 1089996 h 1205175"/>
                <a:gd name="connsiteX14" fmla="*/ 425158 w 1277032"/>
                <a:gd name="connsiteY14" fmla="*/ 1046467 h 1205175"/>
                <a:gd name="connsiteX15" fmla="*/ 384295 w 1277032"/>
                <a:gd name="connsiteY15" fmla="*/ 998497 h 1205175"/>
                <a:gd name="connsiteX16" fmla="*/ 347873 w 1277032"/>
                <a:gd name="connsiteY16" fmla="*/ 946973 h 1205175"/>
                <a:gd name="connsiteX17" fmla="*/ 316781 w 1277032"/>
                <a:gd name="connsiteY17" fmla="*/ 891007 h 1205175"/>
                <a:gd name="connsiteX18" fmla="*/ 286577 w 1277032"/>
                <a:gd name="connsiteY18" fmla="*/ 835930 h 1205175"/>
                <a:gd name="connsiteX19" fmla="*/ 254597 w 1277032"/>
                <a:gd name="connsiteY19" fmla="*/ 780853 h 1205175"/>
                <a:gd name="connsiteX20" fmla="*/ 223505 w 1277032"/>
                <a:gd name="connsiteY20" fmla="*/ 725776 h 1205175"/>
                <a:gd name="connsiteX21" fmla="*/ 194189 w 1277032"/>
                <a:gd name="connsiteY21" fmla="*/ 669810 h 1205175"/>
                <a:gd name="connsiteX22" fmla="*/ 164874 w 1277032"/>
                <a:gd name="connsiteY22" fmla="*/ 612956 h 1205175"/>
                <a:gd name="connsiteX23" fmla="*/ 138224 w 1277032"/>
                <a:gd name="connsiteY23" fmla="*/ 556102 h 1205175"/>
                <a:gd name="connsiteX24" fmla="*/ 112462 w 1277032"/>
                <a:gd name="connsiteY24" fmla="*/ 498360 h 1205175"/>
                <a:gd name="connsiteX25" fmla="*/ 87588 w 1277032"/>
                <a:gd name="connsiteY25" fmla="*/ 439729 h 1205175"/>
                <a:gd name="connsiteX26" fmla="*/ 64491 w 1277032"/>
                <a:gd name="connsiteY26" fmla="*/ 381099 h 1205175"/>
                <a:gd name="connsiteX27" fmla="*/ 44948 w 1277032"/>
                <a:gd name="connsiteY27" fmla="*/ 320692 h 1205175"/>
                <a:gd name="connsiteX28" fmla="*/ 27181 w 1277032"/>
                <a:gd name="connsiteY28" fmla="*/ 260284 h 1205175"/>
                <a:gd name="connsiteX29" fmla="*/ 12079 w 1277032"/>
                <a:gd name="connsiteY29" fmla="*/ 198100 h 1205175"/>
                <a:gd name="connsiteX30" fmla="*/ 2307 w 1277032"/>
                <a:gd name="connsiteY30" fmla="*/ 135916 h 1205175"/>
                <a:gd name="connsiteX31" fmla="*/ 531 w 1277032"/>
                <a:gd name="connsiteY31" fmla="*/ 72844 h 1205175"/>
                <a:gd name="connsiteX32" fmla="*/ 8526 w 1277032"/>
                <a:gd name="connsiteY32" fmla="*/ 11549 h 1205175"/>
                <a:gd name="connsiteX33" fmla="*/ 64491 w 1277032"/>
                <a:gd name="connsiteY33" fmla="*/ 3554 h 1205175"/>
                <a:gd name="connsiteX34" fmla="*/ 127564 w 1277032"/>
                <a:gd name="connsiteY34" fmla="*/ 0 h 1205175"/>
                <a:gd name="connsiteX35" fmla="*/ 190636 w 1277032"/>
                <a:gd name="connsiteY35" fmla="*/ 5330 h 1205175"/>
                <a:gd name="connsiteX36" fmla="*/ 252820 w 1277032"/>
                <a:gd name="connsiteY36" fmla="*/ 16879 h 1205175"/>
                <a:gd name="connsiteX37" fmla="*/ 315004 w 1277032"/>
                <a:gd name="connsiteY37" fmla="*/ 31980 h 1205175"/>
                <a:gd name="connsiteX38" fmla="*/ 374523 w 1277032"/>
                <a:gd name="connsiteY38" fmla="*/ 51524 h 1205175"/>
                <a:gd name="connsiteX39" fmla="*/ 433153 w 1277032"/>
                <a:gd name="connsiteY39" fmla="*/ 76397 h 1205175"/>
                <a:gd name="connsiteX40" fmla="*/ 489119 w 1277032"/>
                <a:gd name="connsiteY40" fmla="*/ 105713 h 1205175"/>
                <a:gd name="connsiteX41" fmla="*/ 542419 w 1277032"/>
                <a:gd name="connsiteY41" fmla="*/ 139470 h 1205175"/>
                <a:gd name="connsiteX42" fmla="*/ 594832 w 1277032"/>
                <a:gd name="connsiteY42" fmla="*/ 175892 h 1205175"/>
                <a:gd name="connsiteX43" fmla="*/ 645467 w 1277032"/>
                <a:gd name="connsiteY43" fmla="*/ 214090 h 1205175"/>
                <a:gd name="connsiteX44" fmla="*/ 693438 w 1277032"/>
                <a:gd name="connsiteY44" fmla="*/ 254954 h 1205175"/>
                <a:gd name="connsiteX45" fmla="*/ 739631 w 1277032"/>
                <a:gd name="connsiteY45" fmla="*/ 298483 h 1205175"/>
                <a:gd name="connsiteX46" fmla="*/ 784048 w 1277032"/>
                <a:gd name="connsiteY46" fmla="*/ 343788 h 1205175"/>
                <a:gd name="connsiteX47" fmla="*/ 826689 w 1277032"/>
                <a:gd name="connsiteY47" fmla="*/ 389982 h 1205175"/>
                <a:gd name="connsiteX48" fmla="*/ 868441 w 1277032"/>
                <a:gd name="connsiteY48" fmla="*/ 437953 h 1205175"/>
                <a:gd name="connsiteX49" fmla="*/ 908416 w 1277032"/>
                <a:gd name="connsiteY49" fmla="*/ 487700 h 1205175"/>
                <a:gd name="connsiteX50" fmla="*/ 946615 w 1277032"/>
                <a:gd name="connsiteY50" fmla="*/ 538335 h 1205175"/>
                <a:gd name="connsiteX51" fmla="*/ 983037 w 1277032"/>
                <a:gd name="connsiteY51" fmla="*/ 589859 h 1205175"/>
                <a:gd name="connsiteX52" fmla="*/ 1018571 w 1277032"/>
                <a:gd name="connsiteY52" fmla="*/ 642271 h 1205175"/>
                <a:gd name="connsiteX53" fmla="*/ 1052328 w 1277032"/>
                <a:gd name="connsiteY53" fmla="*/ 695572 h 1205175"/>
                <a:gd name="connsiteX54" fmla="*/ 1083420 w 1277032"/>
                <a:gd name="connsiteY54" fmla="*/ 750649 h 1205175"/>
                <a:gd name="connsiteX55" fmla="*/ 1113623 w 1277032"/>
                <a:gd name="connsiteY55" fmla="*/ 806615 h 1205175"/>
                <a:gd name="connsiteX56" fmla="*/ 1142939 w 1277032"/>
                <a:gd name="connsiteY56" fmla="*/ 862580 h 1205175"/>
                <a:gd name="connsiteX57" fmla="*/ 1171366 w 1277032"/>
                <a:gd name="connsiteY57" fmla="*/ 919434 h 1205175"/>
                <a:gd name="connsiteX58" fmla="*/ 1197127 w 1277032"/>
                <a:gd name="connsiteY58" fmla="*/ 977176 h 1205175"/>
                <a:gd name="connsiteX59" fmla="*/ 1222889 w 1277032"/>
                <a:gd name="connsiteY59" fmla="*/ 1034918 h 1205175"/>
                <a:gd name="connsiteX60" fmla="*/ 1249540 w 1277032"/>
                <a:gd name="connsiteY60" fmla="*/ 1092661 h 1205175"/>
                <a:gd name="connsiteX61" fmla="*/ 1277078 w 1277032"/>
                <a:gd name="connsiteY61" fmla="*/ 1149515 h 1205175"/>
                <a:gd name="connsiteX62" fmla="*/ 1256646 w 1277032"/>
                <a:gd name="connsiteY62" fmla="*/ 1107763 h 120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77032" h="1205175">
                  <a:moveTo>
                    <a:pt x="1256646" y="1107763"/>
                  </a:moveTo>
                  <a:cubicBezTo>
                    <a:pt x="1235326" y="1111316"/>
                    <a:pt x="1214006" y="1114869"/>
                    <a:pt x="1193574" y="1118423"/>
                  </a:cubicBezTo>
                  <a:cubicBezTo>
                    <a:pt x="1172254" y="1122865"/>
                    <a:pt x="1151822" y="1126418"/>
                    <a:pt x="1131390" y="1131748"/>
                  </a:cubicBezTo>
                  <a:cubicBezTo>
                    <a:pt x="1110958" y="1136190"/>
                    <a:pt x="1090526" y="1141519"/>
                    <a:pt x="1070095" y="1147738"/>
                  </a:cubicBezTo>
                  <a:cubicBezTo>
                    <a:pt x="1049663" y="1153068"/>
                    <a:pt x="1030119" y="1160175"/>
                    <a:pt x="1009687" y="1166393"/>
                  </a:cubicBezTo>
                  <a:cubicBezTo>
                    <a:pt x="989255" y="1171723"/>
                    <a:pt x="968824" y="1177942"/>
                    <a:pt x="948392" y="1183272"/>
                  </a:cubicBezTo>
                  <a:cubicBezTo>
                    <a:pt x="927960" y="1187713"/>
                    <a:pt x="907528" y="1192155"/>
                    <a:pt x="886208" y="1195708"/>
                  </a:cubicBezTo>
                  <a:cubicBezTo>
                    <a:pt x="865776" y="1199262"/>
                    <a:pt x="844456" y="1202815"/>
                    <a:pt x="824024" y="1204592"/>
                  </a:cubicBezTo>
                  <a:cubicBezTo>
                    <a:pt x="802704" y="1205480"/>
                    <a:pt x="781383" y="1205480"/>
                    <a:pt x="760063" y="1203703"/>
                  </a:cubicBezTo>
                  <a:cubicBezTo>
                    <a:pt x="739631" y="1202815"/>
                    <a:pt x="718311" y="1200150"/>
                    <a:pt x="697879" y="1196597"/>
                  </a:cubicBezTo>
                  <a:cubicBezTo>
                    <a:pt x="676559" y="1192155"/>
                    <a:pt x="656127" y="1187713"/>
                    <a:pt x="635695" y="1181495"/>
                  </a:cubicBezTo>
                  <a:cubicBezTo>
                    <a:pt x="616152" y="1175277"/>
                    <a:pt x="595720" y="1168170"/>
                    <a:pt x="576176" y="1160175"/>
                  </a:cubicBezTo>
                  <a:cubicBezTo>
                    <a:pt x="557521" y="1151291"/>
                    <a:pt x="538866" y="1140631"/>
                    <a:pt x="521099" y="1129083"/>
                  </a:cubicBezTo>
                  <a:cubicBezTo>
                    <a:pt x="504221" y="1117534"/>
                    <a:pt x="487342" y="1103321"/>
                    <a:pt x="471352" y="1089996"/>
                  </a:cubicBezTo>
                  <a:cubicBezTo>
                    <a:pt x="455362" y="1075782"/>
                    <a:pt x="440260" y="1061569"/>
                    <a:pt x="425158" y="1046467"/>
                  </a:cubicBezTo>
                  <a:cubicBezTo>
                    <a:pt x="410945" y="1031365"/>
                    <a:pt x="396731" y="1015375"/>
                    <a:pt x="384295" y="998497"/>
                  </a:cubicBezTo>
                  <a:cubicBezTo>
                    <a:pt x="370969" y="981618"/>
                    <a:pt x="359421" y="964739"/>
                    <a:pt x="347873" y="946973"/>
                  </a:cubicBezTo>
                  <a:cubicBezTo>
                    <a:pt x="336324" y="929206"/>
                    <a:pt x="327441" y="909662"/>
                    <a:pt x="316781" y="891007"/>
                  </a:cubicBezTo>
                  <a:cubicBezTo>
                    <a:pt x="307009" y="873240"/>
                    <a:pt x="296349" y="854585"/>
                    <a:pt x="286577" y="835930"/>
                  </a:cubicBezTo>
                  <a:cubicBezTo>
                    <a:pt x="275917" y="817275"/>
                    <a:pt x="265257" y="799508"/>
                    <a:pt x="254597" y="780853"/>
                  </a:cubicBezTo>
                  <a:cubicBezTo>
                    <a:pt x="244825" y="762198"/>
                    <a:pt x="234165" y="744431"/>
                    <a:pt x="223505" y="725776"/>
                  </a:cubicBezTo>
                  <a:cubicBezTo>
                    <a:pt x="213733" y="707120"/>
                    <a:pt x="203961" y="688465"/>
                    <a:pt x="194189" y="669810"/>
                  </a:cubicBezTo>
                  <a:cubicBezTo>
                    <a:pt x="184418" y="651155"/>
                    <a:pt x="174646" y="632500"/>
                    <a:pt x="164874" y="612956"/>
                  </a:cubicBezTo>
                  <a:cubicBezTo>
                    <a:pt x="155991" y="594301"/>
                    <a:pt x="147107" y="575646"/>
                    <a:pt x="138224" y="556102"/>
                  </a:cubicBezTo>
                  <a:cubicBezTo>
                    <a:pt x="129340" y="537447"/>
                    <a:pt x="120457" y="517904"/>
                    <a:pt x="112462" y="498360"/>
                  </a:cubicBezTo>
                  <a:cubicBezTo>
                    <a:pt x="103578" y="478817"/>
                    <a:pt x="95583" y="459273"/>
                    <a:pt x="87588" y="439729"/>
                  </a:cubicBezTo>
                  <a:cubicBezTo>
                    <a:pt x="79593" y="420186"/>
                    <a:pt x="72487" y="400642"/>
                    <a:pt x="64491" y="381099"/>
                  </a:cubicBezTo>
                  <a:cubicBezTo>
                    <a:pt x="57385" y="360667"/>
                    <a:pt x="51166" y="341124"/>
                    <a:pt x="44948" y="320692"/>
                  </a:cubicBezTo>
                  <a:cubicBezTo>
                    <a:pt x="38730" y="300260"/>
                    <a:pt x="32511" y="280716"/>
                    <a:pt x="27181" y="260284"/>
                  </a:cubicBezTo>
                  <a:cubicBezTo>
                    <a:pt x="21851" y="239852"/>
                    <a:pt x="16521" y="219421"/>
                    <a:pt x="12079" y="198100"/>
                  </a:cubicBezTo>
                  <a:cubicBezTo>
                    <a:pt x="7638" y="177668"/>
                    <a:pt x="4084" y="157237"/>
                    <a:pt x="2307" y="135916"/>
                  </a:cubicBezTo>
                  <a:cubicBezTo>
                    <a:pt x="531" y="114596"/>
                    <a:pt x="-358" y="93276"/>
                    <a:pt x="531" y="72844"/>
                  </a:cubicBezTo>
                  <a:cubicBezTo>
                    <a:pt x="1419" y="51524"/>
                    <a:pt x="-2134" y="23097"/>
                    <a:pt x="8526" y="11549"/>
                  </a:cubicBezTo>
                  <a:cubicBezTo>
                    <a:pt x="19186" y="0"/>
                    <a:pt x="44948" y="5330"/>
                    <a:pt x="64491" y="3554"/>
                  </a:cubicBezTo>
                  <a:cubicBezTo>
                    <a:pt x="84923" y="1777"/>
                    <a:pt x="107132" y="0"/>
                    <a:pt x="127564" y="0"/>
                  </a:cubicBezTo>
                  <a:cubicBezTo>
                    <a:pt x="148884" y="888"/>
                    <a:pt x="170204" y="2665"/>
                    <a:pt x="190636" y="5330"/>
                  </a:cubicBezTo>
                  <a:cubicBezTo>
                    <a:pt x="211956" y="7995"/>
                    <a:pt x="232388" y="12437"/>
                    <a:pt x="252820" y="16879"/>
                  </a:cubicBezTo>
                  <a:cubicBezTo>
                    <a:pt x="274140" y="21320"/>
                    <a:pt x="294572" y="25762"/>
                    <a:pt x="315004" y="31980"/>
                  </a:cubicBezTo>
                  <a:cubicBezTo>
                    <a:pt x="334547" y="37310"/>
                    <a:pt x="354979" y="43529"/>
                    <a:pt x="374523" y="51524"/>
                  </a:cubicBezTo>
                  <a:cubicBezTo>
                    <a:pt x="394955" y="58631"/>
                    <a:pt x="414498" y="66626"/>
                    <a:pt x="433153" y="76397"/>
                  </a:cubicBezTo>
                  <a:cubicBezTo>
                    <a:pt x="451809" y="85281"/>
                    <a:pt x="470464" y="95941"/>
                    <a:pt x="489119" y="105713"/>
                  </a:cubicBezTo>
                  <a:cubicBezTo>
                    <a:pt x="506886" y="116373"/>
                    <a:pt x="525541" y="127921"/>
                    <a:pt x="542419" y="139470"/>
                  </a:cubicBezTo>
                  <a:cubicBezTo>
                    <a:pt x="560186" y="151018"/>
                    <a:pt x="577953" y="163455"/>
                    <a:pt x="594832" y="175892"/>
                  </a:cubicBezTo>
                  <a:cubicBezTo>
                    <a:pt x="611710" y="188329"/>
                    <a:pt x="628589" y="200765"/>
                    <a:pt x="645467" y="214090"/>
                  </a:cubicBezTo>
                  <a:cubicBezTo>
                    <a:pt x="661457" y="227416"/>
                    <a:pt x="677447" y="240741"/>
                    <a:pt x="693438" y="254954"/>
                  </a:cubicBezTo>
                  <a:cubicBezTo>
                    <a:pt x="709428" y="269168"/>
                    <a:pt x="724530" y="283381"/>
                    <a:pt x="739631" y="298483"/>
                  </a:cubicBezTo>
                  <a:cubicBezTo>
                    <a:pt x="754733" y="312696"/>
                    <a:pt x="769835" y="328687"/>
                    <a:pt x="784048" y="343788"/>
                  </a:cubicBezTo>
                  <a:cubicBezTo>
                    <a:pt x="798262" y="358890"/>
                    <a:pt x="812475" y="374880"/>
                    <a:pt x="826689" y="389982"/>
                  </a:cubicBezTo>
                  <a:cubicBezTo>
                    <a:pt x="840902" y="405972"/>
                    <a:pt x="854227" y="421962"/>
                    <a:pt x="868441" y="437953"/>
                  </a:cubicBezTo>
                  <a:cubicBezTo>
                    <a:pt x="881766" y="453943"/>
                    <a:pt x="895091" y="470821"/>
                    <a:pt x="908416" y="487700"/>
                  </a:cubicBezTo>
                  <a:cubicBezTo>
                    <a:pt x="920853" y="503690"/>
                    <a:pt x="934178" y="520568"/>
                    <a:pt x="946615" y="538335"/>
                  </a:cubicBezTo>
                  <a:cubicBezTo>
                    <a:pt x="959052" y="555214"/>
                    <a:pt x="970600" y="572092"/>
                    <a:pt x="983037" y="589859"/>
                  </a:cubicBezTo>
                  <a:cubicBezTo>
                    <a:pt x="995474" y="606738"/>
                    <a:pt x="1007022" y="624505"/>
                    <a:pt x="1018571" y="642271"/>
                  </a:cubicBezTo>
                  <a:cubicBezTo>
                    <a:pt x="1030119" y="660038"/>
                    <a:pt x="1041668" y="677805"/>
                    <a:pt x="1052328" y="695572"/>
                  </a:cubicBezTo>
                  <a:cubicBezTo>
                    <a:pt x="1062988" y="713339"/>
                    <a:pt x="1073648" y="731994"/>
                    <a:pt x="1083420" y="750649"/>
                  </a:cubicBezTo>
                  <a:cubicBezTo>
                    <a:pt x="1094080" y="769304"/>
                    <a:pt x="1103852" y="787959"/>
                    <a:pt x="1113623" y="806615"/>
                  </a:cubicBezTo>
                  <a:cubicBezTo>
                    <a:pt x="1123395" y="825270"/>
                    <a:pt x="1133167" y="843925"/>
                    <a:pt x="1142939" y="862580"/>
                  </a:cubicBezTo>
                  <a:cubicBezTo>
                    <a:pt x="1152710" y="881235"/>
                    <a:pt x="1162482" y="899891"/>
                    <a:pt x="1171366" y="919434"/>
                  </a:cubicBezTo>
                  <a:cubicBezTo>
                    <a:pt x="1180249" y="938089"/>
                    <a:pt x="1189132" y="957633"/>
                    <a:pt x="1197127" y="977176"/>
                  </a:cubicBezTo>
                  <a:cubicBezTo>
                    <a:pt x="1206011" y="995831"/>
                    <a:pt x="1214006" y="1015375"/>
                    <a:pt x="1222889" y="1034918"/>
                  </a:cubicBezTo>
                  <a:cubicBezTo>
                    <a:pt x="1231773" y="1054462"/>
                    <a:pt x="1239768" y="1073117"/>
                    <a:pt x="1249540" y="1092661"/>
                  </a:cubicBezTo>
                  <a:cubicBezTo>
                    <a:pt x="1258423" y="1111316"/>
                    <a:pt x="1276190" y="1146850"/>
                    <a:pt x="1277078" y="1149515"/>
                  </a:cubicBezTo>
                  <a:cubicBezTo>
                    <a:pt x="1278855" y="1152180"/>
                    <a:pt x="1262865" y="1121088"/>
                    <a:pt x="1256646" y="1107763"/>
                  </a:cubicBezTo>
                  <a:close/>
                </a:path>
              </a:pathLst>
            </a:custGeom>
            <a:solidFill>
              <a:srgbClr val="E37B9D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A8F7B4BA-8084-4F8B-BB91-6F7595B1ED71}"/>
                </a:ext>
              </a:extLst>
            </p:cNvPr>
            <p:cNvSpPr/>
            <p:nvPr/>
          </p:nvSpPr>
          <p:spPr>
            <a:xfrm rot="10800000" flipV="1">
              <a:off x="3631708" y="3566470"/>
              <a:ext cx="676749" cy="713805"/>
            </a:xfrm>
            <a:custGeom>
              <a:avLst/>
              <a:gdLst>
                <a:gd name="connsiteX0" fmla="*/ 666378 w 676749"/>
                <a:gd name="connsiteY0" fmla="*/ 222 h 713805"/>
                <a:gd name="connsiteX1" fmla="*/ 653942 w 676749"/>
                <a:gd name="connsiteY1" fmla="*/ 66848 h 713805"/>
                <a:gd name="connsiteX2" fmla="*/ 639728 w 676749"/>
                <a:gd name="connsiteY2" fmla="*/ 129032 h 713805"/>
                <a:gd name="connsiteX3" fmla="*/ 621073 w 676749"/>
                <a:gd name="connsiteY3" fmla="*/ 189439 h 713805"/>
                <a:gd name="connsiteX4" fmla="*/ 596199 w 676749"/>
                <a:gd name="connsiteY4" fmla="*/ 248958 h 713805"/>
                <a:gd name="connsiteX5" fmla="*/ 568661 w 676749"/>
                <a:gd name="connsiteY5" fmla="*/ 305812 h 713805"/>
                <a:gd name="connsiteX6" fmla="*/ 538457 w 676749"/>
                <a:gd name="connsiteY6" fmla="*/ 362666 h 713805"/>
                <a:gd name="connsiteX7" fmla="*/ 506477 w 676749"/>
                <a:gd name="connsiteY7" fmla="*/ 417743 h 713805"/>
                <a:gd name="connsiteX8" fmla="*/ 470943 w 676749"/>
                <a:gd name="connsiteY8" fmla="*/ 470155 h 713805"/>
                <a:gd name="connsiteX9" fmla="*/ 430079 w 676749"/>
                <a:gd name="connsiteY9" fmla="*/ 519902 h 713805"/>
                <a:gd name="connsiteX10" fmla="*/ 386551 w 676749"/>
                <a:gd name="connsiteY10" fmla="*/ 566096 h 713805"/>
                <a:gd name="connsiteX11" fmla="*/ 337692 w 676749"/>
                <a:gd name="connsiteY11" fmla="*/ 606960 h 713805"/>
                <a:gd name="connsiteX12" fmla="*/ 284391 w 676749"/>
                <a:gd name="connsiteY12" fmla="*/ 642493 h 713805"/>
                <a:gd name="connsiteX13" fmla="*/ 228426 w 676749"/>
                <a:gd name="connsiteY13" fmla="*/ 671809 h 713805"/>
                <a:gd name="connsiteX14" fmla="*/ 168018 w 676749"/>
                <a:gd name="connsiteY14" fmla="*/ 694017 h 713805"/>
                <a:gd name="connsiteX15" fmla="*/ 106723 w 676749"/>
                <a:gd name="connsiteY15" fmla="*/ 710896 h 713805"/>
                <a:gd name="connsiteX16" fmla="*/ 51646 w 676749"/>
                <a:gd name="connsiteY16" fmla="*/ 707342 h 713805"/>
                <a:gd name="connsiteX17" fmla="*/ 26772 w 676749"/>
                <a:gd name="connsiteY17" fmla="*/ 648712 h 713805"/>
                <a:gd name="connsiteX18" fmla="*/ 10782 w 676749"/>
                <a:gd name="connsiteY18" fmla="*/ 587416 h 713805"/>
                <a:gd name="connsiteX19" fmla="*/ 1898 w 676749"/>
                <a:gd name="connsiteY19" fmla="*/ 524344 h 713805"/>
                <a:gd name="connsiteX20" fmla="*/ 122 w 676749"/>
                <a:gd name="connsiteY20" fmla="*/ 460383 h 713805"/>
                <a:gd name="connsiteX21" fmla="*/ 6340 w 676749"/>
                <a:gd name="connsiteY21" fmla="*/ 397311 h 713805"/>
                <a:gd name="connsiteX22" fmla="*/ 21442 w 676749"/>
                <a:gd name="connsiteY22" fmla="*/ 335127 h 713805"/>
                <a:gd name="connsiteX23" fmla="*/ 48092 w 676749"/>
                <a:gd name="connsiteY23" fmla="*/ 277385 h 713805"/>
                <a:gd name="connsiteX24" fmla="*/ 85403 w 676749"/>
                <a:gd name="connsiteY24" fmla="*/ 225861 h 713805"/>
                <a:gd name="connsiteX25" fmla="*/ 132485 w 676749"/>
                <a:gd name="connsiteY25" fmla="*/ 183221 h 713805"/>
                <a:gd name="connsiteX26" fmla="*/ 189339 w 676749"/>
                <a:gd name="connsiteY26" fmla="*/ 153905 h 713805"/>
                <a:gd name="connsiteX27" fmla="*/ 247969 w 676749"/>
                <a:gd name="connsiteY27" fmla="*/ 129032 h 713805"/>
                <a:gd name="connsiteX28" fmla="*/ 307488 w 676749"/>
                <a:gd name="connsiteY28" fmla="*/ 105046 h 713805"/>
                <a:gd name="connsiteX29" fmla="*/ 365230 w 676749"/>
                <a:gd name="connsiteY29" fmla="*/ 78396 h 713805"/>
                <a:gd name="connsiteX30" fmla="*/ 426526 w 676749"/>
                <a:gd name="connsiteY30" fmla="*/ 62406 h 713805"/>
                <a:gd name="connsiteX31" fmla="*/ 488710 w 676749"/>
                <a:gd name="connsiteY31" fmla="*/ 46416 h 713805"/>
                <a:gd name="connsiteX32" fmla="*/ 550005 w 676749"/>
                <a:gd name="connsiteY32" fmla="*/ 27761 h 713805"/>
                <a:gd name="connsiteX33" fmla="*/ 611301 w 676749"/>
                <a:gd name="connsiteY33" fmla="*/ 11770 h 713805"/>
                <a:gd name="connsiteX34" fmla="*/ 673485 w 676749"/>
                <a:gd name="connsiteY34" fmla="*/ 1110 h 713805"/>
                <a:gd name="connsiteX35" fmla="*/ 666378 w 676749"/>
                <a:gd name="connsiteY35" fmla="*/ 222 h 713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76749" h="713805">
                  <a:moveTo>
                    <a:pt x="666378" y="222"/>
                  </a:moveTo>
                  <a:cubicBezTo>
                    <a:pt x="661937" y="22431"/>
                    <a:pt x="658383" y="45528"/>
                    <a:pt x="653942" y="66848"/>
                  </a:cubicBezTo>
                  <a:cubicBezTo>
                    <a:pt x="649500" y="88168"/>
                    <a:pt x="645946" y="108600"/>
                    <a:pt x="639728" y="129032"/>
                  </a:cubicBezTo>
                  <a:cubicBezTo>
                    <a:pt x="634398" y="149463"/>
                    <a:pt x="628180" y="169895"/>
                    <a:pt x="621073" y="189439"/>
                  </a:cubicBezTo>
                  <a:cubicBezTo>
                    <a:pt x="613078" y="209871"/>
                    <a:pt x="605083" y="229414"/>
                    <a:pt x="596199" y="248958"/>
                  </a:cubicBezTo>
                  <a:cubicBezTo>
                    <a:pt x="587316" y="267613"/>
                    <a:pt x="578432" y="287156"/>
                    <a:pt x="568661" y="305812"/>
                  </a:cubicBezTo>
                  <a:cubicBezTo>
                    <a:pt x="558889" y="325355"/>
                    <a:pt x="549117" y="344011"/>
                    <a:pt x="538457" y="362666"/>
                  </a:cubicBezTo>
                  <a:cubicBezTo>
                    <a:pt x="528685" y="381321"/>
                    <a:pt x="518025" y="399088"/>
                    <a:pt x="506477" y="417743"/>
                  </a:cubicBezTo>
                  <a:cubicBezTo>
                    <a:pt x="494928" y="435510"/>
                    <a:pt x="483380" y="453277"/>
                    <a:pt x="470943" y="470155"/>
                  </a:cubicBezTo>
                  <a:cubicBezTo>
                    <a:pt x="457618" y="487033"/>
                    <a:pt x="444293" y="503912"/>
                    <a:pt x="430079" y="519902"/>
                  </a:cubicBezTo>
                  <a:cubicBezTo>
                    <a:pt x="416754" y="535892"/>
                    <a:pt x="401652" y="550994"/>
                    <a:pt x="386551" y="566096"/>
                  </a:cubicBezTo>
                  <a:cubicBezTo>
                    <a:pt x="370560" y="580309"/>
                    <a:pt x="354570" y="594523"/>
                    <a:pt x="337692" y="606960"/>
                  </a:cubicBezTo>
                  <a:cubicBezTo>
                    <a:pt x="320813" y="620285"/>
                    <a:pt x="303046" y="630945"/>
                    <a:pt x="284391" y="642493"/>
                  </a:cubicBezTo>
                  <a:cubicBezTo>
                    <a:pt x="265736" y="653153"/>
                    <a:pt x="247081" y="662925"/>
                    <a:pt x="228426" y="671809"/>
                  </a:cubicBezTo>
                  <a:cubicBezTo>
                    <a:pt x="208882" y="680692"/>
                    <a:pt x="188450" y="687799"/>
                    <a:pt x="168018" y="694017"/>
                  </a:cubicBezTo>
                  <a:cubicBezTo>
                    <a:pt x="148475" y="701124"/>
                    <a:pt x="126266" y="708231"/>
                    <a:pt x="106723" y="710896"/>
                  </a:cubicBezTo>
                  <a:cubicBezTo>
                    <a:pt x="87179" y="712672"/>
                    <a:pt x="64971" y="718002"/>
                    <a:pt x="51646" y="707342"/>
                  </a:cubicBezTo>
                  <a:cubicBezTo>
                    <a:pt x="38321" y="697571"/>
                    <a:pt x="33879" y="669144"/>
                    <a:pt x="26772" y="648712"/>
                  </a:cubicBezTo>
                  <a:cubicBezTo>
                    <a:pt x="19665" y="629168"/>
                    <a:pt x="15224" y="607848"/>
                    <a:pt x="10782" y="587416"/>
                  </a:cubicBezTo>
                  <a:cubicBezTo>
                    <a:pt x="7229" y="566096"/>
                    <a:pt x="3675" y="545664"/>
                    <a:pt x="1898" y="524344"/>
                  </a:cubicBezTo>
                  <a:cubicBezTo>
                    <a:pt x="122" y="503024"/>
                    <a:pt x="122" y="481704"/>
                    <a:pt x="122" y="460383"/>
                  </a:cubicBezTo>
                  <a:cubicBezTo>
                    <a:pt x="1010" y="439063"/>
                    <a:pt x="2787" y="417743"/>
                    <a:pt x="6340" y="397311"/>
                  </a:cubicBezTo>
                  <a:cubicBezTo>
                    <a:pt x="9894" y="375991"/>
                    <a:pt x="14335" y="354671"/>
                    <a:pt x="21442" y="335127"/>
                  </a:cubicBezTo>
                  <a:cubicBezTo>
                    <a:pt x="28549" y="315584"/>
                    <a:pt x="37432" y="296040"/>
                    <a:pt x="48092" y="277385"/>
                  </a:cubicBezTo>
                  <a:cubicBezTo>
                    <a:pt x="58752" y="259618"/>
                    <a:pt x="71189" y="240963"/>
                    <a:pt x="85403" y="225861"/>
                  </a:cubicBezTo>
                  <a:cubicBezTo>
                    <a:pt x="99616" y="209871"/>
                    <a:pt x="115606" y="194769"/>
                    <a:pt x="132485" y="183221"/>
                  </a:cubicBezTo>
                  <a:cubicBezTo>
                    <a:pt x="150252" y="171672"/>
                    <a:pt x="170683" y="163677"/>
                    <a:pt x="189339" y="153905"/>
                  </a:cubicBezTo>
                  <a:cubicBezTo>
                    <a:pt x="208882" y="145022"/>
                    <a:pt x="228426" y="137027"/>
                    <a:pt x="247969" y="129032"/>
                  </a:cubicBezTo>
                  <a:cubicBezTo>
                    <a:pt x="267513" y="120148"/>
                    <a:pt x="287945" y="113042"/>
                    <a:pt x="307488" y="105046"/>
                  </a:cubicBezTo>
                  <a:cubicBezTo>
                    <a:pt x="327032" y="96163"/>
                    <a:pt x="345687" y="85503"/>
                    <a:pt x="365230" y="78396"/>
                  </a:cubicBezTo>
                  <a:cubicBezTo>
                    <a:pt x="385662" y="71289"/>
                    <a:pt x="406094" y="67736"/>
                    <a:pt x="426526" y="62406"/>
                  </a:cubicBezTo>
                  <a:cubicBezTo>
                    <a:pt x="447846" y="57076"/>
                    <a:pt x="468278" y="52634"/>
                    <a:pt x="488710" y="46416"/>
                  </a:cubicBezTo>
                  <a:cubicBezTo>
                    <a:pt x="509142" y="41086"/>
                    <a:pt x="529574" y="33979"/>
                    <a:pt x="550005" y="27761"/>
                  </a:cubicBezTo>
                  <a:cubicBezTo>
                    <a:pt x="570437" y="22431"/>
                    <a:pt x="590869" y="16212"/>
                    <a:pt x="611301" y="11770"/>
                  </a:cubicBezTo>
                  <a:cubicBezTo>
                    <a:pt x="631733" y="7329"/>
                    <a:pt x="664602" y="2887"/>
                    <a:pt x="673485" y="1110"/>
                  </a:cubicBezTo>
                  <a:cubicBezTo>
                    <a:pt x="683257" y="-666"/>
                    <a:pt x="669043" y="222"/>
                    <a:pt x="666378" y="222"/>
                  </a:cubicBezTo>
                  <a:close/>
                </a:path>
              </a:pathLst>
            </a:custGeom>
            <a:solidFill>
              <a:srgbClr val="E37B9D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4" name="그래픽 54">
            <a:extLst>
              <a:ext uri="{FF2B5EF4-FFF2-40B4-BE49-F238E27FC236}">
                <a16:creationId xmlns:a16="http://schemas.microsoft.com/office/drawing/2014/main" id="{3BAFD089-4B35-4417-A821-1421C92711AA}"/>
              </a:ext>
            </a:extLst>
          </p:cNvPr>
          <p:cNvGrpSpPr/>
          <p:nvPr/>
        </p:nvGrpSpPr>
        <p:grpSpPr>
          <a:xfrm>
            <a:off x="3651085" y="2629103"/>
            <a:ext cx="657754" cy="1359933"/>
            <a:chOff x="3651085" y="2629103"/>
            <a:chExt cx="657754" cy="1359933"/>
          </a:xfrm>
          <a:solidFill>
            <a:srgbClr val="F0E8DF"/>
          </a:solidFill>
        </p:grpSpPr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D4DBFA32-7CA9-452A-8E9F-2FA93689AE05}"/>
                </a:ext>
              </a:extLst>
            </p:cNvPr>
            <p:cNvSpPr/>
            <p:nvPr/>
          </p:nvSpPr>
          <p:spPr>
            <a:xfrm rot="10800000" flipV="1">
              <a:off x="3651085" y="2629103"/>
              <a:ext cx="657754" cy="755479"/>
            </a:xfrm>
            <a:custGeom>
              <a:avLst/>
              <a:gdLst>
                <a:gd name="connsiteX0" fmla="*/ 44923 w 657754"/>
                <a:gd name="connsiteY0" fmla="*/ 389 h 755479"/>
                <a:gd name="connsiteX1" fmla="*/ 160407 w 657754"/>
                <a:gd name="connsiteY1" fmla="*/ 27039 h 755479"/>
                <a:gd name="connsiteX2" fmla="*/ 284775 w 657754"/>
                <a:gd name="connsiteY2" fmla="*/ 151407 h 755479"/>
                <a:gd name="connsiteX3" fmla="*/ 409143 w 657754"/>
                <a:gd name="connsiteY3" fmla="*/ 320192 h 755479"/>
                <a:gd name="connsiteX4" fmla="*/ 515744 w 657754"/>
                <a:gd name="connsiteY4" fmla="*/ 480094 h 755479"/>
                <a:gd name="connsiteX5" fmla="*/ 604578 w 657754"/>
                <a:gd name="connsiteY5" fmla="*/ 631112 h 755479"/>
                <a:gd name="connsiteX6" fmla="*/ 657879 w 657754"/>
                <a:gd name="connsiteY6" fmla="*/ 755480 h 755479"/>
                <a:gd name="connsiteX7" fmla="*/ 569045 w 657754"/>
                <a:gd name="connsiteY7" fmla="*/ 702179 h 755479"/>
                <a:gd name="connsiteX8" fmla="*/ 462443 w 657754"/>
                <a:gd name="connsiteY8" fmla="*/ 586695 h 755479"/>
                <a:gd name="connsiteX9" fmla="*/ 338076 w 657754"/>
                <a:gd name="connsiteY9" fmla="*/ 453443 h 755479"/>
                <a:gd name="connsiteX10" fmla="*/ 213708 w 657754"/>
                <a:gd name="connsiteY10" fmla="*/ 320192 h 755479"/>
                <a:gd name="connsiteX11" fmla="*/ 107107 w 657754"/>
                <a:gd name="connsiteY11" fmla="*/ 195824 h 755479"/>
                <a:gd name="connsiteX12" fmla="*/ 27156 w 657754"/>
                <a:gd name="connsiteY12" fmla="*/ 98107 h 755479"/>
                <a:gd name="connsiteX13" fmla="*/ 506 w 657754"/>
                <a:gd name="connsiteY13" fmla="*/ 35923 h 755479"/>
                <a:gd name="connsiteX14" fmla="*/ 44923 w 657754"/>
                <a:gd name="connsiteY14" fmla="*/ 389 h 755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7754" h="755479">
                  <a:moveTo>
                    <a:pt x="44923" y="389"/>
                  </a:moveTo>
                  <a:cubicBezTo>
                    <a:pt x="71573" y="-1388"/>
                    <a:pt x="120432" y="2166"/>
                    <a:pt x="160407" y="27039"/>
                  </a:cubicBezTo>
                  <a:cubicBezTo>
                    <a:pt x="200383" y="51913"/>
                    <a:pt x="243023" y="102548"/>
                    <a:pt x="284775" y="151407"/>
                  </a:cubicBezTo>
                  <a:cubicBezTo>
                    <a:pt x="326527" y="200266"/>
                    <a:pt x="370944" y="265115"/>
                    <a:pt x="409143" y="320192"/>
                  </a:cubicBezTo>
                  <a:cubicBezTo>
                    <a:pt x="447342" y="375269"/>
                    <a:pt x="482875" y="428570"/>
                    <a:pt x="515744" y="480094"/>
                  </a:cubicBezTo>
                  <a:cubicBezTo>
                    <a:pt x="548613" y="531617"/>
                    <a:pt x="580593" y="584918"/>
                    <a:pt x="604578" y="631112"/>
                  </a:cubicBezTo>
                  <a:cubicBezTo>
                    <a:pt x="628563" y="677306"/>
                    <a:pt x="640112" y="713728"/>
                    <a:pt x="657879" y="755480"/>
                  </a:cubicBezTo>
                  <a:cubicBezTo>
                    <a:pt x="628563" y="737713"/>
                    <a:pt x="601913" y="730606"/>
                    <a:pt x="569045" y="702179"/>
                  </a:cubicBezTo>
                  <a:cubicBezTo>
                    <a:pt x="536176" y="673752"/>
                    <a:pt x="500642" y="628447"/>
                    <a:pt x="462443" y="586695"/>
                  </a:cubicBezTo>
                  <a:cubicBezTo>
                    <a:pt x="424245" y="544943"/>
                    <a:pt x="379828" y="497861"/>
                    <a:pt x="338076" y="453443"/>
                  </a:cubicBezTo>
                  <a:cubicBezTo>
                    <a:pt x="296324" y="409026"/>
                    <a:pt x="251906" y="362832"/>
                    <a:pt x="213708" y="320192"/>
                  </a:cubicBezTo>
                  <a:cubicBezTo>
                    <a:pt x="175509" y="277552"/>
                    <a:pt x="138199" y="233135"/>
                    <a:pt x="107107" y="195824"/>
                  </a:cubicBezTo>
                  <a:cubicBezTo>
                    <a:pt x="76015" y="158514"/>
                    <a:pt x="44923" y="124757"/>
                    <a:pt x="27156" y="98107"/>
                  </a:cubicBezTo>
                  <a:cubicBezTo>
                    <a:pt x="9389" y="71456"/>
                    <a:pt x="-2159" y="51913"/>
                    <a:pt x="506" y="35923"/>
                  </a:cubicBezTo>
                  <a:cubicBezTo>
                    <a:pt x="3171" y="19933"/>
                    <a:pt x="18273" y="2166"/>
                    <a:pt x="44923" y="389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FFBD9879-EE88-43EA-9DE8-BCABB893BC02}"/>
                </a:ext>
              </a:extLst>
            </p:cNvPr>
            <p:cNvSpPr/>
            <p:nvPr/>
          </p:nvSpPr>
          <p:spPr>
            <a:xfrm rot="10800000" flipV="1">
              <a:off x="3722152" y="3189147"/>
              <a:ext cx="535847" cy="302036"/>
            </a:xfrm>
            <a:custGeom>
              <a:avLst/>
              <a:gdLst>
                <a:gd name="connsiteX0" fmla="*/ 11852 w 535847"/>
                <a:gd name="connsiteY0" fmla="*/ 133251 h 302036"/>
                <a:gd name="connsiteX1" fmla="*/ 65152 w 535847"/>
                <a:gd name="connsiteY1" fmla="*/ 35534 h 302036"/>
                <a:gd name="connsiteX2" fmla="*/ 153987 w 535847"/>
                <a:gd name="connsiteY2" fmla="*/ 0 h 302036"/>
                <a:gd name="connsiteX3" fmla="*/ 260588 w 535847"/>
                <a:gd name="connsiteY3" fmla="*/ 35534 h 302036"/>
                <a:gd name="connsiteX4" fmla="*/ 367189 w 535847"/>
                <a:gd name="connsiteY4" fmla="*/ 106601 h 302036"/>
                <a:gd name="connsiteX5" fmla="*/ 473790 w 535847"/>
                <a:gd name="connsiteY5" fmla="*/ 177668 h 302036"/>
                <a:gd name="connsiteX6" fmla="*/ 535974 w 535847"/>
                <a:gd name="connsiteY6" fmla="*/ 222086 h 302036"/>
                <a:gd name="connsiteX7" fmla="*/ 456023 w 535847"/>
                <a:gd name="connsiteY7" fmla="*/ 239852 h 302036"/>
                <a:gd name="connsiteX8" fmla="*/ 349422 w 535847"/>
                <a:gd name="connsiteY8" fmla="*/ 275386 h 302036"/>
                <a:gd name="connsiteX9" fmla="*/ 242821 w 535847"/>
                <a:gd name="connsiteY9" fmla="*/ 302036 h 302036"/>
                <a:gd name="connsiteX10" fmla="*/ 136220 w 535847"/>
                <a:gd name="connsiteY10" fmla="*/ 275386 h 302036"/>
                <a:gd name="connsiteX11" fmla="*/ 47386 w 535847"/>
                <a:gd name="connsiteY11" fmla="*/ 222086 h 302036"/>
                <a:gd name="connsiteX12" fmla="*/ 2969 w 535847"/>
                <a:gd name="connsiteY12" fmla="*/ 168785 h 302036"/>
                <a:gd name="connsiteX13" fmla="*/ 11852 w 535847"/>
                <a:gd name="connsiteY13" fmla="*/ 133251 h 30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5847" h="302036">
                  <a:moveTo>
                    <a:pt x="11852" y="133251"/>
                  </a:moveTo>
                  <a:cubicBezTo>
                    <a:pt x="22512" y="111043"/>
                    <a:pt x="41167" y="57742"/>
                    <a:pt x="65152" y="35534"/>
                  </a:cubicBezTo>
                  <a:cubicBezTo>
                    <a:pt x="89138" y="13325"/>
                    <a:pt x="121118" y="0"/>
                    <a:pt x="153987" y="0"/>
                  </a:cubicBezTo>
                  <a:cubicBezTo>
                    <a:pt x="186855" y="0"/>
                    <a:pt x="225054" y="17767"/>
                    <a:pt x="260588" y="35534"/>
                  </a:cubicBezTo>
                  <a:cubicBezTo>
                    <a:pt x="296121" y="53301"/>
                    <a:pt x="331655" y="82616"/>
                    <a:pt x="367189" y="106601"/>
                  </a:cubicBezTo>
                  <a:cubicBezTo>
                    <a:pt x="402722" y="130586"/>
                    <a:pt x="445363" y="158125"/>
                    <a:pt x="473790" y="177668"/>
                  </a:cubicBezTo>
                  <a:cubicBezTo>
                    <a:pt x="502217" y="197212"/>
                    <a:pt x="515542" y="206984"/>
                    <a:pt x="535974" y="222086"/>
                  </a:cubicBezTo>
                  <a:cubicBezTo>
                    <a:pt x="509323" y="228304"/>
                    <a:pt x="487115" y="230969"/>
                    <a:pt x="456023" y="239852"/>
                  </a:cubicBezTo>
                  <a:cubicBezTo>
                    <a:pt x="424931" y="248736"/>
                    <a:pt x="384956" y="264726"/>
                    <a:pt x="349422" y="275386"/>
                  </a:cubicBezTo>
                  <a:cubicBezTo>
                    <a:pt x="313888" y="286046"/>
                    <a:pt x="278355" y="302036"/>
                    <a:pt x="242821" y="302036"/>
                  </a:cubicBezTo>
                  <a:cubicBezTo>
                    <a:pt x="207287" y="302036"/>
                    <a:pt x="169088" y="288711"/>
                    <a:pt x="136220" y="275386"/>
                  </a:cubicBezTo>
                  <a:cubicBezTo>
                    <a:pt x="103351" y="262061"/>
                    <a:pt x="69594" y="239852"/>
                    <a:pt x="47386" y="222086"/>
                  </a:cubicBezTo>
                  <a:cubicBezTo>
                    <a:pt x="25177" y="204319"/>
                    <a:pt x="9187" y="183887"/>
                    <a:pt x="2969" y="168785"/>
                  </a:cubicBezTo>
                  <a:cubicBezTo>
                    <a:pt x="-3250" y="153683"/>
                    <a:pt x="1192" y="155460"/>
                    <a:pt x="11852" y="133251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E61C3700-0B3C-4F91-B2A2-1F5878AC47DB}"/>
                </a:ext>
              </a:extLst>
            </p:cNvPr>
            <p:cNvSpPr/>
            <p:nvPr/>
          </p:nvSpPr>
          <p:spPr>
            <a:xfrm rot="10800000" flipV="1">
              <a:off x="3668852" y="3597292"/>
              <a:ext cx="392529" cy="391745"/>
            </a:xfrm>
            <a:custGeom>
              <a:avLst/>
              <a:gdLst>
                <a:gd name="connsiteX0" fmla="*/ 392628 w 392529"/>
                <a:gd name="connsiteY0" fmla="*/ 9376 h 391745"/>
                <a:gd name="connsiteX1" fmla="*/ 277144 w 392529"/>
                <a:gd name="connsiteY1" fmla="*/ 493 h 391745"/>
                <a:gd name="connsiteX2" fmla="*/ 152776 w 392529"/>
                <a:gd name="connsiteY2" fmla="*/ 27143 h 391745"/>
                <a:gd name="connsiteX3" fmla="*/ 55058 w 392529"/>
                <a:gd name="connsiteY3" fmla="*/ 89327 h 391745"/>
                <a:gd name="connsiteX4" fmla="*/ 1758 w 392529"/>
                <a:gd name="connsiteY4" fmla="*/ 169278 h 391745"/>
                <a:gd name="connsiteX5" fmla="*/ 19525 w 392529"/>
                <a:gd name="connsiteY5" fmla="*/ 240345 h 391745"/>
                <a:gd name="connsiteX6" fmla="*/ 72825 w 392529"/>
                <a:gd name="connsiteY6" fmla="*/ 266996 h 391745"/>
                <a:gd name="connsiteX7" fmla="*/ 126126 w 392529"/>
                <a:gd name="connsiteY7" fmla="*/ 231462 h 391745"/>
                <a:gd name="connsiteX8" fmla="*/ 170543 w 392529"/>
                <a:gd name="connsiteY8" fmla="*/ 284762 h 391745"/>
                <a:gd name="connsiteX9" fmla="*/ 170543 w 392529"/>
                <a:gd name="connsiteY9" fmla="*/ 346946 h 391745"/>
                <a:gd name="connsiteX10" fmla="*/ 206076 w 392529"/>
                <a:gd name="connsiteY10" fmla="*/ 391363 h 391745"/>
                <a:gd name="connsiteX11" fmla="*/ 259377 w 392529"/>
                <a:gd name="connsiteY11" fmla="*/ 364713 h 391745"/>
                <a:gd name="connsiteX12" fmla="*/ 303794 w 392529"/>
                <a:gd name="connsiteY12" fmla="*/ 284762 h 391745"/>
                <a:gd name="connsiteX13" fmla="*/ 348211 w 392529"/>
                <a:gd name="connsiteY13" fmla="*/ 169278 h 391745"/>
                <a:gd name="connsiteX14" fmla="*/ 374861 w 392529"/>
                <a:gd name="connsiteY14" fmla="*/ 80444 h 391745"/>
                <a:gd name="connsiteX15" fmla="*/ 392628 w 392529"/>
                <a:gd name="connsiteY15" fmla="*/ 9376 h 3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2529" h="391745">
                  <a:moveTo>
                    <a:pt x="392628" y="9376"/>
                  </a:moveTo>
                  <a:cubicBezTo>
                    <a:pt x="354429" y="6711"/>
                    <a:pt x="317119" y="-2172"/>
                    <a:pt x="277144" y="493"/>
                  </a:cubicBezTo>
                  <a:cubicBezTo>
                    <a:pt x="237168" y="3158"/>
                    <a:pt x="190086" y="12041"/>
                    <a:pt x="152776" y="27143"/>
                  </a:cubicBezTo>
                  <a:cubicBezTo>
                    <a:pt x="115466" y="42245"/>
                    <a:pt x="79932" y="65342"/>
                    <a:pt x="55058" y="89327"/>
                  </a:cubicBezTo>
                  <a:cubicBezTo>
                    <a:pt x="30185" y="113313"/>
                    <a:pt x="7976" y="144404"/>
                    <a:pt x="1758" y="169278"/>
                  </a:cubicBezTo>
                  <a:cubicBezTo>
                    <a:pt x="-4461" y="194151"/>
                    <a:pt x="7976" y="224355"/>
                    <a:pt x="19525" y="240345"/>
                  </a:cubicBezTo>
                  <a:cubicBezTo>
                    <a:pt x="31073" y="256335"/>
                    <a:pt x="55058" y="268772"/>
                    <a:pt x="72825" y="266996"/>
                  </a:cubicBezTo>
                  <a:cubicBezTo>
                    <a:pt x="90592" y="265219"/>
                    <a:pt x="108359" y="243010"/>
                    <a:pt x="126126" y="231462"/>
                  </a:cubicBezTo>
                  <a:cubicBezTo>
                    <a:pt x="141227" y="249229"/>
                    <a:pt x="163436" y="265219"/>
                    <a:pt x="170543" y="284762"/>
                  </a:cubicBezTo>
                  <a:cubicBezTo>
                    <a:pt x="177649" y="304306"/>
                    <a:pt x="164324" y="329180"/>
                    <a:pt x="170543" y="346946"/>
                  </a:cubicBezTo>
                  <a:cubicBezTo>
                    <a:pt x="176761" y="364713"/>
                    <a:pt x="190975" y="388699"/>
                    <a:pt x="206076" y="391363"/>
                  </a:cubicBezTo>
                  <a:cubicBezTo>
                    <a:pt x="221178" y="394028"/>
                    <a:pt x="243387" y="382480"/>
                    <a:pt x="259377" y="364713"/>
                  </a:cubicBezTo>
                  <a:cubicBezTo>
                    <a:pt x="275367" y="346946"/>
                    <a:pt x="288692" y="317631"/>
                    <a:pt x="303794" y="284762"/>
                  </a:cubicBezTo>
                  <a:cubicBezTo>
                    <a:pt x="318896" y="251894"/>
                    <a:pt x="336663" y="203035"/>
                    <a:pt x="348211" y="169278"/>
                  </a:cubicBezTo>
                  <a:cubicBezTo>
                    <a:pt x="359760" y="135521"/>
                    <a:pt x="367755" y="107094"/>
                    <a:pt x="374861" y="80444"/>
                  </a:cubicBezTo>
                  <a:cubicBezTo>
                    <a:pt x="381968" y="53793"/>
                    <a:pt x="386410" y="33362"/>
                    <a:pt x="392628" y="9376"/>
                  </a:cubicBezTo>
                  <a:close/>
                </a:path>
              </a:pathLst>
            </a:custGeom>
            <a:solidFill>
              <a:srgbClr val="F0E8DF"/>
            </a:solidFill>
            <a:ln w="88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8" name="자유형: 도형 97">
            <a:extLst>
              <a:ext uri="{FF2B5EF4-FFF2-40B4-BE49-F238E27FC236}">
                <a16:creationId xmlns:a16="http://schemas.microsoft.com/office/drawing/2014/main" id="{AD9CC62F-B96F-4FFF-B033-BE357D263022}"/>
              </a:ext>
            </a:extLst>
          </p:cNvPr>
          <p:cNvSpPr/>
          <p:nvPr/>
        </p:nvSpPr>
        <p:spPr>
          <a:xfrm rot="10800000" flipV="1">
            <a:off x="4308458" y="4335108"/>
            <a:ext cx="8883" cy="62183"/>
          </a:xfrm>
          <a:custGeom>
            <a:avLst/>
            <a:gdLst>
              <a:gd name="connsiteX0" fmla="*/ 198 w 8883"/>
              <a:gd name="connsiteY0" fmla="*/ 0 h 62183"/>
              <a:gd name="connsiteX1" fmla="*/ 198 w 8883"/>
              <a:gd name="connsiteY1" fmla="*/ 62184 h 62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883" h="62183">
                <a:moveTo>
                  <a:pt x="198" y="0"/>
                </a:moveTo>
                <a:lnTo>
                  <a:pt x="198" y="62184"/>
                </a:lnTo>
              </a:path>
            </a:pathLst>
          </a:custGeom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99" name="자유형: 도형 98">
            <a:extLst>
              <a:ext uri="{FF2B5EF4-FFF2-40B4-BE49-F238E27FC236}">
                <a16:creationId xmlns:a16="http://schemas.microsoft.com/office/drawing/2014/main" id="{29D85868-95AA-4B93-87DE-C17E89B9C9A8}"/>
              </a:ext>
            </a:extLst>
          </p:cNvPr>
          <p:cNvSpPr/>
          <p:nvPr/>
        </p:nvSpPr>
        <p:spPr>
          <a:xfrm rot="10800000" flipV="1">
            <a:off x="4280357" y="4397292"/>
            <a:ext cx="214956" cy="262369"/>
          </a:xfrm>
          <a:custGeom>
            <a:avLst/>
            <a:gdLst>
              <a:gd name="connsiteX0" fmla="*/ 187072 w 214956"/>
              <a:gd name="connsiteY0" fmla="*/ 0 h 262369"/>
              <a:gd name="connsiteX1" fmla="*/ 213722 w 214956"/>
              <a:gd name="connsiteY1" fmla="*/ 44417 h 262369"/>
              <a:gd name="connsiteX2" fmla="*/ 209280 w 214956"/>
              <a:gd name="connsiteY2" fmla="*/ 97718 h 262369"/>
              <a:gd name="connsiteX3" fmla="*/ 187072 w 214956"/>
              <a:gd name="connsiteY3" fmla="*/ 159902 h 262369"/>
              <a:gd name="connsiteX4" fmla="*/ 142654 w 214956"/>
              <a:gd name="connsiteY4" fmla="*/ 222086 h 262369"/>
              <a:gd name="connsiteX5" fmla="*/ 80471 w 214956"/>
              <a:gd name="connsiteY5" fmla="*/ 262061 h 262369"/>
              <a:gd name="connsiteX6" fmla="*/ 22728 w 214956"/>
              <a:gd name="connsiteY6" fmla="*/ 235411 h 262369"/>
              <a:gd name="connsiteX7" fmla="*/ 520 w 214956"/>
              <a:gd name="connsiteY7" fmla="*/ 177668 h 262369"/>
              <a:gd name="connsiteX8" fmla="*/ 13845 w 214956"/>
              <a:gd name="connsiteY8" fmla="*/ 115484 h 262369"/>
              <a:gd name="connsiteX9" fmla="*/ 53820 w 214956"/>
              <a:gd name="connsiteY9" fmla="*/ 62184 h 262369"/>
              <a:gd name="connsiteX10" fmla="*/ 116004 w 214956"/>
              <a:gd name="connsiteY10" fmla="*/ 17767 h 262369"/>
              <a:gd name="connsiteX11" fmla="*/ 187072 w 214956"/>
              <a:gd name="connsiteY11" fmla="*/ 0 h 26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4956" h="262369">
                <a:moveTo>
                  <a:pt x="187072" y="0"/>
                </a:moveTo>
                <a:cubicBezTo>
                  <a:pt x="195955" y="15102"/>
                  <a:pt x="210168" y="28427"/>
                  <a:pt x="213722" y="44417"/>
                </a:cubicBezTo>
                <a:cubicBezTo>
                  <a:pt x="217275" y="60407"/>
                  <a:pt x="213722" y="78174"/>
                  <a:pt x="209280" y="97718"/>
                </a:cubicBezTo>
                <a:cubicBezTo>
                  <a:pt x="204838" y="117261"/>
                  <a:pt x="197732" y="139470"/>
                  <a:pt x="187072" y="159902"/>
                </a:cubicBezTo>
                <a:cubicBezTo>
                  <a:pt x="176411" y="180333"/>
                  <a:pt x="160421" y="205207"/>
                  <a:pt x="142654" y="222086"/>
                </a:cubicBezTo>
                <a:cubicBezTo>
                  <a:pt x="124888" y="238964"/>
                  <a:pt x="100014" y="259396"/>
                  <a:pt x="80471" y="262061"/>
                </a:cubicBezTo>
                <a:cubicBezTo>
                  <a:pt x="60927" y="264726"/>
                  <a:pt x="36053" y="249624"/>
                  <a:pt x="22728" y="235411"/>
                </a:cubicBezTo>
                <a:cubicBezTo>
                  <a:pt x="9403" y="221197"/>
                  <a:pt x="2296" y="197212"/>
                  <a:pt x="520" y="177668"/>
                </a:cubicBezTo>
                <a:cubicBezTo>
                  <a:pt x="-1257" y="158125"/>
                  <a:pt x="4961" y="135028"/>
                  <a:pt x="13845" y="115484"/>
                </a:cubicBezTo>
                <a:cubicBezTo>
                  <a:pt x="22728" y="95941"/>
                  <a:pt x="36942" y="78174"/>
                  <a:pt x="53820" y="62184"/>
                </a:cubicBezTo>
                <a:cubicBezTo>
                  <a:pt x="70699" y="46194"/>
                  <a:pt x="93796" y="28427"/>
                  <a:pt x="116004" y="17767"/>
                </a:cubicBezTo>
                <a:cubicBezTo>
                  <a:pt x="138213" y="7107"/>
                  <a:pt x="163086" y="6219"/>
                  <a:pt x="187072" y="0"/>
                </a:cubicBezTo>
                <a:close/>
              </a:path>
            </a:pathLst>
          </a:custGeom>
          <a:solidFill>
            <a:srgbClr val="E37B9D"/>
          </a:solidFill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0" name="자유형: 도형 99">
            <a:extLst>
              <a:ext uri="{FF2B5EF4-FFF2-40B4-BE49-F238E27FC236}">
                <a16:creationId xmlns:a16="http://schemas.microsoft.com/office/drawing/2014/main" id="{B1C3EBFF-2513-4766-A082-5D6B8CB7FC63}"/>
              </a:ext>
            </a:extLst>
          </p:cNvPr>
          <p:cNvSpPr/>
          <p:nvPr/>
        </p:nvSpPr>
        <p:spPr>
          <a:xfrm>
            <a:off x="3198031" y="2851577"/>
            <a:ext cx="461937" cy="1643432"/>
          </a:xfrm>
          <a:custGeom>
            <a:avLst/>
            <a:gdLst>
              <a:gd name="connsiteX0" fmla="*/ 230969 w 461937"/>
              <a:gd name="connsiteY0" fmla="*/ 0 h 1643432"/>
              <a:gd name="connsiteX1" fmla="*/ 461938 w 461937"/>
              <a:gd name="connsiteY1" fmla="*/ 621839 h 1643432"/>
              <a:gd name="connsiteX2" fmla="*/ 230969 w 461937"/>
              <a:gd name="connsiteY2" fmla="*/ 1643433 h 1643432"/>
              <a:gd name="connsiteX3" fmla="*/ 0 w 461937"/>
              <a:gd name="connsiteY3" fmla="*/ 621839 h 1643432"/>
              <a:gd name="connsiteX4" fmla="*/ 230969 w 461937"/>
              <a:gd name="connsiteY4" fmla="*/ 0 h 1643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937" h="1643432">
                <a:moveTo>
                  <a:pt x="230969" y="0"/>
                </a:moveTo>
                <a:cubicBezTo>
                  <a:pt x="302036" y="426404"/>
                  <a:pt x="337570" y="586306"/>
                  <a:pt x="461938" y="621839"/>
                </a:cubicBezTo>
                <a:cubicBezTo>
                  <a:pt x="346453" y="657373"/>
                  <a:pt x="328687" y="1137078"/>
                  <a:pt x="230969" y="1643433"/>
                </a:cubicBezTo>
                <a:cubicBezTo>
                  <a:pt x="133251" y="1137078"/>
                  <a:pt x="115484" y="657373"/>
                  <a:pt x="0" y="621839"/>
                </a:cubicBezTo>
                <a:cubicBezTo>
                  <a:pt x="124368" y="586306"/>
                  <a:pt x="159902" y="426404"/>
                  <a:pt x="230969" y="0"/>
                </a:cubicBezTo>
                <a:close/>
              </a:path>
            </a:pathLst>
          </a:custGeom>
          <a:solidFill>
            <a:srgbClr val="EABE95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1" name="자유형: 도형 100">
            <a:extLst>
              <a:ext uri="{FF2B5EF4-FFF2-40B4-BE49-F238E27FC236}">
                <a16:creationId xmlns:a16="http://schemas.microsoft.com/office/drawing/2014/main" id="{ED9274E1-2138-4EB1-B717-14AECCCB6C8E}"/>
              </a:ext>
            </a:extLst>
          </p:cNvPr>
          <p:cNvSpPr/>
          <p:nvPr/>
        </p:nvSpPr>
        <p:spPr>
          <a:xfrm>
            <a:off x="3260215" y="4712654"/>
            <a:ext cx="337569" cy="408637"/>
          </a:xfrm>
          <a:custGeom>
            <a:avLst/>
            <a:gdLst>
              <a:gd name="connsiteX0" fmla="*/ 168785 w 337569"/>
              <a:gd name="connsiteY0" fmla="*/ 0 h 408637"/>
              <a:gd name="connsiteX1" fmla="*/ 337570 w 337569"/>
              <a:gd name="connsiteY1" fmla="*/ 204319 h 408637"/>
              <a:gd name="connsiteX2" fmla="*/ 168785 w 337569"/>
              <a:gd name="connsiteY2" fmla="*/ 408637 h 408637"/>
              <a:gd name="connsiteX3" fmla="*/ 0 w 337569"/>
              <a:gd name="connsiteY3" fmla="*/ 204319 h 408637"/>
              <a:gd name="connsiteX4" fmla="*/ 168785 w 337569"/>
              <a:gd name="connsiteY4" fmla="*/ 0 h 408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569" h="408637">
                <a:moveTo>
                  <a:pt x="168785" y="0"/>
                </a:moveTo>
                <a:cubicBezTo>
                  <a:pt x="198989" y="99494"/>
                  <a:pt x="255247" y="167604"/>
                  <a:pt x="337570" y="204319"/>
                </a:cubicBezTo>
                <a:cubicBezTo>
                  <a:pt x="255247" y="241034"/>
                  <a:pt x="198989" y="309143"/>
                  <a:pt x="168785" y="408637"/>
                </a:cubicBezTo>
                <a:cubicBezTo>
                  <a:pt x="138581" y="309143"/>
                  <a:pt x="82323" y="241034"/>
                  <a:pt x="0" y="204319"/>
                </a:cubicBezTo>
                <a:cubicBezTo>
                  <a:pt x="82323" y="167604"/>
                  <a:pt x="138581" y="99494"/>
                  <a:pt x="168785" y="0"/>
                </a:cubicBezTo>
                <a:close/>
              </a:path>
            </a:pathLst>
          </a:custGeom>
          <a:solidFill>
            <a:srgbClr val="EABE95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2" name="자유형: 도형 101">
            <a:extLst>
              <a:ext uri="{FF2B5EF4-FFF2-40B4-BE49-F238E27FC236}">
                <a16:creationId xmlns:a16="http://schemas.microsoft.com/office/drawing/2014/main" id="{792E662D-2ED2-4E3A-8DE3-75670761D2FD}"/>
              </a:ext>
            </a:extLst>
          </p:cNvPr>
          <p:cNvSpPr/>
          <p:nvPr/>
        </p:nvSpPr>
        <p:spPr>
          <a:xfrm>
            <a:off x="1519064" y="5090199"/>
            <a:ext cx="302036" cy="604072"/>
          </a:xfrm>
          <a:custGeom>
            <a:avLst/>
            <a:gdLst>
              <a:gd name="connsiteX0" fmla="*/ 0 w 302036"/>
              <a:gd name="connsiteY0" fmla="*/ 0 h 604072"/>
              <a:gd name="connsiteX1" fmla="*/ 302036 w 302036"/>
              <a:gd name="connsiteY1" fmla="*/ 0 h 604072"/>
              <a:gd name="connsiteX2" fmla="*/ 213202 w 302036"/>
              <a:gd name="connsiteY2" fmla="*/ 97718 h 604072"/>
              <a:gd name="connsiteX3" fmla="*/ 213202 w 302036"/>
              <a:gd name="connsiteY3" fmla="*/ 604073 h 604072"/>
              <a:gd name="connsiteX4" fmla="*/ 26650 w 302036"/>
              <a:gd name="connsiteY4" fmla="*/ 604073 h 604072"/>
              <a:gd name="connsiteX5" fmla="*/ 133251 w 302036"/>
              <a:gd name="connsiteY5" fmla="*/ 373104 h 604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36" h="604072">
                <a:moveTo>
                  <a:pt x="0" y="0"/>
                </a:moveTo>
                <a:lnTo>
                  <a:pt x="302036" y="0"/>
                </a:lnTo>
                <a:lnTo>
                  <a:pt x="213202" y="97718"/>
                </a:lnTo>
                <a:lnTo>
                  <a:pt x="213202" y="604073"/>
                </a:lnTo>
                <a:lnTo>
                  <a:pt x="26650" y="604073"/>
                </a:lnTo>
                <a:lnTo>
                  <a:pt x="133251" y="373104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3" name="자유형: 도형 102">
            <a:extLst>
              <a:ext uri="{FF2B5EF4-FFF2-40B4-BE49-F238E27FC236}">
                <a16:creationId xmlns:a16="http://schemas.microsoft.com/office/drawing/2014/main" id="{E1BE4BCB-EA31-4E12-B8FE-9321B9603802}"/>
              </a:ext>
            </a:extLst>
          </p:cNvPr>
          <p:cNvSpPr/>
          <p:nvPr/>
        </p:nvSpPr>
        <p:spPr>
          <a:xfrm rot="10800000" flipV="1">
            <a:off x="5036898" y="5090199"/>
            <a:ext cx="302036" cy="604072"/>
          </a:xfrm>
          <a:custGeom>
            <a:avLst/>
            <a:gdLst>
              <a:gd name="connsiteX0" fmla="*/ 396 w 302036"/>
              <a:gd name="connsiteY0" fmla="*/ 0 h 604072"/>
              <a:gd name="connsiteX1" fmla="*/ 302432 w 302036"/>
              <a:gd name="connsiteY1" fmla="*/ 0 h 604072"/>
              <a:gd name="connsiteX2" fmla="*/ 213598 w 302036"/>
              <a:gd name="connsiteY2" fmla="*/ 97718 h 604072"/>
              <a:gd name="connsiteX3" fmla="*/ 213598 w 302036"/>
              <a:gd name="connsiteY3" fmla="*/ 604073 h 604072"/>
              <a:gd name="connsiteX4" fmla="*/ 27046 w 302036"/>
              <a:gd name="connsiteY4" fmla="*/ 604073 h 604072"/>
              <a:gd name="connsiteX5" fmla="*/ 133647 w 302036"/>
              <a:gd name="connsiteY5" fmla="*/ 373104 h 604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36" h="604072">
                <a:moveTo>
                  <a:pt x="396" y="0"/>
                </a:moveTo>
                <a:lnTo>
                  <a:pt x="302432" y="0"/>
                </a:lnTo>
                <a:lnTo>
                  <a:pt x="213598" y="97718"/>
                </a:lnTo>
                <a:lnTo>
                  <a:pt x="213598" y="604073"/>
                </a:lnTo>
                <a:lnTo>
                  <a:pt x="27046" y="604073"/>
                </a:lnTo>
                <a:lnTo>
                  <a:pt x="133647" y="373104"/>
                </a:ln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4" name="자유형: 도형 103">
            <a:extLst>
              <a:ext uri="{FF2B5EF4-FFF2-40B4-BE49-F238E27FC236}">
                <a16:creationId xmlns:a16="http://schemas.microsoft.com/office/drawing/2014/main" id="{DC380106-B97B-45F7-B378-ED3C03F2959B}"/>
              </a:ext>
            </a:extLst>
          </p:cNvPr>
          <p:cNvSpPr/>
          <p:nvPr/>
        </p:nvSpPr>
        <p:spPr>
          <a:xfrm>
            <a:off x="1803334" y="5223450"/>
            <a:ext cx="3251331" cy="568541"/>
          </a:xfrm>
          <a:custGeom>
            <a:avLst/>
            <a:gdLst>
              <a:gd name="connsiteX0" fmla="*/ 0 w 3251331"/>
              <a:gd name="connsiteY0" fmla="*/ 0 h 568541"/>
              <a:gd name="connsiteX1" fmla="*/ 3251332 w 3251331"/>
              <a:gd name="connsiteY1" fmla="*/ 0 h 568541"/>
              <a:gd name="connsiteX2" fmla="*/ 3251332 w 3251331"/>
              <a:gd name="connsiteY2" fmla="*/ 444171 h 568541"/>
              <a:gd name="connsiteX3" fmla="*/ 0 w 3251331"/>
              <a:gd name="connsiteY3" fmla="*/ 444171 h 568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1331" h="568541">
                <a:moveTo>
                  <a:pt x="0" y="0"/>
                </a:moveTo>
                <a:cubicBezTo>
                  <a:pt x="1083777" y="159902"/>
                  <a:pt x="2167554" y="159902"/>
                  <a:pt x="3251332" y="0"/>
                </a:cubicBezTo>
                <a:lnTo>
                  <a:pt x="3251332" y="444171"/>
                </a:lnTo>
                <a:cubicBezTo>
                  <a:pt x="2167554" y="609998"/>
                  <a:pt x="1083777" y="609998"/>
                  <a:pt x="0" y="444171"/>
                </a:cubicBezTo>
                <a:close/>
              </a:path>
            </a:pathLst>
          </a:custGeom>
          <a:solidFill>
            <a:srgbClr val="E37B9D"/>
          </a:solidFill>
          <a:ln w="886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id="{F41DC037-6EC9-4357-9A50-521938CE6E1F}"/>
              </a:ext>
            </a:extLst>
          </p:cNvPr>
          <p:cNvSpPr/>
          <p:nvPr/>
        </p:nvSpPr>
        <p:spPr>
          <a:xfrm>
            <a:off x="-3206750" y="2101850"/>
            <a:ext cx="914400" cy="914400"/>
          </a:xfrm>
          <a:custGeom>
            <a:avLst/>
            <a:gdLst>
              <a:gd name="connsiteX0" fmla="*/ 457200 w 914400"/>
              <a:gd name="connsiteY0" fmla="*/ 0 h 914400"/>
              <a:gd name="connsiteX1" fmla="*/ 914400 w 914400"/>
              <a:gd name="connsiteY1" fmla="*/ 457200 h 914400"/>
              <a:gd name="connsiteX2" fmla="*/ 457200 w 914400"/>
              <a:gd name="connsiteY2" fmla="*/ 914400 h 914400"/>
              <a:gd name="connsiteX3" fmla="*/ 0 w 914400"/>
              <a:gd name="connsiteY3" fmla="*/ 457200 h 914400"/>
              <a:gd name="connsiteX4" fmla="*/ 457200 w 914400"/>
              <a:gd name="connsiteY4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" h="914400">
                <a:moveTo>
                  <a:pt x="457200" y="0"/>
                </a:moveTo>
                <a:cubicBezTo>
                  <a:pt x="457200" y="252505"/>
                  <a:pt x="661895" y="457200"/>
                  <a:pt x="914400" y="457200"/>
                </a:cubicBezTo>
                <a:cubicBezTo>
                  <a:pt x="661895" y="457200"/>
                  <a:pt x="457200" y="661895"/>
                  <a:pt x="457200" y="914400"/>
                </a:cubicBezTo>
                <a:cubicBezTo>
                  <a:pt x="457200" y="661895"/>
                  <a:pt x="252505" y="457200"/>
                  <a:pt x="0" y="457200"/>
                </a:cubicBezTo>
                <a:cubicBezTo>
                  <a:pt x="252505" y="457200"/>
                  <a:pt x="457200" y="252505"/>
                  <a:pt x="457200" y="0"/>
                </a:cubicBezTo>
                <a:close/>
              </a:path>
            </a:pathLst>
          </a:custGeom>
          <a:solidFill>
            <a:srgbClr val="CCA27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64825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그림 113">
            <a:extLst>
              <a:ext uri="{FF2B5EF4-FFF2-40B4-BE49-F238E27FC236}">
                <a16:creationId xmlns:a16="http://schemas.microsoft.com/office/drawing/2014/main" id="{B4D015EC-3094-493D-BB3A-2D8CBE3AC7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33095" y="1767824"/>
            <a:ext cx="2191810" cy="3322352"/>
          </a:xfrm>
          <a:prstGeom prst="rect">
            <a:avLst/>
          </a:prstGeom>
        </p:spPr>
      </p:pic>
      <p:pic>
        <p:nvPicPr>
          <p:cNvPr id="119" name="그래픽 118">
            <a:extLst>
              <a:ext uri="{FF2B5EF4-FFF2-40B4-BE49-F238E27FC236}">
                <a16:creationId xmlns:a16="http://schemas.microsoft.com/office/drawing/2014/main" id="{FE85E688-3991-4266-8221-F1E6A4C7F73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29162" y="0"/>
            <a:ext cx="4599676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43423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rgbClr val="EABE95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61FC1ED9-B826-4202-B4C0-39A8C61C8F6E}"/>
              </a:ext>
            </a:extLst>
          </p:cNvPr>
          <p:cNvSpPr/>
          <p:nvPr/>
        </p:nvSpPr>
        <p:spPr>
          <a:xfrm>
            <a:off x="3406140" y="4564856"/>
            <a:ext cx="45719" cy="504032"/>
          </a:xfrm>
          <a:prstGeom prst="roundRect">
            <a:avLst>
              <a:gd name="adj" fmla="val 50000"/>
            </a:avLst>
          </a:prstGeom>
          <a:solidFill>
            <a:srgbClr val="EABE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자유형: 도형 212">
            <a:extLst>
              <a:ext uri="{FF2B5EF4-FFF2-40B4-BE49-F238E27FC236}">
                <a16:creationId xmlns:a16="http://schemas.microsoft.com/office/drawing/2014/main" id="{212A82C9-0A3C-4CAA-8C91-E25FDA0A5DD0}"/>
              </a:ext>
            </a:extLst>
          </p:cNvPr>
          <p:cNvSpPr/>
          <p:nvPr/>
        </p:nvSpPr>
        <p:spPr>
          <a:xfrm rot="16200000">
            <a:off x="3373635" y="2226946"/>
            <a:ext cx="110728" cy="665558"/>
          </a:xfrm>
          <a:custGeom>
            <a:avLst/>
            <a:gdLst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289319 h 665558"/>
              <a:gd name="connsiteX4" fmla="*/ 66990 w 110728"/>
              <a:gd name="connsiteY4" fmla="*/ 146719 h 665558"/>
              <a:gd name="connsiteX5" fmla="*/ 64380 w 110728"/>
              <a:gd name="connsiteY5" fmla="*/ 127337 h 665558"/>
              <a:gd name="connsiteX6" fmla="*/ 110728 w 110728"/>
              <a:gd name="connsiteY6" fmla="*/ 332779 h 665558"/>
              <a:gd name="connsiteX7" fmla="*/ 73819 w 110728"/>
              <a:gd name="connsiteY7" fmla="*/ 665558 h 665558"/>
              <a:gd name="connsiteX8" fmla="*/ 36910 w 110728"/>
              <a:gd name="connsiteY8" fmla="*/ 665558 h 665558"/>
              <a:gd name="connsiteX9" fmla="*/ 36910 w 110728"/>
              <a:gd name="connsiteY9" fmla="*/ 665556 h 665558"/>
              <a:gd name="connsiteX10" fmla="*/ 36909 w 110728"/>
              <a:gd name="connsiteY10" fmla="*/ 665558 h 665558"/>
              <a:gd name="connsiteX11" fmla="*/ 0 w 110728"/>
              <a:gd name="connsiteY11" fmla="*/ 665558 h 665558"/>
              <a:gd name="connsiteX12" fmla="*/ 0 w 110728"/>
              <a:gd name="connsiteY12" fmla="*/ 664602 h 665558"/>
              <a:gd name="connsiteX13" fmla="*/ 13841 w 110728"/>
              <a:gd name="connsiteY13" fmla="*/ 639407 h 665558"/>
              <a:gd name="connsiteX14" fmla="*/ 36384 w 110728"/>
              <a:gd name="connsiteY14" fmla="*/ 332779 h 665558"/>
              <a:gd name="connsiteX15" fmla="*/ 13841 w 110728"/>
              <a:gd name="connsiteY15" fmla="*/ 26152 h 665558"/>
              <a:gd name="connsiteX16" fmla="*/ 0 w 110728"/>
              <a:gd name="connsiteY16" fmla="*/ 956 h 665558"/>
              <a:gd name="connsiteX17" fmla="*/ 0 w 110728"/>
              <a:gd name="connsiteY17" fmla="*/ 0 h 665558"/>
              <a:gd name="connsiteX18" fmla="*/ 36909 w 110728"/>
              <a:gd name="connsiteY18" fmla="*/ 0 h 665558"/>
              <a:gd name="connsiteX19" fmla="*/ 36910 w 110728"/>
              <a:gd name="connsiteY19" fmla="*/ 2 h 665558"/>
              <a:gd name="connsiteX20" fmla="*/ 36910 w 110728"/>
              <a:gd name="connsiteY20" fmla="*/ 0 h 665558"/>
              <a:gd name="connsiteX21" fmla="*/ 73819 w 110728"/>
              <a:gd name="connsiteY21" fmla="*/ 0 h 665558"/>
              <a:gd name="connsiteX22" fmla="*/ 110728 w 110728"/>
              <a:gd name="connsiteY22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71821 w 110728"/>
              <a:gd name="connsiteY4" fmla="*/ 289319 h 665558"/>
              <a:gd name="connsiteX5" fmla="*/ 66990 w 110728"/>
              <a:gd name="connsiteY5" fmla="*/ 146719 h 665558"/>
              <a:gd name="connsiteX6" fmla="*/ 71821 w 110728"/>
              <a:gd name="connsiteY6" fmla="*/ 289319 h 665558"/>
              <a:gd name="connsiteX7" fmla="*/ 110728 w 110728"/>
              <a:gd name="connsiteY7" fmla="*/ 332779 h 665558"/>
              <a:gd name="connsiteX8" fmla="*/ 73819 w 110728"/>
              <a:gd name="connsiteY8" fmla="*/ 665558 h 665558"/>
              <a:gd name="connsiteX9" fmla="*/ 36910 w 110728"/>
              <a:gd name="connsiteY9" fmla="*/ 665558 h 665558"/>
              <a:gd name="connsiteX10" fmla="*/ 36910 w 110728"/>
              <a:gd name="connsiteY10" fmla="*/ 665556 h 665558"/>
              <a:gd name="connsiteX11" fmla="*/ 36909 w 110728"/>
              <a:gd name="connsiteY11" fmla="*/ 665558 h 665558"/>
              <a:gd name="connsiteX12" fmla="*/ 0 w 110728"/>
              <a:gd name="connsiteY12" fmla="*/ 665558 h 665558"/>
              <a:gd name="connsiteX13" fmla="*/ 0 w 110728"/>
              <a:gd name="connsiteY13" fmla="*/ 664602 h 665558"/>
              <a:gd name="connsiteX14" fmla="*/ 13841 w 110728"/>
              <a:gd name="connsiteY14" fmla="*/ 639407 h 665558"/>
              <a:gd name="connsiteX15" fmla="*/ 36384 w 110728"/>
              <a:gd name="connsiteY15" fmla="*/ 332779 h 665558"/>
              <a:gd name="connsiteX16" fmla="*/ 13841 w 110728"/>
              <a:gd name="connsiteY16" fmla="*/ 26152 h 665558"/>
              <a:gd name="connsiteX17" fmla="*/ 0 w 110728"/>
              <a:gd name="connsiteY17" fmla="*/ 956 h 665558"/>
              <a:gd name="connsiteX18" fmla="*/ 0 w 110728"/>
              <a:gd name="connsiteY18" fmla="*/ 0 h 665558"/>
              <a:gd name="connsiteX19" fmla="*/ 36909 w 110728"/>
              <a:gd name="connsiteY19" fmla="*/ 0 h 665558"/>
              <a:gd name="connsiteX20" fmla="*/ 36910 w 110728"/>
              <a:gd name="connsiteY20" fmla="*/ 2 h 665558"/>
              <a:gd name="connsiteX21" fmla="*/ 36910 w 110728"/>
              <a:gd name="connsiteY21" fmla="*/ 0 h 665558"/>
              <a:gd name="connsiteX22" fmla="*/ 73819 w 110728"/>
              <a:gd name="connsiteY22" fmla="*/ 0 h 665558"/>
              <a:gd name="connsiteX23" fmla="*/ 110728 w 110728"/>
              <a:gd name="connsiteY23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110728 w 110728"/>
              <a:gd name="connsiteY4" fmla="*/ 332779 h 665558"/>
              <a:gd name="connsiteX5" fmla="*/ 73819 w 110728"/>
              <a:gd name="connsiteY5" fmla="*/ 665558 h 665558"/>
              <a:gd name="connsiteX6" fmla="*/ 36910 w 110728"/>
              <a:gd name="connsiteY6" fmla="*/ 665558 h 665558"/>
              <a:gd name="connsiteX7" fmla="*/ 36910 w 110728"/>
              <a:gd name="connsiteY7" fmla="*/ 665556 h 665558"/>
              <a:gd name="connsiteX8" fmla="*/ 36909 w 110728"/>
              <a:gd name="connsiteY8" fmla="*/ 665558 h 665558"/>
              <a:gd name="connsiteX9" fmla="*/ 0 w 110728"/>
              <a:gd name="connsiteY9" fmla="*/ 665558 h 665558"/>
              <a:gd name="connsiteX10" fmla="*/ 0 w 110728"/>
              <a:gd name="connsiteY10" fmla="*/ 664602 h 665558"/>
              <a:gd name="connsiteX11" fmla="*/ 13841 w 110728"/>
              <a:gd name="connsiteY11" fmla="*/ 639407 h 665558"/>
              <a:gd name="connsiteX12" fmla="*/ 36384 w 110728"/>
              <a:gd name="connsiteY12" fmla="*/ 332779 h 665558"/>
              <a:gd name="connsiteX13" fmla="*/ 13841 w 110728"/>
              <a:gd name="connsiteY13" fmla="*/ 26152 h 665558"/>
              <a:gd name="connsiteX14" fmla="*/ 0 w 110728"/>
              <a:gd name="connsiteY14" fmla="*/ 956 h 665558"/>
              <a:gd name="connsiteX15" fmla="*/ 0 w 110728"/>
              <a:gd name="connsiteY15" fmla="*/ 0 h 665558"/>
              <a:gd name="connsiteX16" fmla="*/ 36909 w 110728"/>
              <a:gd name="connsiteY16" fmla="*/ 0 h 665558"/>
              <a:gd name="connsiteX17" fmla="*/ 36910 w 110728"/>
              <a:gd name="connsiteY17" fmla="*/ 2 h 665558"/>
              <a:gd name="connsiteX18" fmla="*/ 36910 w 110728"/>
              <a:gd name="connsiteY18" fmla="*/ 0 h 665558"/>
              <a:gd name="connsiteX19" fmla="*/ 73819 w 110728"/>
              <a:gd name="connsiteY19" fmla="*/ 0 h 665558"/>
              <a:gd name="connsiteX20" fmla="*/ 110728 w 110728"/>
              <a:gd name="connsiteY20" fmla="*/ 332779 h 665558"/>
              <a:gd name="connsiteX0" fmla="*/ 66990 w 110728"/>
              <a:gd name="connsiteY0" fmla="*/ 518839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110728 w 110728"/>
              <a:gd name="connsiteY3" fmla="*/ 332779 h 665558"/>
              <a:gd name="connsiteX4" fmla="*/ 73819 w 110728"/>
              <a:gd name="connsiteY4" fmla="*/ 665558 h 665558"/>
              <a:gd name="connsiteX5" fmla="*/ 36910 w 110728"/>
              <a:gd name="connsiteY5" fmla="*/ 665558 h 665558"/>
              <a:gd name="connsiteX6" fmla="*/ 36910 w 110728"/>
              <a:gd name="connsiteY6" fmla="*/ 665556 h 665558"/>
              <a:gd name="connsiteX7" fmla="*/ 36909 w 110728"/>
              <a:gd name="connsiteY7" fmla="*/ 665558 h 665558"/>
              <a:gd name="connsiteX8" fmla="*/ 0 w 110728"/>
              <a:gd name="connsiteY8" fmla="*/ 665558 h 665558"/>
              <a:gd name="connsiteX9" fmla="*/ 0 w 110728"/>
              <a:gd name="connsiteY9" fmla="*/ 664602 h 665558"/>
              <a:gd name="connsiteX10" fmla="*/ 13841 w 110728"/>
              <a:gd name="connsiteY10" fmla="*/ 639407 h 665558"/>
              <a:gd name="connsiteX11" fmla="*/ 36384 w 110728"/>
              <a:gd name="connsiteY11" fmla="*/ 332779 h 665558"/>
              <a:gd name="connsiteX12" fmla="*/ 13841 w 110728"/>
              <a:gd name="connsiteY12" fmla="*/ 26152 h 665558"/>
              <a:gd name="connsiteX13" fmla="*/ 0 w 110728"/>
              <a:gd name="connsiteY13" fmla="*/ 956 h 665558"/>
              <a:gd name="connsiteX14" fmla="*/ 0 w 110728"/>
              <a:gd name="connsiteY14" fmla="*/ 0 h 665558"/>
              <a:gd name="connsiteX15" fmla="*/ 36909 w 110728"/>
              <a:gd name="connsiteY15" fmla="*/ 0 h 665558"/>
              <a:gd name="connsiteX16" fmla="*/ 36910 w 110728"/>
              <a:gd name="connsiteY16" fmla="*/ 2 h 665558"/>
              <a:gd name="connsiteX17" fmla="*/ 36910 w 110728"/>
              <a:gd name="connsiteY17" fmla="*/ 0 h 665558"/>
              <a:gd name="connsiteX18" fmla="*/ 73819 w 110728"/>
              <a:gd name="connsiteY18" fmla="*/ 0 h 665558"/>
              <a:gd name="connsiteX19" fmla="*/ 110728 w 110728"/>
              <a:gd name="connsiteY19" fmla="*/ 332779 h 665558"/>
              <a:gd name="connsiteX0" fmla="*/ 110728 w 110728"/>
              <a:gd name="connsiteY0" fmla="*/ 332779 h 665558"/>
              <a:gd name="connsiteX1" fmla="*/ 73819 w 110728"/>
              <a:gd name="connsiteY1" fmla="*/ 665558 h 665558"/>
              <a:gd name="connsiteX2" fmla="*/ 36910 w 110728"/>
              <a:gd name="connsiteY2" fmla="*/ 665558 h 665558"/>
              <a:gd name="connsiteX3" fmla="*/ 36910 w 110728"/>
              <a:gd name="connsiteY3" fmla="*/ 665556 h 665558"/>
              <a:gd name="connsiteX4" fmla="*/ 36909 w 110728"/>
              <a:gd name="connsiteY4" fmla="*/ 665558 h 665558"/>
              <a:gd name="connsiteX5" fmla="*/ 0 w 110728"/>
              <a:gd name="connsiteY5" fmla="*/ 665558 h 665558"/>
              <a:gd name="connsiteX6" fmla="*/ 0 w 110728"/>
              <a:gd name="connsiteY6" fmla="*/ 664602 h 665558"/>
              <a:gd name="connsiteX7" fmla="*/ 13841 w 110728"/>
              <a:gd name="connsiteY7" fmla="*/ 639407 h 665558"/>
              <a:gd name="connsiteX8" fmla="*/ 36384 w 110728"/>
              <a:gd name="connsiteY8" fmla="*/ 332779 h 665558"/>
              <a:gd name="connsiteX9" fmla="*/ 13841 w 110728"/>
              <a:gd name="connsiteY9" fmla="*/ 26152 h 665558"/>
              <a:gd name="connsiteX10" fmla="*/ 0 w 110728"/>
              <a:gd name="connsiteY10" fmla="*/ 956 h 665558"/>
              <a:gd name="connsiteX11" fmla="*/ 0 w 110728"/>
              <a:gd name="connsiteY11" fmla="*/ 0 h 665558"/>
              <a:gd name="connsiteX12" fmla="*/ 36909 w 110728"/>
              <a:gd name="connsiteY12" fmla="*/ 0 h 665558"/>
              <a:gd name="connsiteX13" fmla="*/ 36910 w 110728"/>
              <a:gd name="connsiteY13" fmla="*/ 2 h 665558"/>
              <a:gd name="connsiteX14" fmla="*/ 36910 w 110728"/>
              <a:gd name="connsiteY14" fmla="*/ 0 h 665558"/>
              <a:gd name="connsiteX15" fmla="*/ 73819 w 110728"/>
              <a:gd name="connsiteY15" fmla="*/ 0 h 665558"/>
              <a:gd name="connsiteX16" fmla="*/ 110728 w 110728"/>
              <a:gd name="connsiteY16" fmla="*/ 332779 h 665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0728" h="665558">
                <a:moveTo>
                  <a:pt x="110728" y="332779"/>
                </a:moveTo>
                <a:cubicBezTo>
                  <a:pt x="110728" y="516568"/>
                  <a:pt x="94203" y="665558"/>
                  <a:pt x="73819" y="665558"/>
                </a:cubicBezTo>
                <a:lnTo>
                  <a:pt x="36910" y="665558"/>
                </a:lnTo>
                <a:lnTo>
                  <a:pt x="36910" y="665556"/>
                </a:lnTo>
                <a:cubicBezTo>
                  <a:pt x="36910" y="665557"/>
                  <a:pt x="36909" y="665557"/>
                  <a:pt x="36909" y="665558"/>
                </a:cubicBezTo>
                <a:lnTo>
                  <a:pt x="0" y="665558"/>
                </a:lnTo>
                <a:lnTo>
                  <a:pt x="0" y="664602"/>
                </a:lnTo>
                <a:lnTo>
                  <a:pt x="13841" y="639407"/>
                </a:lnTo>
                <a:cubicBezTo>
                  <a:pt x="27088" y="588888"/>
                  <a:pt x="36384" y="470621"/>
                  <a:pt x="36384" y="332779"/>
                </a:cubicBezTo>
                <a:cubicBezTo>
                  <a:pt x="36384" y="194938"/>
                  <a:pt x="27089" y="76671"/>
                  <a:pt x="13841" y="26152"/>
                </a:cubicBezTo>
                <a:lnTo>
                  <a:pt x="0" y="956"/>
                </a:lnTo>
                <a:lnTo>
                  <a:pt x="0" y="0"/>
                </a:lnTo>
                <a:lnTo>
                  <a:pt x="36909" y="0"/>
                </a:lnTo>
                <a:cubicBezTo>
                  <a:pt x="36909" y="1"/>
                  <a:pt x="36910" y="1"/>
                  <a:pt x="36910" y="2"/>
                </a:cubicBezTo>
                <a:lnTo>
                  <a:pt x="36910" y="0"/>
                </a:lnTo>
                <a:lnTo>
                  <a:pt x="73819" y="0"/>
                </a:lnTo>
                <a:cubicBezTo>
                  <a:pt x="94203" y="0"/>
                  <a:pt x="110728" y="148990"/>
                  <a:pt x="110728" y="332779"/>
                </a:cubicBezTo>
                <a:close/>
              </a:path>
            </a:pathLst>
          </a:custGeom>
          <a:solidFill>
            <a:srgbClr val="EABE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4" name="자유형: 도형 213">
            <a:extLst>
              <a:ext uri="{FF2B5EF4-FFF2-40B4-BE49-F238E27FC236}">
                <a16:creationId xmlns:a16="http://schemas.microsoft.com/office/drawing/2014/main" id="{802FF964-0502-4E58-97D3-149FB8E7DA8A}"/>
              </a:ext>
            </a:extLst>
          </p:cNvPr>
          <p:cNvSpPr/>
          <p:nvPr/>
        </p:nvSpPr>
        <p:spPr>
          <a:xfrm flipV="1">
            <a:off x="2947612" y="1900864"/>
            <a:ext cx="962774" cy="614331"/>
          </a:xfrm>
          <a:custGeom>
            <a:avLst/>
            <a:gdLst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33933 h 614331"/>
              <a:gd name="connsiteX27" fmla="*/ 809939 w 962774"/>
              <a:gd name="connsiteY27" fmla="*/ 0 h 614331"/>
              <a:gd name="connsiteX28" fmla="*/ 808983 w 962774"/>
              <a:gd name="connsiteY28" fmla="*/ 0 h 614331"/>
              <a:gd name="connsiteX29" fmla="*/ 783788 w 962774"/>
              <a:gd name="connsiteY29" fmla="*/ 13841 h 614331"/>
              <a:gd name="connsiteX30" fmla="*/ 663220 w 962774"/>
              <a:gd name="connsiteY30" fmla="*/ 30080 h 614331"/>
              <a:gd name="connsiteX31" fmla="*/ 590980 w 962774"/>
              <a:gd name="connsiteY31" fmla="*/ 33932 h 614331"/>
              <a:gd name="connsiteX32" fmla="*/ 481387 w 962774"/>
              <a:gd name="connsiteY32" fmla="*/ 33932 h 614331"/>
              <a:gd name="connsiteX33" fmla="*/ 363340 w 962774"/>
              <a:gd name="connsiteY33" fmla="*/ 33932 h 614331"/>
              <a:gd name="connsiteX34" fmla="*/ 291100 w 962774"/>
              <a:gd name="connsiteY34" fmla="*/ 30080 h 614331"/>
              <a:gd name="connsiteX35" fmla="*/ 170533 w 962774"/>
              <a:gd name="connsiteY35" fmla="*/ 13841 h 614331"/>
              <a:gd name="connsiteX36" fmla="*/ 145337 w 962774"/>
              <a:gd name="connsiteY36" fmla="*/ 0 h 614331"/>
              <a:gd name="connsiteX37" fmla="*/ 144381 w 962774"/>
              <a:gd name="connsiteY37" fmla="*/ 0 h 614331"/>
              <a:gd name="connsiteX38" fmla="*/ 144381 w 962774"/>
              <a:gd name="connsiteY38" fmla="*/ 36909 h 614331"/>
              <a:gd name="connsiteX39" fmla="*/ 144644 w 962774"/>
              <a:gd name="connsiteY39" fmla="*/ 37199 h 614331"/>
              <a:gd name="connsiteX40" fmla="*/ 99569 w 962774"/>
              <a:gd name="connsiteY40" fmla="*/ 133945 h 614331"/>
              <a:gd name="connsiteX41" fmla="*/ 99570 w 962774"/>
              <a:gd name="connsiteY41" fmla="*/ 133945 h 614331"/>
              <a:gd name="connsiteX42" fmla="*/ 0 w 962774"/>
              <a:gd name="connsiteY42" fmla="*/ 347655 h 614331"/>
              <a:gd name="connsiteX43" fmla="*/ 3069 w 962774"/>
              <a:gd name="connsiteY43" fmla="*/ 348257 h 614331"/>
              <a:gd name="connsiteX44" fmla="*/ 113766 w 962774"/>
              <a:gd name="connsiteY44" fmla="*/ 276929 h 614331"/>
              <a:gd name="connsiteX45" fmla="*/ 114289 w 962774"/>
              <a:gd name="connsiteY45" fmla="*/ 274413 h 614331"/>
              <a:gd name="connsiteX46" fmla="*/ 150669 w 962774"/>
              <a:gd name="connsiteY46" fmla="*/ 268767 h 614331"/>
              <a:gd name="connsiteX47" fmla="*/ 189231 w 962774"/>
              <a:gd name="connsiteY47" fmla="*/ 248852 h 614331"/>
              <a:gd name="connsiteX48" fmla="*/ 191617 w 962774"/>
              <a:gd name="connsiteY48" fmla="*/ 246668 h 614331"/>
              <a:gd name="connsiteX49" fmla="*/ 166859 w 962774"/>
              <a:gd name="connsiteY49" fmla="*/ 253132 h 614331"/>
              <a:gd name="connsiteX50" fmla="*/ 145783 w 962774"/>
              <a:gd name="connsiteY50" fmla="*/ 247845 h 614331"/>
              <a:gd name="connsiteX51" fmla="*/ 135364 w 962774"/>
              <a:gd name="connsiteY51" fmla="*/ 205403 h 614331"/>
              <a:gd name="connsiteX52" fmla="*/ 146668 w 962774"/>
              <a:gd name="connsiteY52" fmla="*/ 184354 h 614331"/>
              <a:gd name="connsiteX53" fmla="*/ 165269 w 962774"/>
              <a:gd name="connsiteY53" fmla="*/ 167882 h 614331"/>
              <a:gd name="connsiteX54" fmla="*/ 242830 w 962774"/>
              <a:gd name="connsiteY54" fmla="*/ 166256 h 614331"/>
              <a:gd name="connsiteX55" fmla="*/ 257721 w 962774"/>
              <a:gd name="connsiteY55" fmla="*/ 187106 h 614331"/>
              <a:gd name="connsiteX56" fmla="*/ 260717 w 962774"/>
              <a:gd name="connsiteY56" fmla="*/ 206156 h 614331"/>
              <a:gd name="connsiteX57" fmla="*/ 265121 w 962774"/>
              <a:gd name="connsiteY57" fmla="*/ 194588 h 614331"/>
              <a:gd name="connsiteX58" fmla="*/ 349017 w 962774"/>
              <a:gd name="connsiteY58" fmla="*/ 157039 h 614331"/>
              <a:gd name="connsiteX59" fmla="*/ 417423 w 962774"/>
              <a:gd name="connsiteY59" fmla="*/ 252682 h 614331"/>
              <a:gd name="connsiteX60" fmla="*/ 354779 w 962774"/>
              <a:gd name="connsiteY60" fmla="*/ 319943 h 614331"/>
              <a:gd name="connsiteX61" fmla="*/ 352546 w 962774"/>
              <a:gd name="connsiteY61" fmla="*/ 320020 h 614331"/>
              <a:gd name="connsiteX62" fmla="*/ 407532 w 962774"/>
              <a:gd name="connsiteY62" fmla="*/ 386663 h 614331"/>
              <a:gd name="connsiteX63" fmla="*/ 465059 w 962774"/>
              <a:gd name="connsiteY63" fmla="*/ 506330 h 614331"/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0 h 614331"/>
              <a:gd name="connsiteX27" fmla="*/ 808983 w 962774"/>
              <a:gd name="connsiteY27" fmla="*/ 0 h 614331"/>
              <a:gd name="connsiteX28" fmla="*/ 783788 w 962774"/>
              <a:gd name="connsiteY28" fmla="*/ 13841 h 614331"/>
              <a:gd name="connsiteX29" fmla="*/ 663220 w 962774"/>
              <a:gd name="connsiteY29" fmla="*/ 30080 h 614331"/>
              <a:gd name="connsiteX30" fmla="*/ 590980 w 962774"/>
              <a:gd name="connsiteY30" fmla="*/ 33932 h 614331"/>
              <a:gd name="connsiteX31" fmla="*/ 481387 w 962774"/>
              <a:gd name="connsiteY31" fmla="*/ 33932 h 614331"/>
              <a:gd name="connsiteX32" fmla="*/ 363340 w 962774"/>
              <a:gd name="connsiteY32" fmla="*/ 33932 h 614331"/>
              <a:gd name="connsiteX33" fmla="*/ 291100 w 962774"/>
              <a:gd name="connsiteY33" fmla="*/ 30080 h 614331"/>
              <a:gd name="connsiteX34" fmla="*/ 170533 w 962774"/>
              <a:gd name="connsiteY34" fmla="*/ 13841 h 614331"/>
              <a:gd name="connsiteX35" fmla="*/ 145337 w 962774"/>
              <a:gd name="connsiteY35" fmla="*/ 0 h 614331"/>
              <a:gd name="connsiteX36" fmla="*/ 144381 w 962774"/>
              <a:gd name="connsiteY36" fmla="*/ 0 h 614331"/>
              <a:gd name="connsiteX37" fmla="*/ 144381 w 962774"/>
              <a:gd name="connsiteY37" fmla="*/ 36909 h 614331"/>
              <a:gd name="connsiteX38" fmla="*/ 144644 w 962774"/>
              <a:gd name="connsiteY38" fmla="*/ 37199 h 614331"/>
              <a:gd name="connsiteX39" fmla="*/ 99569 w 962774"/>
              <a:gd name="connsiteY39" fmla="*/ 133945 h 614331"/>
              <a:gd name="connsiteX40" fmla="*/ 99570 w 962774"/>
              <a:gd name="connsiteY40" fmla="*/ 133945 h 614331"/>
              <a:gd name="connsiteX41" fmla="*/ 0 w 962774"/>
              <a:gd name="connsiteY41" fmla="*/ 347655 h 614331"/>
              <a:gd name="connsiteX42" fmla="*/ 3069 w 962774"/>
              <a:gd name="connsiteY42" fmla="*/ 348257 h 614331"/>
              <a:gd name="connsiteX43" fmla="*/ 113766 w 962774"/>
              <a:gd name="connsiteY43" fmla="*/ 276929 h 614331"/>
              <a:gd name="connsiteX44" fmla="*/ 114289 w 962774"/>
              <a:gd name="connsiteY44" fmla="*/ 274413 h 614331"/>
              <a:gd name="connsiteX45" fmla="*/ 150669 w 962774"/>
              <a:gd name="connsiteY45" fmla="*/ 268767 h 614331"/>
              <a:gd name="connsiteX46" fmla="*/ 189231 w 962774"/>
              <a:gd name="connsiteY46" fmla="*/ 248852 h 614331"/>
              <a:gd name="connsiteX47" fmla="*/ 191617 w 962774"/>
              <a:gd name="connsiteY47" fmla="*/ 246668 h 614331"/>
              <a:gd name="connsiteX48" fmla="*/ 166859 w 962774"/>
              <a:gd name="connsiteY48" fmla="*/ 253132 h 614331"/>
              <a:gd name="connsiteX49" fmla="*/ 145783 w 962774"/>
              <a:gd name="connsiteY49" fmla="*/ 247845 h 614331"/>
              <a:gd name="connsiteX50" fmla="*/ 135364 w 962774"/>
              <a:gd name="connsiteY50" fmla="*/ 205403 h 614331"/>
              <a:gd name="connsiteX51" fmla="*/ 146668 w 962774"/>
              <a:gd name="connsiteY51" fmla="*/ 184354 h 614331"/>
              <a:gd name="connsiteX52" fmla="*/ 165269 w 962774"/>
              <a:gd name="connsiteY52" fmla="*/ 167882 h 614331"/>
              <a:gd name="connsiteX53" fmla="*/ 242830 w 962774"/>
              <a:gd name="connsiteY53" fmla="*/ 166256 h 614331"/>
              <a:gd name="connsiteX54" fmla="*/ 257721 w 962774"/>
              <a:gd name="connsiteY54" fmla="*/ 187106 h 614331"/>
              <a:gd name="connsiteX55" fmla="*/ 260717 w 962774"/>
              <a:gd name="connsiteY55" fmla="*/ 206156 h 614331"/>
              <a:gd name="connsiteX56" fmla="*/ 265121 w 962774"/>
              <a:gd name="connsiteY56" fmla="*/ 194588 h 614331"/>
              <a:gd name="connsiteX57" fmla="*/ 349017 w 962774"/>
              <a:gd name="connsiteY57" fmla="*/ 157039 h 614331"/>
              <a:gd name="connsiteX58" fmla="*/ 417423 w 962774"/>
              <a:gd name="connsiteY58" fmla="*/ 252682 h 614331"/>
              <a:gd name="connsiteX59" fmla="*/ 354779 w 962774"/>
              <a:gd name="connsiteY59" fmla="*/ 319943 h 614331"/>
              <a:gd name="connsiteX60" fmla="*/ 352546 w 962774"/>
              <a:gd name="connsiteY60" fmla="*/ 320020 h 614331"/>
              <a:gd name="connsiteX61" fmla="*/ 407532 w 962774"/>
              <a:gd name="connsiteY61" fmla="*/ 386663 h 614331"/>
              <a:gd name="connsiteX62" fmla="*/ 465059 w 962774"/>
              <a:gd name="connsiteY62" fmla="*/ 506330 h 614331"/>
              <a:gd name="connsiteX63" fmla="*/ 481387 w 962774"/>
              <a:gd name="connsiteY63" fmla="*/ 614331 h 614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962774" h="614331">
                <a:moveTo>
                  <a:pt x="481387" y="614331"/>
                </a:moveTo>
                <a:lnTo>
                  <a:pt x="497715" y="506330"/>
                </a:lnTo>
                <a:cubicBezTo>
                  <a:pt x="511074" y="463382"/>
                  <a:pt x="530594" y="423148"/>
                  <a:pt x="555242" y="386663"/>
                </a:cubicBezTo>
                <a:lnTo>
                  <a:pt x="610228" y="320020"/>
                </a:lnTo>
                <a:lnTo>
                  <a:pt x="607995" y="319943"/>
                </a:lnTo>
                <a:cubicBezTo>
                  <a:pt x="576488" y="312378"/>
                  <a:pt x="550992" y="286658"/>
                  <a:pt x="545351" y="252682"/>
                </a:cubicBezTo>
                <a:cubicBezTo>
                  <a:pt x="537830" y="207381"/>
                  <a:pt x="568456" y="164561"/>
                  <a:pt x="613757" y="157039"/>
                </a:cubicBezTo>
                <a:cubicBezTo>
                  <a:pt x="647733" y="151399"/>
                  <a:pt x="680312" y="167215"/>
                  <a:pt x="697653" y="194588"/>
                </a:cubicBezTo>
                <a:lnTo>
                  <a:pt x="702057" y="206156"/>
                </a:lnTo>
                <a:lnTo>
                  <a:pt x="705053" y="187106"/>
                </a:lnTo>
                <a:cubicBezTo>
                  <a:pt x="708225" y="179005"/>
                  <a:pt x="713182" y="171869"/>
                  <a:pt x="719944" y="166256"/>
                </a:cubicBezTo>
                <a:cubicBezTo>
                  <a:pt x="740232" y="149420"/>
                  <a:pt x="771011" y="151088"/>
                  <a:pt x="797505" y="167882"/>
                </a:cubicBezTo>
                <a:lnTo>
                  <a:pt x="816107" y="184354"/>
                </a:lnTo>
                <a:lnTo>
                  <a:pt x="827411" y="205403"/>
                </a:lnTo>
                <a:cubicBezTo>
                  <a:pt x="831525" y="224255"/>
                  <a:pt x="828377" y="239892"/>
                  <a:pt x="816991" y="247845"/>
                </a:cubicBezTo>
                <a:cubicBezTo>
                  <a:pt x="811298" y="251821"/>
                  <a:pt x="804084" y="253500"/>
                  <a:pt x="795915" y="253132"/>
                </a:cubicBezTo>
                <a:lnTo>
                  <a:pt x="771157" y="246668"/>
                </a:lnTo>
                <a:lnTo>
                  <a:pt x="773543" y="248852"/>
                </a:lnTo>
                <a:cubicBezTo>
                  <a:pt x="786149" y="257680"/>
                  <a:pt x="799257" y="264405"/>
                  <a:pt x="812105" y="268767"/>
                </a:cubicBezTo>
                <a:lnTo>
                  <a:pt x="848485" y="274413"/>
                </a:lnTo>
                <a:cubicBezTo>
                  <a:pt x="848659" y="275252"/>
                  <a:pt x="848834" y="276090"/>
                  <a:pt x="849008" y="276929"/>
                </a:cubicBezTo>
                <a:cubicBezTo>
                  <a:pt x="867246" y="318845"/>
                  <a:pt x="909942" y="348257"/>
                  <a:pt x="959705" y="348257"/>
                </a:cubicBezTo>
                <a:lnTo>
                  <a:pt x="962774" y="347655"/>
                </a:lnTo>
                <a:lnTo>
                  <a:pt x="856830" y="120264"/>
                </a:lnTo>
                <a:cubicBezTo>
                  <a:pt x="856801" y="120237"/>
                  <a:pt x="856771" y="120210"/>
                  <a:pt x="856742" y="120183"/>
                </a:cubicBezTo>
                <a:lnTo>
                  <a:pt x="816557" y="33933"/>
                </a:lnTo>
                <a:lnTo>
                  <a:pt x="809939" y="0"/>
                </a:lnTo>
                <a:lnTo>
                  <a:pt x="808983" y="0"/>
                </a:lnTo>
                <a:lnTo>
                  <a:pt x="783788" y="13841"/>
                </a:lnTo>
                <a:cubicBezTo>
                  <a:pt x="758528" y="20465"/>
                  <a:pt x="716332" y="26100"/>
                  <a:pt x="663220" y="30080"/>
                </a:cubicBezTo>
                <a:lnTo>
                  <a:pt x="590980" y="33932"/>
                </a:lnTo>
                <a:lnTo>
                  <a:pt x="481387" y="33932"/>
                </a:lnTo>
                <a:lnTo>
                  <a:pt x="363340" y="33932"/>
                </a:lnTo>
                <a:lnTo>
                  <a:pt x="291100" y="30080"/>
                </a:lnTo>
                <a:cubicBezTo>
                  <a:pt x="237989" y="26101"/>
                  <a:pt x="195792" y="20465"/>
                  <a:pt x="170533" y="13841"/>
                </a:cubicBezTo>
                <a:lnTo>
                  <a:pt x="145337" y="0"/>
                </a:lnTo>
                <a:lnTo>
                  <a:pt x="144381" y="0"/>
                </a:lnTo>
                <a:lnTo>
                  <a:pt x="144381" y="36909"/>
                </a:lnTo>
                <a:lnTo>
                  <a:pt x="144644" y="37199"/>
                </a:lnTo>
                <a:lnTo>
                  <a:pt x="99569" y="133945"/>
                </a:lnTo>
                <a:lnTo>
                  <a:pt x="99570" y="133945"/>
                </a:lnTo>
                <a:lnTo>
                  <a:pt x="0" y="347655"/>
                </a:lnTo>
                <a:lnTo>
                  <a:pt x="3069" y="348257"/>
                </a:lnTo>
                <a:cubicBezTo>
                  <a:pt x="52832" y="348257"/>
                  <a:pt x="95528" y="318845"/>
                  <a:pt x="113766" y="276929"/>
                </a:cubicBezTo>
                <a:cubicBezTo>
                  <a:pt x="113940" y="276090"/>
                  <a:pt x="114115" y="275252"/>
                  <a:pt x="114289" y="274413"/>
                </a:cubicBezTo>
                <a:lnTo>
                  <a:pt x="150669" y="268767"/>
                </a:lnTo>
                <a:cubicBezTo>
                  <a:pt x="163517" y="264405"/>
                  <a:pt x="176625" y="257680"/>
                  <a:pt x="189231" y="248852"/>
                </a:cubicBezTo>
                <a:lnTo>
                  <a:pt x="191617" y="246668"/>
                </a:lnTo>
                <a:lnTo>
                  <a:pt x="166859" y="253132"/>
                </a:lnTo>
                <a:cubicBezTo>
                  <a:pt x="158690" y="253500"/>
                  <a:pt x="151476" y="251821"/>
                  <a:pt x="145783" y="247845"/>
                </a:cubicBezTo>
                <a:cubicBezTo>
                  <a:pt x="134398" y="239892"/>
                  <a:pt x="131249" y="224255"/>
                  <a:pt x="135364" y="205403"/>
                </a:cubicBezTo>
                <a:lnTo>
                  <a:pt x="146668" y="184354"/>
                </a:lnTo>
                <a:lnTo>
                  <a:pt x="165269" y="167882"/>
                </a:lnTo>
                <a:cubicBezTo>
                  <a:pt x="191763" y="151088"/>
                  <a:pt x="222542" y="149420"/>
                  <a:pt x="242830" y="166256"/>
                </a:cubicBezTo>
                <a:cubicBezTo>
                  <a:pt x="249592" y="171869"/>
                  <a:pt x="254549" y="179005"/>
                  <a:pt x="257721" y="187106"/>
                </a:cubicBezTo>
                <a:lnTo>
                  <a:pt x="260717" y="206156"/>
                </a:lnTo>
                <a:lnTo>
                  <a:pt x="265121" y="194588"/>
                </a:lnTo>
                <a:cubicBezTo>
                  <a:pt x="282462" y="167215"/>
                  <a:pt x="315041" y="151399"/>
                  <a:pt x="349017" y="157039"/>
                </a:cubicBezTo>
                <a:cubicBezTo>
                  <a:pt x="394318" y="164561"/>
                  <a:pt x="424944" y="207381"/>
                  <a:pt x="417423" y="252682"/>
                </a:cubicBezTo>
                <a:cubicBezTo>
                  <a:pt x="411782" y="286658"/>
                  <a:pt x="386286" y="312378"/>
                  <a:pt x="354779" y="319943"/>
                </a:cubicBezTo>
                <a:lnTo>
                  <a:pt x="352546" y="320020"/>
                </a:lnTo>
                <a:lnTo>
                  <a:pt x="407532" y="386663"/>
                </a:lnTo>
                <a:cubicBezTo>
                  <a:pt x="432180" y="423148"/>
                  <a:pt x="451700" y="463382"/>
                  <a:pt x="465059" y="506330"/>
                </a:cubicBezTo>
                <a:lnTo>
                  <a:pt x="481387" y="614331"/>
                </a:lnTo>
                <a:close/>
              </a:path>
            </a:pathLst>
          </a:custGeom>
          <a:solidFill>
            <a:srgbClr val="EABE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9" name="자유형: 도형 218">
            <a:extLst>
              <a:ext uri="{FF2B5EF4-FFF2-40B4-BE49-F238E27FC236}">
                <a16:creationId xmlns:a16="http://schemas.microsoft.com/office/drawing/2014/main" id="{9314E7E9-7680-432D-A361-641C9D22EAFB}"/>
              </a:ext>
            </a:extLst>
          </p:cNvPr>
          <p:cNvSpPr/>
          <p:nvPr/>
        </p:nvSpPr>
        <p:spPr>
          <a:xfrm rot="5400000">
            <a:off x="3206583" y="5246688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ABE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ABE95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57D0E55E-C6C4-417F-9620-67CF9592E90C}"/>
              </a:ext>
            </a:extLst>
          </p:cNvPr>
          <p:cNvSpPr/>
          <p:nvPr/>
        </p:nvSpPr>
        <p:spPr>
          <a:xfrm>
            <a:off x="2274943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0" name="자유형: 도형 239">
            <a:extLst>
              <a:ext uri="{FF2B5EF4-FFF2-40B4-BE49-F238E27FC236}">
                <a16:creationId xmlns:a16="http://schemas.microsoft.com/office/drawing/2014/main" id="{EE736A88-5D33-4DB5-9872-5F11D8D7A975}"/>
              </a:ext>
            </a:extLst>
          </p:cNvPr>
          <p:cNvSpPr/>
          <p:nvPr/>
        </p:nvSpPr>
        <p:spPr>
          <a:xfrm>
            <a:off x="257722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1" name="자유형: 도형 240">
            <a:extLst>
              <a:ext uri="{FF2B5EF4-FFF2-40B4-BE49-F238E27FC236}">
                <a16:creationId xmlns:a16="http://schemas.microsoft.com/office/drawing/2014/main" id="{03721155-4F88-4CB1-94AF-A3B9614D2A96}"/>
              </a:ext>
            </a:extLst>
          </p:cNvPr>
          <p:cNvSpPr/>
          <p:nvPr/>
        </p:nvSpPr>
        <p:spPr>
          <a:xfrm>
            <a:off x="2757792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BE94850C-566A-4FD1-9146-A1555AEB3952}"/>
              </a:ext>
            </a:extLst>
          </p:cNvPr>
          <p:cNvSpPr/>
          <p:nvPr/>
        </p:nvSpPr>
        <p:spPr>
          <a:xfrm>
            <a:off x="2519775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ABE95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ABE95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227BB16D-7B73-40DB-BF93-F157482C6A57}"/>
              </a:ext>
            </a:extLst>
          </p:cNvPr>
          <p:cNvSpPr/>
          <p:nvPr/>
        </p:nvSpPr>
        <p:spPr>
          <a:xfrm flipH="1">
            <a:off x="4116381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E1BF2082-D836-4F15-86CD-FCF74405EFDE}"/>
              </a:ext>
            </a:extLst>
          </p:cNvPr>
          <p:cNvSpPr/>
          <p:nvPr/>
        </p:nvSpPr>
        <p:spPr>
          <a:xfrm flipH="1">
            <a:off x="374749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70D9F69A-92B7-4913-9945-0854DDA5CD5E}"/>
              </a:ext>
            </a:extLst>
          </p:cNvPr>
          <p:cNvSpPr/>
          <p:nvPr/>
        </p:nvSpPr>
        <p:spPr>
          <a:xfrm flipH="1">
            <a:off x="3640139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6" name="자유형: 도형 255">
            <a:extLst>
              <a:ext uri="{FF2B5EF4-FFF2-40B4-BE49-F238E27FC236}">
                <a16:creationId xmlns:a16="http://schemas.microsoft.com/office/drawing/2014/main" id="{5A498364-7494-4130-9F9B-F59306ACD3F8}"/>
              </a:ext>
            </a:extLst>
          </p:cNvPr>
          <p:cNvSpPr/>
          <p:nvPr/>
        </p:nvSpPr>
        <p:spPr>
          <a:xfrm flipH="1">
            <a:off x="3828310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E37B9D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rgbClr val="EABE95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61" name="다이아몬드 260">
            <a:extLst>
              <a:ext uri="{FF2B5EF4-FFF2-40B4-BE49-F238E27FC236}">
                <a16:creationId xmlns:a16="http://schemas.microsoft.com/office/drawing/2014/main" id="{85E84ED9-8C24-4979-8D91-43A11EF8313A}"/>
              </a:ext>
            </a:extLst>
          </p:cNvPr>
          <p:cNvSpPr/>
          <p:nvPr/>
        </p:nvSpPr>
        <p:spPr>
          <a:xfrm>
            <a:off x="3390137" y="2126703"/>
            <a:ext cx="77726" cy="106915"/>
          </a:xfrm>
          <a:prstGeom prst="diamond">
            <a:avLst/>
          </a:prstGeom>
          <a:solidFill>
            <a:srgbClr val="E37B9D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2" name="다이아몬드 261">
            <a:extLst>
              <a:ext uri="{FF2B5EF4-FFF2-40B4-BE49-F238E27FC236}">
                <a16:creationId xmlns:a16="http://schemas.microsoft.com/office/drawing/2014/main" id="{7FC67C27-607B-4D06-AB02-A2A053E3FCAB}"/>
              </a:ext>
            </a:extLst>
          </p:cNvPr>
          <p:cNvSpPr/>
          <p:nvPr/>
        </p:nvSpPr>
        <p:spPr>
          <a:xfrm>
            <a:off x="3390137" y="2363272"/>
            <a:ext cx="77726" cy="106915"/>
          </a:xfrm>
          <a:prstGeom prst="diamond">
            <a:avLst/>
          </a:prstGeom>
          <a:solidFill>
            <a:srgbClr val="E37B9D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3" name="다이아몬드 262">
            <a:extLst>
              <a:ext uri="{FF2B5EF4-FFF2-40B4-BE49-F238E27FC236}">
                <a16:creationId xmlns:a16="http://schemas.microsoft.com/office/drawing/2014/main" id="{4F39162B-4E5C-4019-9479-B5E84859E9E2}"/>
              </a:ext>
            </a:extLst>
          </p:cNvPr>
          <p:cNvSpPr/>
          <p:nvPr/>
        </p:nvSpPr>
        <p:spPr>
          <a:xfrm>
            <a:off x="3186724" y="2447655"/>
            <a:ext cx="64236" cy="88359"/>
          </a:xfrm>
          <a:prstGeom prst="diamond">
            <a:avLst/>
          </a:prstGeom>
          <a:solidFill>
            <a:srgbClr val="E37B9D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4" name="다이아몬드 263">
            <a:extLst>
              <a:ext uri="{FF2B5EF4-FFF2-40B4-BE49-F238E27FC236}">
                <a16:creationId xmlns:a16="http://schemas.microsoft.com/office/drawing/2014/main" id="{4DD1DB5B-4116-4AC4-9FBD-EF0BD63B68B5}"/>
              </a:ext>
            </a:extLst>
          </p:cNvPr>
          <p:cNvSpPr/>
          <p:nvPr/>
        </p:nvSpPr>
        <p:spPr>
          <a:xfrm>
            <a:off x="3604516" y="2447655"/>
            <a:ext cx="64236" cy="88359"/>
          </a:xfrm>
          <a:prstGeom prst="diamond">
            <a:avLst/>
          </a:prstGeom>
          <a:solidFill>
            <a:srgbClr val="E37B9D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6" name="자유형: 도형 265">
            <a:extLst>
              <a:ext uri="{FF2B5EF4-FFF2-40B4-BE49-F238E27FC236}">
                <a16:creationId xmlns:a16="http://schemas.microsoft.com/office/drawing/2014/main" id="{BBD87BBB-E3F3-4C0C-A3AB-D180DCC47F1E}"/>
              </a:ext>
            </a:extLst>
          </p:cNvPr>
          <p:cNvSpPr/>
          <p:nvPr/>
        </p:nvSpPr>
        <p:spPr>
          <a:xfrm rot="5400000">
            <a:off x="3206583" y="1235151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ABE9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9707263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직사각형 50">
            <a:extLst>
              <a:ext uri="{FF2B5EF4-FFF2-40B4-BE49-F238E27FC236}">
                <a16:creationId xmlns:a16="http://schemas.microsoft.com/office/drawing/2014/main" id="{D514636A-3CEF-4F74-B283-F38FDDAF0769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ect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57D0E55E-C6C4-417F-9620-67CF9592E90C}"/>
              </a:ext>
            </a:extLst>
          </p:cNvPr>
          <p:cNvSpPr/>
          <p:nvPr/>
        </p:nvSpPr>
        <p:spPr>
          <a:xfrm>
            <a:off x="2274943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0" name="자유형: 도형 239">
            <a:extLst>
              <a:ext uri="{FF2B5EF4-FFF2-40B4-BE49-F238E27FC236}">
                <a16:creationId xmlns:a16="http://schemas.microsoft.com/office/drawing/2014/main" id="{EE736A88-5D33-4DB5-9872-5F11D8D7A975}"/>
              </a:ext>
            </a:extLst>
          </p:cNvPr>
          <p:cNvSpPr/>
          <p:nvPr/>
        </p:nvSpPr>
        <p:spPr>
          <a:xfrm>
            <a:off x="257722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1" name="자유형: 도형 240">
            <a:extLst>
              <a:ext uri="{FF2B5EF4-FFF2-40B4-BE49-F238E27FC236}">
                <a16:creationId xmlns:a16="http://schemas.microsoft.com/office/drawing/2014/main" id="{03721155-4F88-4CB1-94AF-A3B9614D2A96}"/>
              </a:ext>
            </a:extLst>
          </p:cNvPr>
          <p:cNvSpPr/>
          <p:nvPr/>
        </p:nvSpPr>
        <p:spPr>
          <a:xfrm>
            <a:off x="2757792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BE94850C-566A-4FD1-9146-A1555AEB3952}"/>
              </a:ext>
            </a:extLst>
          </p:cNvPr>
          <p:cNvSpPr/>
          <p:nvPr/>
        </p:nvSpPr>
        <p:spPr>
          <a:xfrm>
            <a:off x="2519775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227BB16D-7B73-40DB-BF93-F157482C6A57}"/>
              </a:ext>
            </a:extLst>
          </p:cNvPr>
          <p:cNvSpPr/>
          <p:nvPr/>
        </p:nvSpPr>
        <p:spPr>
          <a:xfrm flipH="1">
            <a:off x="4116381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E1BF2082-D836-4F15-86CD-FCF74405EFDE}"/>
              </a:ext>
            </a:extLst>
          </p:cNvPr>
          <p:cNvSpPr/>
          <p:nvPr/>
        </p:nvSpPr>
        <p:spPr>
          <a:xfrm flipH="1">
            <a:off x="374749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70D9F69A-92B7-4913-9945-0854DDA5CD5E}"/>
              </a:ext>
            </a:extLst>
          </p:cNvPr>
          <p:cNvSpPr/>
          <p:nvPr/>
        </p:nvSpPr>
        <p:spPr>
          <a:xfrm flipH="1">
            <a:off x="3640139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6" name="자유형: 도형 255">
            <a:extLst>
              <a:ext uri="{FF2B5EF4-FFF2-40B4-BE49-F238E27FC236}">
                <a16:creationId xmlns:a16="http://schemas.microsoft.com/office/drawing/2014/main" id="{5A498364-7494-4130-9F9B-F59306ACD3F8}"/>
              </a:ext>
            </a:extLst>
          </p:cNvPr>
          <p:cNvSpPr/>
          <p:nvPr/>
        </p:nvSpPr>
        <p:spPr>
          <a:xfrm flipH="1">
            <a:off x="3828310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rgbClr val="E0C7A9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55F60FF7-505C-425F-9FCE-68CAADD5FD5C}"/>
              </a:ext>
            </a:extLst>
          </p:cNvPr>
          <p:cNvSpPr/>
          <p:nvPr/>
        </p:nvSpPr>
        <p:spPr>
          <a:xfrm rot="5400000">
            <a:off x="3206583" y="4645818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E5970A4-9B5B-4783-B78B-693731C2E718}"/>
              </a:ext>
            </a:extLst>
          </p:cNvPr>
          <p:cNvGrpSpPr/>
          <p:nvPr/>
        </p:nvGrpSpPr>
        <p:grpSpPr>
          <a:xfrm>
            <a:off x="1479247" y="5090199"/>
            <a:ext cx="3899507" cy="701792"/>
            <a:chOff x="1577120" y="5090199"/>
            <a:chExt cx="3703758" cy="701792"/>
          </a:xfrm>
          <a:solidFill>
            <a:srgbClr val="CA5A85"/>
          </a:solidFill>
        </p:grpSpPr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C355B01D-85C4-4360-9860-82AB5EB219AC}"/>
                </a:ext>
              </a:extLst>
            </p:cNvPr>
            <p:cNvSpPr/>
            <p:nvPr/>
          </p:nvSpPr>
          <p:spPr>
            <a:xfrm>
              <a:off x="1577120" y="5090199"/>
              <a:ext cx="302036" cy="604072"/>
            </a:xfrm>
            <a:custGeom>
              <a:avLst/>
              <a:gdLst>
                <a:gd name="connsiteX0" fmla="*/ 0 w 302036"/>
                <a:gd name="connsiteY0" fmla="*/ 0 h 604072"/>
                <a:gd name="connsiteX1" fmla="*/ 302036 w 302036"/>
                <a:gd name="connsiteY1" fmla="*/ 0 h 604072"/>
                <a:gd name="connsiteX2" fmla="*/ 213202 w 302036"/>
                <a:gd name="connsiteY2" fmla="*/ 97718 h 604072"/>
                <a:gd name="connsiteX3" fmla="*/ 213202 w 302036"/>
                <a:gd name="connsiteY3" fmla="*/ 604073 h 604072"/>
                <a:gd name="connsiteX4" fmla="*/ 26650 w 302036"/>
                <a:gd name="connsiteY4" fmla="*/ 604073 h 604072"/>
                <a:gd name="connsiteX5" fmla="*/ 133251 w 302036"/>
                <a:gd name="connsiteY5" fmla="*/ 373104 h 60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036" h="604072">
                  <a:moveTo>
                    <a:pt x="0" y="0"/>
                  </a:moveTo>
                  <a:lnTo>
                    <a:pt x="302036" y="0"/>
                  </a:lnTo>
                  <a:lnTo>
                    <a:pt x="213202" y="97718"/>
                  </a:lnTo>
                  <a:lnTo>
                    <a:pt x="213202" y="604073"/>
                  </a:lnTo>
                  <a:lnTo>
                    <a:pt x="26650" y="604073"/>
                  </a:lnTo>
                  <a:lnTo>
                    <a:pt x="133251" y="373104"/>
                  </a:ln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814BD6BF-BF4F-418D-9D4B-1BEFE79D7F2E}"/>
                </a:ext>
              </a:extLst>
            </p:cNvPr>
            <p:cNvSpPr/>
            <p:nvPr/>
          </p:nvSpPr>
          <p:spPr>
            <a:xfrm rot="10800000" flipV="1">
              <a:off x="4978842" y="5090199"/>
              <a:ext cx="302036" cy="604072"/>
            </a:xfrm>
            <a:custGeom>
              <a:avLst/>
              <a:gdLst>
                <a:gd name="connsiteX0" fmla="*/ 396 w 302036"/>
                <a:gd name="connsiteY0" fmla="*/ 0 h 604072"/>
                <a:gd name="connsiteX1" fmla="*/ 302432 w 302036"/>
                <a:gd name="connsiteY1" fmla="*/ 0 h 604072"/>
                <a:gd name="connsiteX2" fmla="*/ 213598 w 302036"/>
                <a:gd name="connsiteY2" fmla="*/ 97718 h 604072"/>
                <a:gd name="connsiteX3" fmla="*/ 213598 w 302036"/>
                <a:gd name="connsiteY3" fmla="*/ 604073 h 604072"/>
                <a:gd name="connsiteX4" fmla="*/ 27046 w 302036"/>
                <a:gd name="connsiteY4" fmla="*/ 604073 h 604072"/>
                <a:gd name="connsiteX5" fmla="*/ 133647 w 302036"/>
                <a:gd name="connsiteY5" fmla="*/ 373104 h 60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036" h="604072">
                  <a:moveTo>
                    <a:pt x="396" y="0"/>
                  </a:moveTo>
                  <a:lnTo>
                    <a:pt x="302432" y="0"/>
                  </a:lnTo>
                  <a:lnTo>
                    <a:pt x="213598" y="97718"/>
                  </a:lnTo>
                  <a:lnTo>
                    <a:pt x="213598" y="604073"/>
                  </a:lnTo>
                  <a:lnTo>
                    <a:pt x="27046" y="604073"/>
                  </a:lnTo>
                  <a:lnTo>
                    <a:pt x="133647" y="373104"/>
                  </a:ln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A49AC85D-85A1-4FE4-B755-355CC1CBD2BE}"/>
                </a:ext>
              </a:extLst>
            </p:cNvPr>
            <p:cNvSpPr/>
            <p:nvPr/>
          </p:nvSpPr>
          <p:spPr>
            <a:xfrm>
              <a:off x="1803334" y="5223450"/>
              <a:ext cx="3251331" cy="568541"/>
            </a:xfrm>
            <a:custGeom>
              <a:avLst/>
              <a:gdLst>
                <a:gd name="connsiteX0" fmla="*/ 0 w 3251331"/>
                <a:gd name="connsiteY0" fmla="*/ 0 h 568541"/>
                <a:gd name="connsiteX1" fmla="*/ 3251332 w 3251331"/>
                <a:gd name="connsiteY1" fmla="*/ 0 h 568541"/>
                <a:gd name="connsiteX2" fmla="*/ 3251332 w 3251331"/>
                <a:gd name="connsiteY2" fmla="*/ 444171 h 568541"/>
                <a:gd name="connsiteX3" fmla="*/ 0 w 3251331"/>
                <a:gd name="connsiteY3" fmla="*/ 444171 h 56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1331" h="568541">
                  <a:moveTo>
                    <a:pt x="0" y="0"/>
                  </a:moveTo>
                  <a:cubicBezTo>
                    <a:pt x="1083777" y="159902"/>
                    <a:pt x="2167554" y="159902"/>
                    <a:pt x="3251332" y="0"/>
                  </a:cubicBezTo>
                  <a:lnTo>
                    <a:pt x="3251332" y="444171"/>
                  </a:lnTo>
                  <a:cubicBezTo>
                    <a:pt x="2167554" y="609998"/>
                    <a:pt x="1083777" y="609998"/>
                    <a:pt x="0" y="444171"/>
                  </a:cubicBezTo>
                  <a:close/>
                </a:path>
              </a:pathLst>
            </a:custGeom>
            <a:grpFill/>
            <a:ln w="57150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6CA61294-F3BB-4525-93F6-2B0C9290D5B5}"/>
              </a:ext>
            </a:extLst>
          </p:cNvPr>
          <p:cNvSpPr/>
          <p:nvPr/>
        </p:nvSpPr>
        <p:spPr>
          <a:xfrm rot="16200000">
            <a:off x="3368099" y="2129563"/>
            <a:ext cx="121801" cy="732114"/>
          </a:xfrm>
          <a:custGeom>
            <a:avLst/>
            <a:gdLst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289319 h 665558"/>
              <a:gd name="connsiteX4" fmla="*/ 66990 w 110728"/>
              <a:gd name="connsiteY4" fmla="*/ 146719 h 665558"/>
              <a:gd name="connsiteX5" fmla="*/ 64380 w 110728"/>
              <a:gd name="connsiteY5" fmla="*/ 127337 h 665558"/>
              <a:gd name="connsiteX6" fmla="*/ 110728 w 110728"/>
              <a:gd name="connsiteY6" fmla="*/ 332779 h 665558"/>
              <a:gd name="connsiteX7" fmla="*/ 73819 w 110728"/>
              <a:gd name="connsiteY7" fmla="*/ 665558 h 665558"/>
              <a:gd name="connsiteX8" fmla="*/ 36910 w 110728"/>
              <a:gd name="connsiteY8" fmla="*/ 665558 h 665558"/>
              <a:gd name="connsiteX9" fmla="*/ 36910 w 110728"/>
              <a:gd name="connsiteY9" fmla="*/ 665556 h 665558"/>
              <a:gd name="connsiteX10" fmla="*/ 36909 w 110728"/>
              <a:gd name="connsiteY10" fmla="*/ 665558 h 665558"/>
              <a:gd name="connsiteX11" fmla="*/ 0 w 110728"/>
              <a:gd name="connsiteY11" fmla="*/ 665558 h 665558"/>
              <a:gd name="connsiteX12" fmla="*/ 0 w 110728"/>
              <a:gd name="connsiteY12" fmla="*/ 664602 h 665558"/>
              <a:gd name="connsiteX13" fmla="*/ 13841 w 110728"/>
              <a:gd name="connsiteY13" fmla="*/ 639407 h 665558"/>
              <a:gd name="connsiteX14" fmla="*/ 36384 w 110728"/>
              <a:gd name="connsiteY14" fmla="*/ 332779 h 665558"/>
              <a:gd name="connsiteX15" fmla="*/ 13841 w 110728"/>
              <a:gd name="connsiteY15" fmla="*/ 26152 h 665558"/>
              <a:gd name="connsiteX16" fmla="*/ 0 w 110728"/>
              <a:gd name="connsiteY16" fmla="*/ 956 h 665558"/>
              <a:gd name="connsiteX17" fmla="*/ 0 w 110728"/>
              <a:gd name="connsiteY17" fmla="*/ 0 h 665558"/>
              <a:gd name="connsiteX18" fmla="*/ 36909 w 110728"/>
              <a:gd name="connsiteY18" fmla="*/ 0 h 665558"/>
              <a:gd name="connsiteX19" fmla="*/ 36910 w 110728"/>
              <a:gd name="connsiteY19" fmla="*/ 2 h 665558"/>
              <a:gd name="connsiteX20" fmla="*/ 36910 w 110728"/>
              <a:gd name="connsiteY20" fmla="*/ 0 h 665558"/>
              <a:gd name="connsiteX21" fmla="*/ 73819 w 110728"/>
              <a:gd name="connsiteY21" fmla="*/ 0 h 665558"/>
              <a:gd name="connsiteX22" fmla="*/ 110728 w 110728"/>
              <a:gd name="connsiteY22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71821 w 110728"/>
              <a:gd name="connsiteY4" fmla="*/ 289319 h 665558"/>
              <a:gd name="connsiteX5" fmla="*/ 66990 w 110728"/>
              <a:gd name="connsiteY5" fmla="*/ 146719 h 665558"/>
              <a:gd name="connsiteX6" fmla="*/ 71821 w 110728"/>
              <a:gd name="connsiteY6" fmla="*/ 289319 h 665558"/>
              <a:gd name="connsiteX7" fmla="*/ 110728 w 110728"/>
              <a:gd name="connsiteY7" fmla="*/ 332779 h 665558"/>
              <a:gd name="connsiteX8" fmla="*/ 73819 w 110728"/>
              <a:gd name="connsiteY8" fmla="*/ 665558 h 665558"/>
              <a:gd name="connsiteX9" fmla="*/ 36910 w 110728"/>
              <a:gd name="connsiteY9" fmla="*/ 665558 h 665558"/>
              <a:gd name="connsiteX10" fmla="*/ 36910 w 110728"/>
              <a:gd name="connsiteY10" fmla="*/ 665556 h 665558"/>
              <a:gd name="connsiteX11" fmla="*/ 36909 w 110728"/>
              <a:gd name="connsiteY11" fmla="*/ 665558 h 665558"/>
              <a:gd name="connsiteX12" fmla="*/ 0 w 110728"/>
              <a:gd name="connsiteY12" fmla="*/ 665558 h 665558"/>
              <a:gd name="connsiteX13" fmla="*/ 0 w 110728"/>
              <a:gd name="connsiteY13" fmla="*/ 664602 h 665558"/>
              <a:gd name="connsiteX14" fmla="*/ 13841 w 110728"/>
              <a:gd name="connsiteY14" fmla="*/ 639407 h 665558"/>
              <a:gd name="connsiteX15" fmla="*/ 36384 w 110728"/>
              <a:gd name="connsiteY15" fmla="*/ 332779 h 665558"/>
              <a:gd name="connsiteX16" fmla="*/ 13841 w 110728"/>
              <a:gd name="connsiteY16" fmla="*/ 26152 h 665558"/>
              <a:gd name="connsiteX17" fmla="*/ 0 w 110728"/>
              <a:gd name="connsiteY17" fmla="*/ 956 h 665558"/>
              <a:gd name="connsiteX18" fmla="*/ 0 w 110728"/>
              <a:gd name="connsiteY18" fmla="*/ 0 h 665558"/>
              <a:gd name="connsiteX19" fmla="*/ 36909 w 110728"/>
              <a:gd name="connsiteY19" fmla="*/ 0 h 665558"/>
              <a:gd name="connsiteX20" fmla="*/ 36910 w 110728"/>
              <a:gd name="connsiteY20" fmla="*/ 2 h 665558"/>
              <a:gd name="connsiteX21" fmla="*/ 36910 w 110728"/>
              <a:gd name="connsiteY21" fmla="*/ 0 h 665558"/>
              <a:gd name="connsiteX22" fmla="*/ 73819 w 110728"/>
              <a:gd name="connsiteY22" fmla="*/ 0 h 665558"/>
              <a:gd name="connsiteX23" fmla="*/ 110728 w 110728"/>
              <a:gd name="connsiteY23" fmla="*/ 332779 h 665558"/>
              <a:gd name="connsiteX0" fmla="*/ 71821 w 110728"/>
              <a:gd name="connsiteY0" fmla="*/ 376242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71821 w 110728"/>
              <a:gd name="connsiteY3" fmla="*/ 376242 h 665558"/>
              <a:gd name="connsiteX4" fmla="*/ 110728 w 110728"/>
              <a:gd name="connsiteY4" fmla="*/ 332779 h 665558"/>
              <a:gd name="connsiteX5" fmla="*/ 73819 w 110728"/>
              <a:gd name="connsiteY5" fmla="*/ 665558 h 665558"/>
              <a:gd name="connsiteX6" fmla="*/ 36910 w 110728"/>
              <a:gd name="connsiteY6" fmla="*/ 665558 h 665558"/>
              <a:gd name="connsiteX7" fmla="*/ 36910 w 110728"/>
              <a:gd name="connsiteY7" fmla="*/ 665556 h 665558"/>
              <a:gd name="connsiteX8" fmla="*/ 36909 w 110728"/>
              <a:gd name="connsiteY8" fmla="*/ 665558 h 665558"/>
              <a:gd name="connsiteX9" fmla="*/ 0 w 110728"/>
              <a:gd name="connsiteY9" fmla="*/ 665558 h 665558"/>
              <a:gd name="connsiteX10" fmla="*/ 0 w 110728"/>
              <a:gd name="connsiteY10" fmla="*/ 664602 h 665558"/>
              <a:gd name="connsiteX11" fmla="*/ 13841 w 110728"/>
              <a:gd name="connsiteY11" fmla="*/ 639407 h 665558"/>
              <a:gd name="connsiteX12" fmla="*/ 36384 w 110728"/>
              <a:gd name="connsiteY12" fmla="*/ 332779 h 665558"/>
              <a:gd name="connsiteX13" fmla="*/ 13841 w 110728"/>
              <a:gd name="connsiteY13" fmla="*/ 26152 h 665558"/>
              <a:gd name="connsiteX14" fmla="*/ 0 w 110728"/>
              <a:gd name="connsiteY14" fmla="*/ 956 h 665558"/>
              <a:gd name="connsiteX15" fmla="*/ 0 w 110728"/>
              <a:gd name="connsiteY15" fmla="*/ 0 h 665558"/>
              <a:gd name="connsiteX16" fmla="*/ 36909 w 110728"/>
              <a:gd name="connsiteY16" fmla="*/ 0 h 665558"/>
              <a:gd name="connsiteX17" fmla="*/ 36910 w 110728"/>
              <a:gd name="connsiteY17" fmla="*/ 2 h 665558"/>
              <a:gd name="connsiteX18" fmla="*/ 36910 w 110728"/>
              <a:gd name="connsiteY18" fmla="*/ 0 h 665558"/>
              <a:gd name="connsiteX19" fmla="*/ 73819 w 110728"/>
              <a:gd name="connsiteY19" fmla="*/ 0 h 665558"/>
              <a:gd name="connsiteX20" fmla="*/ 110728 w 110728"/>
              <a:gd name="connsiteY20" fmla="*/ 332779 h 665558"/>
              <a:gd name="connsiteX0" fmla="*/ 66990 w 110728"/>
              <a:gd name="connsiteY0" fmla="*/ 518839 h 665558"/>
              <a:gd name="connsiteX1" fmla="*/ 64380 w 110728"/>
              <a:gd name="connsiteY1" fmla="*/ 538220 h 665558"/>
              <a:gd name="connsiteX2" fmla="*/ 66990 w 110728"/>
              <a:gd name="connsiteY2" fmla="*/ 518839 h 665558"/>
              <a:gd name="connsiteX3" fmla="*/ 110728 w 110728"/>
              <a:gd name="connsiteY3" fmla="*/ 332779 h 665558"/>
              <a:gd name="connsiteX4" fmla="*/ 73819 w 110728"/>
              <a:gd name="connsiteY4" fmla="*/ 665558 h 665558"/>
              <a:gd name="connsiteX5" fmla="*/ 36910 w 110728"/>
              <a:gd name="connsiteY5" fmla="*/ 665558 h 665558"/>
              <a:gd name="connsiteX6" fmla="*/ 36910 w 110728"/>
              <a:gd name="connsiteY6" fmla="*/ 665556 h 665558"/>
              <a:gd name="connsiteX7" fmla="*/ 36909 w 110728"/>
              <a:gd name="connsiteY7" fmla="*/ 665558 h 665558"/>
              <a:gd name="connsiteX8" fmla="*/ 0 w 110728"/>
              <a:gd name="connsiteY8" fmla="*/ 665558 h 665558"/>
              <a:gd name="connsiteX9" fmla="*/ 0 w 110728"/>
              <a:gd name="connsiteY9" fmla="*/ 664602 h 665558"/>
              <a:gd name="connsiteX10" fmla="*/ 13841 w 110728"/>
              <a:gd name="connsiteY10" fmla="*/ 639407 h 665558"/>
              <a:gd name="connsiteX11" fmla="*/ 36384 w 110728"/>
              <a:gd name="connsiteY11" fmla="*/ 332779 h 665558"/>
              <a:gd name="connsiteX12" fmla="*/ 13841 w 110728"/>
              <a:gd name="connsiteY12" fmla="*/ 26152 h 665558"/>
              <a:gd name="connsiteX13" fmla="*/ 0 w 110728"/>
              <a:gd name="connsiteY13" fmla="*/ 956 h 665558"/>
              <a:gd name="connsiteX14" fmla="*/ 0 w 110728"/>
              <a:gd name="connsiteY14" fmla="*/ 0 h 665558"/>
              <a:gd name="connsiteX15" fmla="*/ 36909 w 110728"/>
              <a:gd name="connsiteY15" fmla="*/ 0 h 665558"/>
              <a:gd name="connsiteX16" fmla="*/ 36910 w 110728"/>
              <a:gd name="connsiteY16" fmla="*/ 2 h 665558"/>
              <a:gd name="connsiteX17" fmla="*/ 36910 w 110728"/>
              <a:gd name="connsiteY17" fmla="*/ 0 h 665558"/>
              <a:gd name="connsiteX18" fmla="*/ 73819 w 110728"/>
              <a:gd name="connsiteY18" fmla="*/ 0 h 665558"/>
              <a:gd name="connsiteX19" fmla="*/ 110728 w 110728"/>
              <a:gd name="connsiteY19" fmla="*/ 332779 h 665558"/>
              <a:gd name="connsiteX0" fmla="*/ 110728 w 110728"/>
              <a:gd name="connsiteY0" fmla="*/ 332779 h 665558"/>
              <a:gd name="connsiteX1" fmla="*/ 73819 w 110728"/>
              <a:gd name="connsiteY1" fmla="*/ 665558 h 665558"/>
              <a:gd name="connsiteX2" fmla="*/ 36910 w 110728"/>
              <a:gd name="connsiteY2" fmla="*/ 665558 h 665558"/>
              <a:gd name="connsiteX3" fmla="*/ 36910 w 110728"/>
              <a:gd name="connsiteY3" fmla="*/ 665556 h 665558"/>
              <a:gd name="connsiteX4" fmla="*/ 36909 w 110728"/>
              <a:gd name="connsiteY4" fmla="*/ 665558 h 665558"/>
              <a:gd name="connsiteX5" fmla="*/ 0 w 110728"/>
              <a:gd name="connsiteY5" fmla="*/ 665558 h 665558"/>
              <a:gd name="connsiteX6" fmla="*/ 0 w 110728"/>
              <a:gd name="connsiteY6" fmla="*/ 664602 h 665558"/>
              <a:gd name="connsiteX7" fmla="*/ 13841 w 110728"/>
              <a:gd name="connsiteY7" fmla="*/ 639407 h 665558"/>
              <a:gd name="connsiteX8" fmla="*/ 36384 w 110728"/>
              <a:gd name="connsiteY8" fmla="*/ 332779 h 665558"/>
              <a:gd name="connsiteX9" fmla="*/ 13841 w 110728"/>
              <a:gd name="connsiteY9" fmla="*/ 26152 h 665558"/>
              <a:gd name="connsiteX10" fmla="*/ 0 w 110728"/>
              <a:gd name="connsiteY10" fmla="*/ 956 h 665558"/>
              <a:gd name="connsiteX11" fmla="*/ 0 w 110728"/>
              <a:gd name="connsiteY11" fmla="*/ 0 h 665558"/>
              <a:gd name="connsiteX12" fmla="*/ 36909 w 110728"/>
              <a:gd name="connsiteY12" fmla="*/ 0 h 665558"/>
              <a:gd name="connsiteX13" fmla="*/ 36910 w 110728"/>
              <a:gd name="connsiteY13" fmla="*/ 2 h 665558"/>
              <a:gd name="connsiteX14" fmla="*/ 36910 w 110728"/>
              <a:gd name="connsiteY14" fmla="*/ 0 h 665558"/>
              <a:gd name="connsiteX15" fmla="*/ 73819 w 110728"/>
              <a:gd name="connsiteY15" fmla="*/ 0 h 665558"/>
              <a:gd name="connsiteX16" fmla="*/ 110728 w 110728"/>
              <a:gd name="connsiteY16" fmla="*/ 332779 h 665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0728" h="665558">
                <a:moveTo>
                  <a:pt x="110728" y="332779"/>
                </a:moveTo>
                <a:cubicBezTo>
                  <a:pt x="110728" y="516568"/>
                  <a:pt x="94203" y="665558"/>
                  <a:pt x="73819" y="665558"/>
                </a:cubicBezTo>
                <a:lnTo>
                  <a:pt x="36910" y="665558"/>
                </a:lnTo>
                <a:lnTo>
                  <a:pt x="36910" y="665556"/>
                </a:lnTo>
                <a:cubicBezTo>
                  <a:pt x="36910" y="665557"/>
                  <a:pt x="36909" y="665557"/>
                  <a:pt x="36909" y="665558"/>
                </a:cubicBezTo>
                <a:lnTo>
                  <a:pt x="0" y="665558"/>
                </a:lnTo>
                <a:lnTo>
                  <a:pt x="0" y="664602"/>
                </a:lnTo>
                <a:lnTo>
                  <a:pt x="13841" y="639407"/>
                </a:lnTo>
                <a:cubicBezTo>
                  <a:pt x="27088" y="588888"/>
                  <a:pt x="36384" y="470621"/>
                  <a:pt x="36384" y="332779"/>
                </a:cubicBezTo>
                <a:cubicBezTo>
                  <a:pt x="36384" y="194938"/>
                  <a:pt x="27089" y="76671"/>
                  <a:pt x="13841" y="26152"/>
                </a:cubicBezTo>
                <a:lnTo>
                  <a:pt x="0" y="956"/>
                </a:lnTo>
                <a:lnTo>
                  <a:pt x="0" y="0"/>
                </a:lnTo>
                <a:lnTo>
                  <a:pt x="36909" y="0"/>
                </a:lnTo>
                <a:cubicBezTo>
                  <a:pt x="36909" y="1"/>
                  <a:pt x="36910" y="1"/>
                  <a:pt x="36910" y="2"/>
                </a:cubicBezTo>
                <a:lnTo>
                  <a:pt x="36910" y="0"/>
                </a:lnTo>
                <a:lnTo>
                  <a:pt x="73819" y="0"/>
                </a:lnTo>
                <a:cubicBezTo>
                  <a:pt x="94203" y="0"/>
                  <a:pt x="110728" y="148990"/>
                  <a:pt x="110728" y="332779"/>
                </a:cubicBez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19131A87-73C7-4209-B6A6-59B6B4DFD4F0}"/>
              </a:ext>
            </a:extLst>
          </p:cNvPr>
          <p:cNvSpPr/>
          <p:nvPr/>
        </p:nvSpPr>
        <p:spPr>
          <a:xfrm flipV="1">
            <a:off x="2899474" y="1770872"/>
            <a:ext cx="1059051" cy="675765"/>
          </a:xfrm>
          <a:custGeom>
            <a:avLst/>
            <a:gdLst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33933 h 614331"/>
              <a:gd name="connsiteX27" fmla="*/ 809939 w 962774"/>
              <a:gd name="connsiteY27" fmla="*/ 0 h 614331"/>
              <a:gd name="connsiteX28" fmla="*/ 808983 w 962774"/>
              <a:gd name="connsiteY28" fmla="*/ 0 h 614331"/>
              <a:gd name="connsiteX29" fmla="*/ 783788 w 962774"/>
              <a:gd name="connsiteY29" fmla="*/ 13841 h 614331"/>
              <a:gd name="connsiteX30" fmla="*/ 663220 w 962774"/>
              <a:gd name="connsiteY30" fmla="*/ 30080 h 614331"/>
              <a:gd name="connsiteX31" fmla="*/ 590980 w 962774"/>
              <a:gd name="connsiteY31" fmla="*/ 33932 h 614331"/>
              <a:gd name="connsiteX32" fmla="*/ 481387 w 962774"/>
              <a:gd name="connsiteY32" fmla="*/ 33932 h 614331"/>
              <a:gd name="connsiteX33" fmla="*/ 363340 w 962774"/>
              <a:gd name="connsiteY33" fmla="*/ 33932 h 614331"/>
              <a:gd name="connsiteX34" fmla="*/ 291100 w 962774"/>
              <a:gd name="connsiteY34" fmla="*/ 30080 h 614331"/>
              <a:gd name="connsiteX35" fmla="*/ 170533 w 962774"/>
              <a:gd name="connsiteY35" fmla="*/ 13841 h 614331"/>
              <a:gd name="connsiteX36" fmla="*/ 145337 w 962774"/>
              <a:gd name="connsiteY36" fmla="*/ 0 h 614331"/>
              <a:gd name="connsiteX37" fmla="*/ 144381 w 962774"/>
              <a:gd name="connsiteY37" fmla="*/ 0 h 614331"/>
              <a:gd name="connsiteX38" fmla="*/ 144381 w 962774"/>
              <a:gd name="connsiteY38" fmla="*/ 36909 h 614331"/>
              <a:gd name="connsiteX39" fmla="*/ 144644 w 962774"/>
              <a:gd name="connsiteY39" fmla="*/ 37199 h 614331"/>
              <a:gd name="connsiteX40" fmla="*/ 99569 w 962774"/>
              <a:gd name="connsiteY40" fmla="*/ 133945 h 614331"/>
              <a:gd name="connsiteX41" fmla="*/ 99570 w 962774"/>
              <a:gd name="connsiteY41" fmla="*/ 133945 h 614331"/>
              <a:gd name="connsiteX42" fmla="*/ 0 w 962774"/>
              <a:gd name="connsiteY42" fmla="*/ 347655 h 614331"/>
              <a:gd name="connsiteX43" fmla="*/ 3069 w 962774"/>
              <a:gd name="connsiteY43" fmla="*/ 348257 h 614331"/>
              <a:gd name="connsiteX44" fmla="*/ 113766 w 962774"/>
              <a:gd name="connsiteY44" fmla="*/ 276929 h 614331"/>
              <a:gd name="connsiteX45" fmla="*/ 114289 w 962774"/>
              <a:gd name="connsiteY45" fmla="*/ 274413 h 614331"/>
              <a:gd name="connsiteX46" fmla="*/ 150669 w 962774"/>
              <a:gd name="connsiteY46" fmla="*/ 268767 h 614331"/>
              <a:gd name="connsiteX47" fmla="*/ 189231 w 962774"/>
              <a:gd name="connsiteY47" fmla="*/ 248852 h 614331"/>
              <a:gd name="connsiteX48" fmla="*/ 191617 w 962774"/>
              <a:gd name="connsiteY48" fmla="*/ 246668 h 614331"/>
              <a:gd name="connsiteX49" fmla="*/ 166859 w 962774"/>
              <a:gd name="connsiteY49" fmla="*/ 253132 h 614331"/>
              <a:gd name="connsiteX50" fmla="*/ 145783 w 962774"/>
              <a:gd name="connsiteY50" fmla="*/ 247845 h 614331"/>
              <a:gd name="connsiteX51" fmla="*/ 135364 w 962774"/>
              <a:gd name="connsiteY51" fmla="*/ 205403 h 614331"/>
              <a:gd name="connsiteX52" fmla="*/ 146668 w 962774"/>
              <a:gd name="connsiteY52" fmla="*/ 184354 h 614331"/>
              <a:gd name="connsiteX53" fmla="*/ 165269 w 962774"/>
              <a:gd name="connsiteY53" fmla="*/ 167882 h 614331"/>
              <a:gd name="connsiteX54" fmla="*/ 242830 w 962774"/>
              <a:gd name="connsiteY54" fmla="*/ 166256 h 614331"/>
              <a:gd name="connsiteX55" fmla="*/ 257721 w 962774"/>
              <a:gd name="connsiteY55" fmla="*/ 187106 h 614331"/>
              <a:gd name="connsiteX56" fmla="*/ 260717 w 962774"/>
              <a:gd name="connsiteY56" fmla="*/ 206156 h 614331"/>
              <a:gd name="connsiteX57" fmla="*/ 265121 w 962774"/>
              <a:gd name="connsiteY57" fmla="*/ 194588 h 614331"/>
              <a:gd name="connsiteX58" fmla="*/ 349017 w 962774"/>
              <a:gd name="connsiteY58" fmla="*/ 157039 h 614331"/>
              <a:gd name="connsiteX59" fmla="*/ 417423 w 962774"/>
              <a:gd name="connsiteY59" fmla="*/ 252682 h 614331"/>
              <a:gd name="connsiteX60" fmla="*/ 354779 w 962774"/>
              <a:gd name="connsiteY60" fmla="*/ 319943 h 614331"/>
              <a:gd name="connsiteX61" fmla="*/ 352546 w 962774"/>
              <a:gd name="connsiteY61" fmla="*/ 320020 h 614331"/>
              <a:gd name="connsiteX62" fmla="*/ 407532 w 962774"/>
              <a:gd name="connsiteY62" fmla="*/ 386663 h 614331"/>
              <a:gd name="connsiteX63" fmla="*/ 465059 w 962774"/>
              <a:gd name="connsiteY63" fmla="*/ 506330 h 614331"/>
              <a:gd name="connsiteX0" fmla="*/ 481387 w 962774"/>
              <a:gd name="connsiteY0" fmla="*/ 614331 h 614331"/>
              <a:gd name="connsiteX1" fmla="*/ 497715 w 962774"/>
              <a:gd name="connsiteY1" fmla="*/ 506330 h 614331"/>
              <a:gd name="connsiteX2" fmla="*/ 555242 w 962774"/>
              <a:gd name="connsiteY2" fmla="*/ 386663 h 614331"/>
              <a:gd name="connsiteX3" fmla="*/ 610228 w 962774"/>
              <a:gd name="connsiteY3" fmla="*/ 320020 h 614331"/>
              <a:gd name="connsiteX4" fmla="*/ 607995 w 962774"/>
              <a:gd name="connsiteY4" fmla="*/ 319943 h 614331"/>
              <a:gd name="connsiteX5" fmla="*/ 545351 w 962774"/>
              <a:gd name="connsiteY5" fmla="*/ 252682 h 614331"/>
              <a:gd name="connsiteX6" fmla="*/ 613757 w 962774"/>
              <a:gd name="connsiteY6" fmla="*/ 157039 h 614331"/>
              <a:gd name="connsiteX7" fmla="*/ 697653 w 962774"/>
              <a:gd name="connsiteY7" fmla="*/ 194588 h 614331"/>
              <a:gd name="connsiteX8" fmla="*/ 702057 w 962774"/>
              <a:gd name="connsiteY8" fmla="*/ 206156 h 614331"/>
              <a:gd name="connsiteX9" fmla="*/ 705053 w 962774"/>
              <a:gd name="connsiteY9" fmla="*/ 187106 h 614331"/>
              <a:gd name="connsiteX10" fmla="*/ 719944 w 962774"/>
              <a:gd name="connsiteY10" fmla="*/ 166256 h 614331"/>
              <a:gd name="connsiteX11" fmla="*/ 797505 w 962774"/>
              <a:gd name="connsiteY11" fmla="*/ 167882 h 614331"/>
              <a:gd name="connsiteX12" fmla="*/ 816107 w 962774"/>
              <a:gd name="connsiteY12" fmla="*/ 184354 h 614331"/>
              <a:gd name="connsiteX13" fmla="*/ 827411 w 962774"/>
              <a:gd name="connsiteY13" fmla="*/ 205403 h 614331"/>
              <a:gd name="connsiteX14" fmla="*/ 816991 w 962774"/>
              <a:gd name="connsiteY14" fmla="*/ 247845 h 614331"/>
              <a:gd name="connsiteX15" fmla="*/ 795915 w 962774"/>
              <a:gd name="connsiteY15" fmla="*/ 253132 h 614331"/>
              <a:gd name="connsiteX16" fmla="*/ 771157 w 962774"/>
              <a:gd name="connsiteY16" fmla="*/ 246668 h 614331"/>
              <a:gd name="connsiteX17" fmla="*/ 773543 w 962774"/>
              <a:gd name="connsiteY17" fmla="*/ 248852 h 614331"/>
              <a:gd name="connsiteX18" fmla="*/ 812105 w 962774"/>
              <a:gd name="connsiteY18" fmla="*/ 268767 h 614331"/>
              <a:gd name="connsiteX19" fmla="*/ 848485 w 962774"/>
              <a:gd name="connsiteY19" fmla="*/ 274413 h 614331"/>
              <a:gd name="connsiteX20" fmla="*/ 849008 w 962774"/>
              <a:gd name="connsiteY20" fmla="*/ 276929 h 614331"/>
              <a:gd name="connsiteX21" fmla="*/ 959705 w 962774"/>
              <a:gd name="connsiteY21" fmla="*/ 348257 h 614331"/>
              <a:gd name="connsiteX22" fmla="*/ 962774 w 962774"/>
              <a:gd name="connsiteY22" fmla="*/ 347655 h 614331"/>
              <a:gd name="connsiteX23" fmla="*/ 856830 w 962774"/>
              <a:gd name="connsiteY23" fmla="*/ 120264 h 614331"/>
              <a:gd name="connsiteX24" fmla="*/ 856742 w 962774"/>
              <a:gd name="connsiteY24" fmla="*/ 120183 h 614331"/>
              <a:gd name="connsiteX25" fmla="*/ 816557 w 962774"/>
              <a:gd name="connsiteY25" fmla="*/ 33933 h 614331"/>
              <a:gd name="connsiteX26" fmla="*/ 809939 w 962774"/>
              <a:gd name="connsiteY26" fmla="*/ 0 h 614331"/>
              <a:gd name="connsiteX27" fmla="*/ 808983 w 962774"/>
              <a:gd name="connsiteY27" fmla="*/ 0 h 614331"/>
              <a:gd name="connsiteX28" fmla="*/ 783788 w 962774"/>
              <a:gd name="connsiteY28" fmla="*/ 13841 h 614331"/>
              <a:gd name="connsiteX29" fmla="*/ 663220 w 962774"/>
              <a:gd name="connsiteY29" fmla="*/ 30080 h 614331"/>
              <a:gd name="connsiteX30" fmla="*/ 590980 w 962774"/>
              <a:gd name="connsiteY30" fmla="*/ 33932 h 614331"/>
              <a:gd name="connsiteX31" fmla="*/ 481387 w 962774"/>
              <a:gd name="connsiteY31" fmla="*/ 33932 h 614331"/>
              <a:gd name="connsiteX32" fmla="*/ 363340 w 962774"/>
              <a:gd name="connsiteY32" fmla="*/ 33932 h 614331"/>
              <a:gd name="connsiteX33" fmla="*/ 291100 w 962774"/>
              <a:gd name="connsiteY33" fmla="*/ 30080 h 614331"/>
              <a:gd name="connsiteX34" fmla="*/ 170533 w 962774"/>
              <a:gd name="connsiteY34" fmla="*/ 13841 h 614331"/>
              <a:gd name="connsiteX35" fmla="*/ 145337 w 962774"/>
              <a:gd name="connsiteY35" fmla="*/ 0 h 614331"/>
              <a:gd name="connsiteX36" fmla="*/ 144381 w 962774"/>
              <a:gd name="connsiteY36" fmla="*/ 0 h 614331"/>
              <a:gd name="connsiteX37" fmla="*/ 144381 w 962774"/>
              <a:gd name="connsiteY37" fmla="*/ 36909 h 614331"/>
              <a:gd name="connsiteX38" fmla="*/ 144644 w 962774"/>
              <a:gd name="connsiteY38" fmla="*/ 37199 h 614331"/>
              <a:gd name="connsiteX39" fmla="*/ 99569 w 962774"/>
              <a:gd name="connsiteY39" fmla="*/ 133945 h 614331"/>
              <a:gd name="connsiteX40" fmla="*/ 99570 w 962774"/>
              <a:gd name="connsiteY40" fmla="*/ 133945 h 614331"/>
              <a:gd name="connsiteX41" fmla="*/ 0 w 962774"/>
              <a:gd name="connsiteY41" fmla="*/ 347655 h 614331"/>
              <a:gd name="connsiteX42" fmla="*/ 3069 w 962774"/>
              <a:gd name="connsiteY42" fmla="*/ 348257 h 614331"/>
              <a:gd name="connsiteX43" fmla="*/ 113766 w 962774"/>
              <a:gd name="connsiteY43" fmla="*/ 276929 h 614331"/>
              <a:gd name="connsiteX44" fmla="*/ 114289 w 962774"/>
              <a:gd name="connsiteY44" fmla="*/ 274413 h 614331"/>
              <a:gd name="connsiteX45" fmla="*/ 150669 w 962774"/>
              <a:gd name="connsiteY45" fmla="*/ 268767 h 614331"/>
              <a:gd name="connsiteX46" fmla="*/ 189231 w 962774"/>
              <a:gd name="connsiteY46" fmla="*/ 248852 h 614331"/>
              <a:gd name="connsiteX47" fmla="*/ 191617 w 962774"/>
              <a:gd name="connsiteY47" fmla="*/ 246668 h 614331"/>
              <a:gd name="connsiteX48" fmla="*/ 166859 w 962774"/>
              <a:gd name="connsiteY48" fmla="*/ 253132 h 614331"/>
              <a:gd name="connsiteX49" fmla="*/ 145783 w 962774"/>
              <a:gd name="connsiteY49" fmla="*/ 247845 h 614331"/>
              <a:gd name="connsiteX50" fmla="*/ 135364 w 962774"/>
              <a:gd name="connsiteY50" fmla="*/ 205403 h 614331"/>
              <a:gd name="connsiteX51" fmla="*/ 146668 w 962774"/>
              <a:gd name="connsiteY51" fmla="*/ 184354 h 614331"/>
              <a:gd name="connsiteX52" fmla="*/ 165269 w 962774"/>
              <a:gd name="connsiteY52" fmla="*/ 167882 h 614331"/>
              <a:gd name="connsiteX53" fmla="*/ 242830 w 962774"/>
              <a:gd name="connsiteY53" fmla="*/ 166256 h 614331"/>
              <a:gd name="connsiteX54" fmla="*/ 257721 w 962774"/>
              <a:gd name="connsiteY54" fmla="*/ 187106 h 614331"/>
              <a:gd name="connsiteX55" fmla="*/ 260717 w 962774"/>
              <a:gd name="connsiteY55" fmla="*/ 206156 h 614331"/>
              <a:gd name="connsiteX56" fmla="*/ 265121 w 962774"/>
              <a:gd name="connsiteY56" fmla="*/ 194588 h 614331"/>
              <a:gd name="connsiteX57" fmla="*/ 349017 w 962774"/>
              <a:gd name="connsiteY57" fmla="*/ 157039 h 614331"/>
              <a:gd name="connsiteX58" fmla="*/ 417423 w 962774"/>
              <a:gd name="connsiteY58" fmla="*/ 252682 h 614331"/>
              <a:gd name="connsiteX59" fmla="*/ 354779 w 962774"/>
              <a:gd name="connsiteY59" fmla="*/ 319943 h 614331"/>
              <a:gd name="connsiteX60" fmla="*/ 352546 w 962774"/>
              <a:gd name="connsiteY60" fmla="*/ 320020 h 614331"/>
              <a:gd name="connsiteX61" fmla="*/ 407532 w 962774"/>
              <a:gd name="connsiteY61" fmla="*/ 386663 h 614331"/>
              <a:gd name="connsiteX62" fmla="*/ 465059 w 962774"/>
              <a:gd name="connsiteY62" fmla="*/ 506330 h 614331"/>
              <a:gd name="connsiteX63" fmla="*/ 481387 w 962774"/>
              <a:gd name="connsiteY63" fmla="*/ 614331 h 614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962774" h="614331">
                <a:moveTo>
                  <a:pt x="481387" y="614331"/>
                </a:moveTo>
                <a:lnTo>
                  <a:pt x="497715" y="506330"/>
                </a:lnTo>
                <a:cubicBezTo>
                  <a:pt x="511074" y="463382"/>
                  <a:pt x="530594" y="423148"/>
                  <a:pt x="555242" y="386663"/>
                </a:cubicBezTo>
                <a:lnTo>
                  <a:pt x="610228" y="320020"/>
                </a:lnTo>
                <a:lnTo>
                  <a:pt x="607995" y="319943"/>
                </a:lnTo>
                <a:cubicBezTo>
                  <a:pt x="576488" y="312378"/>
                  <a:pt x="550992" y="286658"/>
                  <a:pt x="545351" y="252682"/>
                </a:cubicBezTo>
                <a:cubicBezTo>
                  <a:pt x="537830" y="207381"/>
                  <a:pt x="568456" y="164561"/>
                  <a:pt x="613757" y="157039"/>
                </a:cubicBezTo>
                <a:cubicBezTo>
                  <a:pt x="647733" y="151399"/>
                  <a:pt x="680312" y="167215"/>
                  <a:pt x="697653" y="194588"/>
                </a:cubicBezTo>
                <a:lnTo>
                  <a:pt x="702057" y="206156"/>
                </a:lnTo>
                <a:lnTo>
                  <a:pt x="705053" y="187106"/>
                </a:lnTo>
                <a:cubicBezTo>
                  <a:pt x="708225" y="179005"/>
                  <a:pt x="713182" y="171869"/>
                  <a:pt x="719944" y="166256"/>
                </a:cubicBezTo>
                <a:cubicBezTo>
                  <a:pt x="740232" y="149420"/>
                  <a:pt x="771011" y="151088"/>
                  <a:pt x="797505" y="167882"/>
                </a:cubicBezTo>
                <a:lnTo>
                  <a:pt x="816107" y="184354"/>
                </a:lnTo>
                <a:lnTo>
                  <a:pt x="827411" y="205403"/>
                </a:lnTo>
                <a:cubicBezTo>
                  <a:pt x="831525" y="224255"/>
                  <a:pt x="828377" y="239892"/>
                  <a:pt x="816991" y="247845"/>
                </a:cubicBezTo>
                <a:cubicBezTo>
                  <a:pt x="811298" y="251821"/>
                  <a:pt x="804084" y="253500"/>
                  <a:pt x="795915" y="253132"/>
                </a:cubicBezTo>
                <a:lnTo>
                  <a:pt x="771157" y="246668"/>
                </a:lnTo>
                <a:lnTo>
                  <a:pt x="773543" y="248852"/>
                </a:lnTo>
                <a:cubicBezTo>
                  <a:pt x="786149" y="257680"/>
                  <a:pt x="799257" y="264405"/>
                  <a:pt x="812105" y="268767"/>
                </a:cubicBezTo>
                <a:lnTo>
                  <a:pt x="848485" y="274413"/>
                </a:lnTo>
                <a:cubicBezTo>
                  <a:pt x="848659" y="275252"/>
                  <a:pt x="848834" y="276090"/>
                  <a:pt x="849008" y="276929"/>
                </a:cubicBezTo>
                <a:cubicBezTo>
                  <a:pt x="867246" y="318845"/>
                  <a:pt x="909942" y="348257"/>
                  <a:pt x="959705" y="348257"/>
                </a:cubicBezTo>
                <a:lnTo>
                  <a:pt x="962774" y="347655"/>
                </a:lnTo>
                <a:lnTo>
                  <a:pt x="856830" y="120264"/>
                </a:lnTo>
                <a:cubicBezTo>
                  <a:pt x="856801" y="120237"/>
                  <a:pt x="856771" y="120210"/>
                  <a:pt x="856742" y="120183"/>
                </a:cubicBezTo>
                <a:lnTo>
                  <a:pt x="816557" y="33933"/>
                </a:lnTo>
                <a:lnTo>
                  <a:pt x="809939" y="0"/>
                </a:lnTo>
                <a:lnTo>
                  <a:pt x="808983" y="0"/>
                </a:lnTo>
                <a:lnTo>
                  <a:pt x="783788" y="13841"/>
                </a:lnTo>
                <a:cubicBezTo>
                  <a:pt x="758528" y="20465"/>
                  <a:pt x="716332" y="26100"/>
                  <a:pt x="663220" y="30080"/>
                </a:cubicBezTo>
                <a:lnTo>
                  <a:pt x="590980" y="33932"/>
                </a:lnTo>
                <a:lnTo>
                  <a:pt x="481387" y="33932"/>
                </a:lnTo>
                <a:lnTo>
                  <a:pt x="363340" y="33932"/>
                </a:lnTo>
                <a:lnTo>
                  <a:pt x="291100" y="30080"/>
                </a:lnTo>
                <a:cubicBezTo>
                  <a:pt x="237989" y="26101"/>
                  <a:pt x="195792" y="20465"/>
                  <a:pt x="170533" y="13841"/>
                </a:cubicBezTo>
                <a:lnTo>
                  <a:pt x="145337" y="0"/>
                </a:lnTo>
                <a:lnTo>
                  <a:pt x="144381" y="0"/>
                </a:lnTo>
                <a:lnTo>
                  <a:pt x="144381" y="36909"/>
                </a:lnTo>
                <a:lnTo>
                  <a:pt x="144644" y="37199"/>
                </a:lnTo>
                <a:lnTo>
                  <a:pt x="99569" y="133945"/>
                </a:lnTo>
                <a:lnTo>
                  <a:pt x="99570" y="133945"/>
                </a:lnTo>
                <a:lnTo>
                  <a:pt x="0" y="347655"/>
                </a:lnTo>
                <a:lnTo>
                  <a:pt x="3069" y="348257"/>
                </a:lnTo>
                <a:cubicBezTo>
                  <a:pt x="52832" y="348257"/>
                  <a:pt x="95528" y="318845"/>
                  <a:pt x="113766" y="276929"/>
                </a:cubicBezTo>
                <a:cubicBezTo>
                  <a:pt x="113940" y="276090"/>
                  <a:pt x="114115" y="275252"/>
                  <a:pt x="114289" y="274413"/>
                </a:cubicBezTo>
                <a:lnTo>
                  <a:pt x="150669" y="268767"/>
                </a:lnTo>
                <a:cubicBezTo>
                  <a:pt x="163517" y="264405"/>
                  <a:pt x="176625" y="257680"/>
                  <a:pt x="189231" y="248852"/>
                </a:cubicBezTo>
                <a:lnTo>
                  <a:pt x="191617" y="246668"/>
                </a:lnTo>
                <a:lnTo>
                  <a:pt x="166859" y="253132"/>
                </a:lnTo>
                <a:cubicBezTo>
                  <a:pt x="158690" y="253500"/>
                  <a:pt x="151476" y="251821"/>
                  <a:pt x="145783" y="247845"/>
                </a:cubicBezTo>
                <a:cubicBezTo>
                  <a:pt x="134398" y="239892"/>
                  <a:pt x="131249" y="224255"/>
                  <a:pt x="135364" y="205403"/>
                </a:cubicBezTo>
                <a:lnTo>
                  <a:pt x="146668" y="184354"/>
                </a:lnTo>
                <a:lnTo>
                  <a:pt x="165269" y="167882"/>
                </a:lnTo>
                <a:cubicBezTo>
                  <a:pt x="191763" y="151088"/>
                  <a:pt x="222542" y="149420"/>
                  <a:pt x="242830" y="166256"/>
                </a:cubicBezTo>
                <a:cubicBezTo>
                  <a:pt x="249592" y="171869"/>
                  <a:pt x="254549" y="179005"/>
                  <a:pt x="257721" y="187106"/>
                </a:cubicBezTo>
                <a:lnTo>
                  <a:pt x="260717" y="206156"/>
                </a:lnTo>
                <a:lnTo>
                  <a:pt x="265121" y="194588"/>
                </a:lnTo>
                <a:cubicBezTo>
                  <a:pt x="282462" y="167215"/>
                  <a:pt x="315041" y="151399"/>
                  <a:pt x="349017" y="157039"/>
                </a:cubicBezTo>
                <a:cubicBezTo>
                  <a:pt x="394318" y="164561"/>
                  <a:pt x="424944" y="207381"/>
                  <a:pt x="417423" y="252682"/>
                </a:cubicBezTo>
                <a:cubicBezTo>
                  <a:pt x="411782" y="286658"/>
                  <a:pt x="386286" y="312378"/>
                  <a:pt x="354779" y="319943"/>
                </a:cubicBezTo>
                <a:lnTo>
                  <a:pt x="352546" y="320020"/>
                </a:lnTo>
                <a:lnTo>
                  <a:pt x="407532" y="386663"/>
                </a:lnTo>
                <a:cubicBezTo>
                  <a:pt x="432180" y="423148"/>
                  <a:pt x="451700" y="463382"/>
                  <a:pt x="465059" y="506330"/>
                </a:cubicBezTo>
                <a:lnTo>
                  <a:pt x="481387" y="614331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6" name="다이아몬드 55">
            <a:extLst>
              <a:ext uri="{FF2B5EF4-FFF2-40B4-BE49-F238E27FC236}">
                <a16:creationId xmlns:a16="http://schemas.microsoft.com/office/drawing/2014/main" id="{C52B8CB9-86CD-45B7-920A-324E8E2AAAE6}"/>
              </a:ext>
            </a:extLst>
          </p:cNvPr>
          <p:cNvSpPr/>
          <p:nvPr/>
        </p:nvSpPr>
        <p:spPr>
          <a:xfrm>
            <a:off x="3386251" y="2019295"/>
            <a:ext cx="85499" cy="117607"/>
          </a:xfrm>
          <a:prstGeom prst="diamond">
            <a:avLst/>
          </a:prstGeom>
          <a:solidFill>
            <a:srgbClr val="CA5A85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다이아몬드 56">
            <a:extLst>
              <a:ext uri="{FF2B5EF4-FFF2-40B4-BE49-F238E27FC236}">
                <a16:creationId xmlns:a16="http://schemas.microsoft.com/office/drawing/2014/main" id="{3EAE8266-8214-4B99-ADFF-0839CC6497D9}"/>
              </a:ext>
            </a:extLst>
          </p:cNvPr>
          <p:cNvSpPr/>
          <p:nvPr/>
        </p:nvSpPr>
        <p:spPr>
          <a:xfrm>
            <a:off x="3386251" y="2279521"/>
            <a:ext cx="85499" cy="117607"/>
          </a:xfrm>
          <a:prstGeom prst="diamond">
            <a:avLst/>
          </a:prstGeom>
          <a:solidFill>
            <a:srgbClr val="CA5A85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다이아몬드 57">
            <a:extLst>
              <a:ext uri="{FF2B5EF4-FFF2-40B4-BE49-F238E27FC236}">
                <a16:creationId xmlns:a16="http://schemas.microsoft.com/office/drawing/2014/main" id="{17B7F2C4-9BE3-4879-8249-E2BD34F4AEBA}"/>
              </a:ext>
            </a:extLst>
          </p:cNvPr>
          <p:cNvSpPr/>
          <p:nvPr/>
        </p:nvSpPr>
        <p:spPr>
          <a:xfrm>
            <a:off x="3162497" y="2372342"/>
            <a:ext cx="70660" cy="97195"/>
          </a:xfrm>
          <a:prstGeom prst="diamond">
            <a:avLst/>
          </a:prstGeom>
          <a:solidFill>
            <a:srgbClr val="CA5A85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다이아몬드 58">
            <a:extLst>
              <a:ext uri="{FF2B5EF4-FFF2-40B4-BE49-F238E27FC236}">
                <a16:creationId xmlns:a16="http://schemas.microsoft.com/office/drawing/2014/main" id="{91158D54-3B56-4D8D-9E1A-A0282106D4C8}"/>
              </a:ext>
            </a:extLst>
          </p:cNvPr>
          <p:cNvSpPr/>
          <p:nvPr/>
        </p:nvSpPr>
        <p:spPr>
          <a:xfrm>
            <a:off x="3622068" y="2372342"/>
            <a:ext cx="70660" cy="97195"/>
          </a:xfrm>
          <a:prstGeom prst="diamond">
            <a:avLst/>
          </a:prstGeom>
          <a:solidFill>
            <a:srgbClr val="CA5A85"/>
          </a:solidFill>
          <a:ln w="28575">
            <a:solidFill>
              <a:srgbClr val="222A3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A73FFA3B-26C1-4A83-B49E-90510B8B86CD}"/>
              </a:ext>
            </a:extLst>
          </p:cNvPr>
          <p:cNvSpPr/>
          <p:nvPr/>
        </p:nvSpPr>
        <p:spPr>
          <a:xfrm rot="5400000">
            <a:off x="3206583" y="1140139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4" name="그래픽 2">
            <a:extLst>
              <a:ext uri="{FF2B5EF4-FFF2-40B4-BE49-F238E27FC236}">
                <a16:creationId xmlns:a16="http://schemas.microsoft.com/office/drawing/2014/main" id="{E9822429-2176-4F14-B641-A2F4A85481CF}"/>
              </a:ext>
            </a:extLst>
          </p:cNvPr>
          <p:cNvSpPr/>
          <p:nvPr/>
        </p:nvSpPr>
        <p:spPr>
          <a:xfrm>
            <a:off x="2719877" y="5444129"/>
            <a:ext cx="1418243" cy="215657"/>
          </a:xfrm>
          <a:custGeom>
            <a:avLst/>
            <a:gdLst>
              <a:gd name="connsiteX0" fmla="*/ 1334776 w 1418243"/>
              <a:gd name="connsiteY0" fmla="*/ 0 h 215657"/>
              <a:gd name="connsiteX1" fmla="*/ 1358652 w 1418243"/>
              <a:gd name="connsiteY1" fmla="*/ 47687 h 215657"/>
              <a:gd name="connsiteX2" fmla="*/ 1418244 w 1418243"/>
              <a:gd name="connsiteY2" fmla="*/ 98691 h 215657"/>
              <a:gd name="connsiteX3" fmla="*/ 1356440 w 1418243"/>
              <a:gd name="connsiteY3" fmla="*/ 97586 h 215657"/>
              <a:gd name="connsiteX4" fmla="*/ 1343363 w 1418243"/>
              <a:gd name="connsiteY4" fmla="*/ 190812 h 215657"/>
              <a:gd name="connsiteX5" fmla="*/ 1281624 w 1418243"/>
              <a:gd name="connsiteY5" fmla="*/ 202783 h 215657"/>
              <a:gd name="connsiteX6" fmla="*/ 1312982 w 1418243"/>
              <a:gd name="connsiteY6" fmla="*/ 184307 h 215657"/>
              <a:gd name="connsiteX7" fmla="*/ 1310900 w 1418243"/>
              <a:gd name="connsiteY7" fmla="*/ 95439 h 215657"/>
              <a:gd name="connsiteX8" fmla="*/ 1229578 w 1418243"/>
              <a:gd name="connsiteY8" fmla="*/ 118209 h 215657"/>
              <a:gd name="connsiteX9" fmla="*/ 1266466 w 1418243"/>
              <a:gd name="connsiteY9" fmla="*/ 94333 h 215657"/>
              <a:gd name="connsiteX10" fmla="*/ 1312982 w 1418243"/>
              <a:gd name="connsiteY10" fmla="*/ 36822 h 215657"/>
              <a:gd name="connsiteX11" fmla="*/ 1334776 w 1418243"/>
              <a:gd name="connsiteY11" fmla="*/ 0 h 215657"/>
              <a:gd name="connsiteX12" fmla="*/ 722133 w 1418243"/>
              <a:gd name="connsiteY12" fmla="*/ 202783 h 215657"/>
              <a:gd name="connsiteX13" fmla="*/ 650636 w 1418243"/>
              <a:gd name="connsiteY13" fmla="*/ 194065 h 215657"/>
              <a:gd name="connsiteX14" fmla="*/ 670023 w 1418243"/>
              <a:gd name="connsiteY14" fmla="*/ 161537 h 215657"/>
              <a:gd name="connsiteX15" fmla="*/ 670088 w 1418243"/>
              <a:gd name="connsiteY15" fmla="*/ 64016 h 215657"/>
              <a:gd name="connsiteX16" fmla="*/ 646212 w 1418243"/>
              <a:gd name="connsiteY16" fmla="*/ 9759 h 215657"/>
              <a:gd name="connsiteX17" fmla="*/ 700404 w 1418243"/>
              <a:gd name="connsiteY17" fmla="*/ 12036 h 215657"/>
              <a:gd name="connsiteX18" fmla="*/ 709187 w 1418243"/>
              <a:gd name="connsiteY18" fmla="*/ 150672 h 215657"/>
              <a:gd name="connsiteX19" fmla="*/ 722133 w 1418243"/>
              <a:gd name="connsiteY19" fmla="*/ 202783 h 215657"/>
              <a:gd name="connsiteX20" fmla="*/ 956339 w 1418243"/>
              <a:gd name="connsiteY20" fmla="*/ 157243 h 215657"/>
              <a:gd name="connsiteX21" fmla="*/ 936822 w 1418243"/>
              <a:gd name="connsiteY21" fmla="*/ 170254 h 215657"/>
              <a:gd name="connsiteX22" fmla="*/ 962844 w 1418243"/>
              <a:gd name="connsiteY22" fmla="*/ 183266 h 215657"/>
              <a:gd name="connsiteX23" fmla="*/ 870659 w 1418243"/>
              <a:gd name="connsiteY23" fmla="*/ 193024 h 215657"/>
              <a:gd name="connsiteX24" fmla="*/ 839626 w 1418243"/>
              <a:gd name="connsiteY24" fmla="*/ 180663 h 215657"/>
              <a:gd name="connsiteX25" fmla="*/ 909693 w 1418243"/>
              <a:gd name="connsiteY25" fmla="*/ 140979 h 215657"/>
              <a:gd name="connsiteX26" fmla="*/ 917305 w 1418243"/>
              <a:gd name="connsiteY26" fmla="*/ 53152 h 215657"/>
              <a:gd name="connsiteX27" fmla="*/ 896681 w 1418243"/>
              <a:gd name="connsiteY27" fmla="*/ 47752 h 215657"/>
              <a:gd name="connsiteX28" fmla="*/ 866365 w 1418243"/>
              <a:gd name="connsiteY28" fmla="*/ 119315 h 215657"/>
              <a:gd name="connsiteX29" fmla="*/ 857647 w 1418243"/>
              <a:gd name="connsiteY29" fmla="*/ 49899 h 215657"/>
              <a:gd name="connsiteX30" fmla="*/ 843595 w 1418243"/>
              <a:gd name="connsiteY30" fmla="*/ 87827 h 215657"/>
              <a:gd name="connsiteX31" fmla="*/ 821866 w 1418243"/>
              <a:gd name="connsiteY31" fmla="*/ 178907 h 215657"/>
              <a:gd name="connsiteX32" fmla="*/ 774179 w 1418243"/>
              <a:gd name="connsiteY32" fmla="*/ 196277 h 215657"/>
              <a:gd name="connsiteX33" fmla="*/ 793306 w 1418243"/>
              <a:gd name="connsiteY33" fmla="*/ 178516 h 215657"/>
              <a:gd name="connsiteX34" fmla="*/ 797600 w 1418243"/>
              <a:gd name="connsiteY34" fmla="*/ 57901 h 215657"/>
              <a:gd name="connsiteX35" fmla="*/ 774179 w 1418243"/>
              <a:gd name="connsiteY35" fmla="*/ 27129 h 215657"/>
              <a:gd name="connsiteX36" fmla="*/ 838195 w 1418243"/>
              <a:gd name="connsiteY36" fmla="*/ 30317 h 215657"/>
              <a:gd name="connsiteX37" fmla="*/ 860249 w 1418243"/>
              <a:gd name="connsiteY37" fmla="*/ 24266 h 215657"/>
              <a:gd name="connsiteX38" fmla="*/ 951329 w 1418243"/>
              <a:gd name="connsiteY38" fmla="*/ 29991 h 215657"/>
              <a:gd name="connsiteX39" fmla="*/ 968179 w 1418243"/>
              <a:gd name="connsiteY39" fmla="*/ 41311 h 215657"/>
              <a:gd name="connsiteX40" fmla="*/ 956339 w 1418243"/>
              <a:gd name="connsiteY40" fmla="*/ 157243 h 215657"/>
              <a:gd name="connsiteX41" fmla="*/ 364320 w 1418243"/>
              <a:gd name="connsiteY41" fmla="*/ 26869 h 215657"/>
              <a:gd name="connsiteX42" fmla="*/ 351698 w 1418243"/>
              <a:gd name="connsiteY42" fmla="*/ 70912 h 215657"/>
              <a:gd name="connsiteX43" fmla="*/ 304662 w 1418243"/>
              <a:gd name="connsiteY43" fmla="*/ 138832 h 215657"/>
              <a:gd name="connsiteX44" fmla="*/ 275387 w 1418243"/>
              <a:gd name="connsiteY44" fmla="*/ 135579 h 215657"/>
              <a:gd name="connsiteX45" fmla="*/ 291586 w 1418243"/>
              <a:gd name="connsiteY45" fmla="*/ 121396 h 215657"/>
              <a:gd name="connsiteX46" fmla="*/ 311168 w 1418243"/>
              <a:gd name="connsiteY46" fmla="*/ 49899 h 215657"/>
              <a:gd name="connsiteX47" fmla="*/ 273305 w 1418243"/>
              <a:gd name="connsiteY47" fmla="*/ 51070 h 215657"/>
              <a:gd name="connsiteX48" fmla="*/ 264522 w 1418243"/>
              <a:gd name="connsiteY48" fmla="*/ 85615 h 215657"/>
              <a:gd name="connsiteX49" fmla="*/ 273565 w 1418243"/>
              <a:gd name="connsiteY49" fmla="*/ 172076 h 215657"/>
              <a:gd name="connsiteX50" fmla="*/ 318780 w 1418243"/>
              <a:gd name="connsiteY50" fmla="*/ 202783 h 215657"/>
              <a:gd name="connsiteX51" fmla="*/ 235376 w 1418243"/>
              <a:gd name="connsiteY51" fmla="*/ 184307 h 215657"/>
              <a:gd name="connsiteX52" fmla="*/ 221129 w 1418243"/>
              <a:gd name="connsiteY52" fmla="*/ 61869 h 215657"/>
              <a:gd name="connsiteX53" fmla="*/ 208183 w 1418243"/>
              <a:gd name="connsiteY53" fmla="*/ 26869 h 215657"/>
              <a:gd name="connsiteX54" fmla="*/ 364320 w 1418243"/>
              <a:gd name="connsiteY54" fmla="*/ 26869 h 215657"/>
              <a:gd name="connsiteX55" fmla="*/ 1175386 w 1418243"/>
              <a:gd name="connsiteY55" fmla="*/ 24982 h 215657"/>
              <a:gd name="connsiteX56" fmla="*/ 1149363 w 1418243"/>
              <a:gd name="connsiteY56" fmla="*/ 133367 h 215657"/>
              <a:gd name="connsiteX57" fmla="*/ 1088600 w 1418243"/>
              <a:gd name="connsiteY57" fmla="*/ 135579 h 215657"/>
              <a:gd name="connsiteX58" fmla="*/ 1104799 w 1418243"/>
              <a:gd name="connsiteY58" fmla="*/ 123543 h 215657"/>
              <a:gd name="connsiteX59" fmla="*/ 1125487 w 1418243"/>
              <a:gd name="connsiteY59" fmla="*/ 49248 h 215657"/>
              <a:gd name="connsiteX60" fmla="*/ 1087559 w 1418243"/>
              <a:gd name="connsiteY60" fmla="*/ 49248 h 215657"/>
              <a:gd name="connsiteX61" fmla="*/ 1089771 w 1418243"/>
              <a:gd name="connsiteY61" fmla="*/ 175589 h 215657"/>
              <a:gd name="connsiteX62" fmla="*/ 1134140 w 1418243"/>
              <a:gd name="connsiteY62" fmla="*/ 202783 h 215657"/>
              <a:gd name="connsiteX63" fmla="*/ 1041303 w 1418243"/>
              <a:gd name="connsiteY63" fmla="*/ 169864 h 215657"/>
              <a:gd name="connsiteX64" fmla="*/ 1021396 w 1418243"/>
              <a:gd name="connsiteY64" fmla="*/ 33634 h 215657"/>
              <a:gd name="connsiteX65" fmla="*/ 1057177 w 1418243"/>
              <a:gd name="connsiteY65" fmla="*/ 23876 h 215657"/>
              <a:gd name="connsiteX66" fmla="*/ 1135246 w 1418243"/>
              <a:gd name="connsiteY66" fmla="*/ 30382 h 215657"/>
              <a:gd name="connsiteX67" fmla="*/ 1175386 w 1418243"/>
              <a:gd name="connsiteY67" fmla="*/ 24982 h 215657"/>
              <a:gd name="connsiteX68" fmla="*/ 589872 w 1418243"/>
              <a:gd name="connsiteY68" fmla="*/ 53152 h 215657"/>
              <a:gd name="connsiteX69" fmla="*/ 585123 w 1418243"/>
              <a:gd name="connsiteY69" fmla="*/ 161146 h 215657"/>
              <a:gd name="connsiteX70" fmla="*/ 568143 w 1418243"/>
              <a:gd name="connsiteY70" fmla="*/ 176760 h 215657"/>
              <a:gd name="connsiteX71" fmla="*/ 592019 w 1418243"/>
              <a:gd name="connsiteY71" fmla="*/ 196277 h 215657"/>
              <a:gd name="connsiteX72" fmla="*/ 471664 w 1418243"/>
              <a:gd name="connsiteY72" fmla="*/ 184372 h 215657"/>
              <a:gd name="connsiteX73" fmla="*/ 426124 w 1418243"/>
              <a:gd name="connsiteY73" fmla="*/ 212541 h 215657"/>
              <a:gd name="connsiteX74" fmla="*/ 416365 w 1418243"/>
              <a:gd name="connsiteY74" fmla="*/ 202783 h 215657"/>
              <a:gd name="connsiteX75" fmla="*/ 435492 w 1418243"/>
              <a:gd name="connsiteY75" fmla="*/ 180663 h 215657"/>
              <a:gd name="connsiteX76" fmla="*/ 435492 w 1418243"/>
              <a:gd name="connsiteY76" fmla="*/ 66553 h 215657"/>
              <a:gd name="connsiteX77" fmla="*/ 419618 w 1418243"/>
              <a:gd name="connsiteY77" fmla="*/ 54258 h 215657"/>
              <a:gd name="connsiteX78" fmla="*/ 441217 w 1418243"/>
              <a:gd name="connsiteY78" fmla="*/ 30447 h 215657"/>
              <a:gd name="connsiteX79" fmla="*/ 467370 w 1418243"/>
              <a:gd name="connsiteY79" fmla="*/ 43328 h 215657"/>
              <a:gd name="connsiteX80" fmla="*/ 530215 w 1418243"/>
              <a:gd name="connsiteY80" fmla="*/ 33374 h 215657"/>
              <a:gd name="connsiteX81" fmla="*/ 589872 w 1418243"/>
              <a:gd name="connsiteY81" fmla="*/ 53152 h 215657"/>
              <a:gd name="connsiteX82" fmla="*/ 136620 w 1418243"/>
              <a:gd name="connsiteY82" fmla="*/ 170254 h 215657"/>
              <a:gd name="connsiteX83" fmla="*/ 153990 w 1418243"/>
              <a:gd name="connsiteY83" fmla="*/ 170254 h 215657"/>
              <a:gd name="connsiteX84" fmla="*/ 48793 w 1418243"/>
              <a:gd name="connsiteY84" fmla="*/ 180013 h 215657"/>
              <a:gd name="connsiteX85" fmla="*/ 0 w 1418243"/>
              <a:gd name="connsiteY85" fmla="*/ 196277 h 215657"/>
              <a:gd name="connsiteX86" fmla="*/ 16915 w 1418243"/>
              <a:gd name="connsiteY86" fmla="*/ 81777 h 215657"/>
              <a:gd name="connsiteX87" fmla="*/ 0 w 1418243"/>
              <a:gd name="connsiteY87" fmla="*/ 61804 h 215657"/>
              <a:gd name="connsiteX88" fmla="*/ 11970 w 1418243"/>
              <a:gd name="connsiteY88" fmla="*/ 45605 h 215657"/>
              <a:gd name="connsiteX89" fmla="*/ 44499 w 1418243"/>
              <a:gd name="connsiteY89" fmla="*/ 56339 h 215657"/>
              <a:gd name="connsiteX90" fmla="*/ 113785 w 1418243"/>
              <a:gd name="connsiteY90" fmla="*/ 49964 h 215657"/>
              <a:gd name="connsiteX91" fmla="*/ 148460 w 1418243"/>
              <a:gd name="connsiteY91" fmla="*/ 65122 h 215657"/>
              <a:gd name="connsiteX92" fmla="*/ 136620 w 1418243"/>
              <a:gd name="connsiteY92" fmla="*/ 170254 h 215657"/>
              <a:gd name="connsiteX93" fmla="*/ 544332 w 1418243"/>
              <a:gd name="connsiteY93" fmla="*/ 70522 h 215657"/>
              <a:gd name="connsiteX94" fmla="*/ 477063 w 1418243"/>
              <a:gd name="connsiteY94" fmla="*/ 74816 h 215657"/>
              <a:gd name="connsiteX95" fmla="*/ 544332 w 1418243"/>
              <a:gd name="connsiteY95" fmla="*/ 70522 h 215657"/>
              <a:gd name="connsiteX96" fmla="*/ 51265 w 1418243"/>
              <a:gd name="connsiteY96" fmla="*/ 167001 h 215657"/>
              <a:gd name="connsiteX97" fmla="*/ 107279 w 1418243"/>
              <a:gd name="connsiteY97" fmla="*/ 145272 h 215657"/>
              <a:gd name="connsiteX98" fmla="*/ 110987 w 1418243"/>
              <a:gd name="connsiteY98" fmla="*/ 125105 h 215657"/>
              <a:gd name="connsiteX99" fmla="*/ 51265 w 1418243"/>
              <a:gd name="connsiteY99" fmla="*/ 79174 h 215657"/>
              <a:gd name="connsiteX100" fmla="*/ 51265 w 1418243"/>
              <a:gd name="connsiteY100" fmla="*/ 167001 h 215657"/>
              <a:gd name="connsiteX101" fmla="*/ 546935 w 1418243"/>
              <a:gd name="connsiteY101" fmla="*/ 96545 h 215657"/>
              <a:gd name="connsiteX102" fmla="*/ 526962 w 1418243"/>
              <a:gd name="connsiteY102" fmla="*/ 105197 h 215657"/>
              <a:gd name="connsiteX103" fmla="*/ 546935 w 1418243"/>
              <a:gd name="connsiteY103" fmla="*/ 125820 h 215657"/>
              <a:gd name="connsiteX104" fmla="*/ 546935 w 1418243"/>
              <a:gd name="connsiteY104" fmla="*/ 96545 h 215657"/>
              <a:gd name="connsiteX105" fmla="*/ 502045 w 1418243"/>
              <a:gd name="connsiteY105" fmla="*/ 140979 h 215657"/>
              <a:gd name="connsiteX106" fmla="*/ 475632 w 1418243"/>
              <a:gd name="connsiteY106" fmla="*/ 156137 h 215657"/>
              <a:gd name="connsiteX107" fmla="*/ 475632 w 1418243"/>
              <a:gd name="connsiteY107" fmla="*/ 175654 h 215657"/>
              <a:gd name="connsiteX108" fmla="*/ 526962 w 1418243"/>
              <a:gd name="connsiteY108" fmla="*/ 150737 h 215657"/>
              <a:gd name="connsiteX109" fmla="*/ 502045 w 1418243"/>
              <a:gd name="connsiteY109" fmla="*/ 140979 h 215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418243" h="215657">
                <a:moveTo>
                  <a:pt x="1334776" y="0"/>
                </a:moveTo>
                <a:cubicBezTo>
                  <a:pt x="1363661" y="11320"/>
                  <a:pt x="1346096" y="25697"/>
                  <a:pt x="1358652" y="47687"/>
                </a:cubicBezTo>
                <a:cubicBezTo>
                  <a:pt x="1371663" y="70327"/>
                  <a:pt x="1399377" y="83989"/>
                  <a:pt x="1418244" y="98691"/>
                </a:cubicBezTo>
                <a:cubicBezTo>
                  <a:pt x="1417854" y="133432"/>
                  <a:pt x="1370947" y="104872"/>
                  <a:pt x="1356440" y="97586"/>
                </a:cubicBezTo>
                <a:cubicBezTo>
                  <a:pt x="1342843" y="124714"/>
                  <a:pt x="1361124" y="163098"/>
                  <a:pt x="1343363" y="190812"/>
                </a:cubicBezTo>
                <a:cubicBezTo>
                  <a:pt x="1334320" y="204930"/>
                  <a:pt x="1287284" y="229001"/>
                  <a:pt x="1281624" y="202783"/>
                </a:cubicBezTo>
                <a:cubicBezTo>
                  <a:pt x="1290797" y="195626"/>
                  <a:pt x="1306671" y="195301"/>
                  <a:pt x="1312982" y="184307"/>
                </a:cubicBezTo>
                <a:cubicBezTo>
                  <a:pt x="1322935" y="166936"/>
                  <a:pt x="1329181" y="104612"/>
                  <a:pt x="1310900" y="95439"/>
                </a:cubicBezTo>
                <a:cubicBezTo>
                  <a:pt x="1291317" y="115021"/>
                  <a:pt x="1253910" y="142540"/>
                  <a:pt x="1229578" y="118209"/>
                </a:cubicBezTo>
                <a:cubicBezTo>
                  <a:pt x="1237776" y="105653"/>
                  <a:pt x="1256707" y="106563"/>
                  <a:pt x="1266466" y="94333"/>
                </a:cubicBezTo>
                <a:cubicBezTo>
                  <a:pt x="1281754" y="75076"/>
                  <a:pt x="1298669" y="56860"/>
                  <a:pt x="1312982" y="36822"/>
                </a:cubicBezTo>
                <a:cubicBezTo>
                  <a:pt x="1322024" y="24201"/>
                  <a:pt x="1321049" y="8588"/>
                  <a:pt x="1334776" y="0"/>
                </a:cubicBezTo>
                <a:close/>
                <a:moveTo>
                  <a:pt x="722133" y="202783"/>
                </a:moveTo>
                <a:cubicBezTo>
                  <a:pt x="713416" y="209549"/>
                  <a:pt x="652457" y="218266"/>
                  <a:pt x="650636" y="194065"/>
                </a:cubicBezTo>
                <a:cubicBezTo>
                  <a:pt x="649725" y="181444"/>
                  <a:pt x="667941" y="174938"/>
                  <a:pt x="670023" y="161537"/>
                </a:cubicBezTo>
                <a:cubicBezTo>
                  <a:pt x="675097" y="129203"/>
                  <a:pt x="670088" y="96610"/>
                  <a:pt x="670088" y="64016"/>
                </a:cubicBezTo>
                <a:cubicBezTo>
                  <a:pt x="670088" y="32073"/>
                  <a:pt x="635087" y="33179"/>
                  <a:pt x="646212" y="9759"/>
                </a:cubicBezTo>
                <a:cubicBezTo>
                  <a:pt x="663777" y="9759"/>
                  <a:pt x="684726" y="-2342"/>
                  <a:pt x="700404" y="12036"/>
                </a:cubicBezTo>
                <a:cubicBezTo>
                  <a:pt x="731436" y="40596"/>
                  <a:pt x="703397" y="113655"/>
                  <a:pt x="709187" y="150672"/>
                </a:cubicBezTo>
                <a:cubicBezTo>
                  <a:pt x="711854" y="167522"/>
                  <a:pt x="721938" y="186583"/>
                  <a:pt x="722133" y="202783"/>
                </a:cubicBezTo>
                <a:close/>
                <a:moveTo>
                  <a:pt x="956339" y="157243"/>
                </a:moveTo>
                <a:cubicBezTo>
                  <a:pt x="949833" y="161602"/>
                  <a:pt x="943327" y="165895"/>
                  <a:pt x="936822" y="170254"/>
                </a:cubicBezTo>
                <a:cubicBezTo>
                  <a:pt x="945474" y="174613"/>
                  <a:pt x="954192" y="178907"/>
                  <a:pt x="962844" y="183266"/>
                </a:cubicBezTo>
                <a:cubicBezTo>
                  <a:pt x="962519" y="214363"/>
                  <a:pt x="890046" y="193024"/>
                  <a:pt x="870659" y="193024"/>
                </a:cubicBezTo>
                <a:cubicBezTo>
                  <a:pt x="862201" y="193024"/>
                  <a:pt x="843074" y="191072"/>
                  <a:pt x="839626" y="180663"/>
                </a:cubicBezTo>
                <a:cubicBezTo>
                  <a:pt x="827656" y="144752"/>
                  <a:pt x="896486" y="152624"/>
                  <a:pt x="909693" y="140979"/>
                </a:cubicBezTo>
                <a:cubicBezTo>
                  <a:pt x="929795" y="123283"/>
                  <a:pt x="921663" y="75076"/>
                  <a:pt x="917305" y="53152"/>
                </a:cubicBezTo>
                <a:cubicBezTo>
                  <a:pt x="910408" y="51330"/>
                  <a:pt x="903577" y="49508"/>
                  <a:pt x="896681" y="47752"/>
                </a:cubicBezTo>
                <a:cubicBezTo>
                  <a:pt x="882499" y="65968"/>
                  <a:pt x="920427" y="115671"/>
                  <a:pt x="866365" y="119315"/>
                </a:cubicBezTo>
                <a:cubicBezTo>
                  <a:pt x="856541" y="100578"/>
                  <a:pt x="876254" y="62064"/>
                  <a:pt x="857647" y="49899"/>
                </a:cubicBezTo>
                <a:cubicBezTo>
                  <a:pt x="836243" y="51330"/>
                  <a:pt x="844050" y="72278"/>
                  <a:pt x="843595" y="87827"/>
                </a:cubicBezTo>
                <a:cubicBezTo>
                  <a:pt x="842554" y="118924"/>
                  <a:pt x="841708" y="154510"/>
                  <a:pt x="821866" y="178907"/>
                </a:cubicBezTo>
                <a:cubicBezTo>
                  <a:pt x="811131" y="192178"/>
                  <a:pt x="791809" y="210589"/>
                  <a:pt x="774179" y="196277"/>
                </a:cubicBezTo>
                <a:cubicBezTo>
                  <a:pt x="781010" y="191007"/>
                  <a:pt x="789728" y="187689"/>
                  <a:pt x="793306" y="178516"/>
                </a:cubicBezTo>
                <a:cubicBezTo>
                  <a:pt x="805406" y="147549"/>
                  <a:pt x="806903" y="90169"/>
                  <a:pt x="797600" y="57901"/>
                </a:cubicBezTo>
                <a:cubicBezTo>
                  <a:pt x="793436" y="43458"/>
                  <a:pt x="780425" y="39620"/>
                  <a:pt x="774179" y="27129"/>
                </a:cubicBezTo>
                <a:cubicBezTo>
                  <a:pt x="792460" y="-2017"/>
                  <a:pt x="817052" y="27975"/>
                  <a:pt x="838195" y="30317"/>
                </a:cubicBezTo>
                <a:cubicBezTo>
                  <a:pt x="845026" y="31097"/>
                  <a:pt x="853614" y="25567"/>
                  <a:pt x="860249" y="24266"/>
                </a:cubicBezTo>
                <a:cubicBezTo>
                  <a:pt x="892453" y="18086"/>
                  <a:pt x="921143" y="15223"/>
                  <a:pt x="951329" y="29991"/>
                </a:cubicBezTo>
                <a:cubicBezTo>
                  <a:pt x="957185" y="32854"/>
                  <a:pt x="964861" y="34545"/>
                  <a:pt x="968179" y="41311"/>
                </a:cubicBezTo>
                <a:cubicBezTo>
                  <a:pt x="975075" y="55103"/>
                  <a:pt x="959982" y="138897"/>
                  <a:pt x="956339" y="157243"/>
                </a:cubicBezTo>
                <a:close/>
                <a:moveTo>
                  <a:pt x="364320" y="26869"/>
                </a:moveTo>
                <a:cubicBezTo>
                  <a:pt x="364189" y="42027"/>
                  <a:pt x="355146" y="56404"/>
                  <a:pt x="351698" y="70912"/>
                </a:cubicBezTo>
                <a:cubicBezTo>
                  <a:pt x="343501" y="105327"/>
                  <a:pt x="354301" y="138832"/>
                  <a:pt x="304662" y="138832"/>
                </a:cubicBezTo>
                <a:cubicBezTo>
                  <a:pt x="295554" y="138832"/>
                  <a:pt x="281502" y="141434"/>
                  <a:pt x="275387" y="135579"/>
                </a:cubicBezTo>
                <a:cubicBezTo>
                  <a:pt x="278965" y="128813"/>
                  <a:pt x="286902" y="127837"/>
                  <a:pt x="291586" y="121396"/>
                </a:cubicBezTo>
                <a:cubicBezTo>
                  <a:pt x="305313" y="102660"/>
                  <a:pt x="315787" y="72864"/>
                  <a:pt x="311168" y="49899"/>
                </a:cubicBezTo>
                <a:cubicBezTo>
                  <a:pt x="301605" y="48012"/>
                  <a:pt x="282413" y="46386"/>
                  <a:pt x="273305" y="51070"/>
                </a:cubicBezTo>
                <a:cubicBezTo>
                  <a:pt x="263091" y="56274"/>
                  <a:pt x="265888" y="76507"/>
                  <a:pt x="264522" y="85615"/>
                </a:cubicBezTo>
                <a:cubicBezTo>
                  <a:pt x="260228" y="113004"/>
                  <a:pt x="258081" y="147419"/>
                  <a:pt x="273565" y="172076"/>
                </a:cubicBezTo>
                <a:cubicBezTo>
                  <a:pt x="285666" y="191398"/>
                  <a:pt x="303361" y="190812"/>
                  <a:pt x="318780" y="202783"/>
                </a:cubicBezTo>
                <a:cubicBezTo>
                  <a:pt x="316958" y="230562"/>
                  <a:pt x="246761" y="204149"/>
                  <a:pt x="235376" y="184307"/>
                </a:cubicBezTo>
                <a:cubicBezTo>
                  <a:pt x="213712" y="146573"/>
                  <a:pt x="227635" y="103636"/>
                  <a:pt x="221129" y="61869"/>
                </a:cubicBezTo>
                <a:cubicBezTo>
                  <a:pt x="219112" y="49183"/>
                  <a:pt x="208963" y="38839"/>
                  <a:pt x="208183" y="26869"/>
                </a:cubicBezTo>
                <a:cubicBezTo>
                  <a:pt x="260228" y="26869"/>
                  <a:pt x="312274" y="26869"/>
                  <a:pt x="364320" y="26869"/>
                </a:cubicBezTo>
                <a:close/>
                <a:moveTo>
                  <a:pt x="1175386" y="24982"/>
                </a:moveTo>
                <a:cubicBezTo>
                  <a:pt x="1181241" y="37343"/>
                  <a:pt x="1157430" y="117168"/>
                  <a:pt x="1149363" y="133367"/>
                </a:cubicBezTo>
                <a:cubicBezTo>
                  <a:pt x="1134465" y="136359"/>
                  <a:pt x="1100310" y="146769"/>
                  <a:pt x="1088600" y="135579"/>
                </a:cubicBezTo>
                <a:cubicBezTo>
                  <a:pt x="1092828" y="129203"/>
                  <a:pt x="1100245" y="129659"/>
                  <a:pt x="1104799" y="123543"/>
                </a:cubicBezTo>
                <a:cubicBezTo>
                  <a:pt x="1118591" y="105132"/>
                  <a:pt x="1133164" y="71628"/>
                  <a:pt x="1125487" y="49248"/>
                </a:cubicBezTo>
                <a:cubicBezTo>
                  <a:pt x="1112866" y="49248"/>
                  <a:pt x="1100180" y="49248"/>
                  <a:pt x="1087559" y="49248"/>
                </a:cubicBezTo>
                <a:cubicBezTo>
                  <a:pt x="1071034" y="73254"/>
                  <a:pt x="1072531" y="151453"/>
                  <a:pt x="1089771" y="175589"/>
                </a:cubicBezTo>
                <a:cubicBezTo>
                  <a:pt x="1102262" y="193024"/>
                  <a:pt x="1120087" y="191853"/>
                  <a:pt x="1134140" y="202783"/>
                </a:cubicBezTo>
                <a:cubicBezTo>
                  <a:pt x="1121063" y="236222"/>
                  <a:pt x="1050151" y="197058"/>
                  <a:pt x="1041303" y="169864"/>
                </a:cubicBezTo>
                <a:cubicBezTo>
                  <a:pt x="1029398" y="133042"/>
                  <a:pt x="1050021" y="62260"/>
                  <a:pt x="1021396" y="33634"/>
                </a:cubicBezTo>
                <a:cubicBezTo>
                  <a:pt x="1027121" y="19062"/>
                  <a:pt x="1043450" y="23876"/>
                  <a:pt x="1057177" y="23876"/>
                </a:cubicBezTo>
                <a:cubicBezTo>
                  <a:pt x="1083395" y="23876"/>
                  <a:pt x="1107596" y="30382"/>
                  <a:pt x="1135246" y="30382"/>
                </a:cubicBezTo>
                <a:cubicBezTo>
                  <a:pt x="1149949" y="30382"/>
                  <a:pt x="1160553" y="21989"/>
                  <a:pt x="1175386" y="24982"/>
                </a:cubicBezTo>
                <a:close/>
                <a:moveTo>
                  <a:pt x="589872" y="53152"/>
                </a:moveTo>
                <a:cubicBezTo>
                  <a:pt x="593190" y="62129"/>
                  <a:pt x="588246" y="151713"/>
                  <a:pt x="585123" y="161146"/>
                </a:cubicBezTo>
                <a:cubicBezTo>
                  <a:pt x="582846" y="167977"/>
                  <a:pt x="572892" y="172011"/>
                  <a:pt x="568143" y="176760"/>
                </a:cubicBezTo>
                <a:cubicBezTo>
                  <a:pt x="580114" y="182745"/>
                  <a:pt x="591824" y="179362"/>
                  <a:pt x="592019" y="196277"/>
                </a:cubicBezTo>
                <a:cubicBezTo>
                  <a:pt x="566842" y="216705"/>
                  <a:pt x="490725" y="208833"/>
                  <a:pt x="471664" y="184372"/>
                </a:cubicBezTo>
                <a:cubicBezTo>
                  <a:pt x="458002" y="201156"/>
                  <a:pt x="443169" y="201872"/>
                  <a:pt x="426124" y="212541"/>
                </a:cubicBezTo>
                <a:cubicBezTo>
                  <a:pt x="422871" y="209288"/>
                  <a:pt x="419618" y="206036"/>
                  <a:pt x="416365" y="202783"/>
                </a:cubicBezTo>
                <a:cubicBezTo>
                  <a:pt x="423521" y="196993"/>
                  <a:pt x="433150" y="190487"/>
                  <a:pt x="435492" y="180663"/>
                </a:cubicBezTo>
                <a:cubicBezTo>
                  <a:pt x="439591" y="163423"/>
                  <a:pt x="440827" y="82622"/>
                  <a:pt x="435492" y="66553"/>
                </a:cubicBezTo>
                <a:cubicBezTo>
                  <a:pt x="433085" y="59462"/>
                  <a:pt x="425733" y="56535"/>
                  <a:pt x="419618" y="54258"/>
                </a:cubicBezTo>
                <a:cubicBezTo>
                  <a:pt x="410705" y="36432"/>
                  <a:pt x="423847" y="27584"/>
                  <a:pt x="441217" y="30447"/>
                </a:cubicBezTo>
                <a:cubicBezTo>
                  <a:pt x="450845" y="32008"/>
                  <a:pt x="458457" y="41506"/>
                  <a:pt x="467370" y="43328"/>
                </a:cubicBezTo>
                <a:cubicBezTo>
                  <a:pt x="488904" y="47622"/>
                  <a:pt x="509267" y="33374"/>
                  <a:pt x="530215" y="33374"/>
                </a:cubicBezTo>
                <a:cubicBezTo>
                  <a:pt x="552790" y="33374"/>
                  <a:pt x="570616" y="43523"/>
                  <a:pt x="589872" y="53152"/>
                </a:cubicBezTo>
                <a:close/>
                <a:moveTo>
                  <a:pt x="136620" y="170254"/>
                </a:moveTo>
                <a:cubicBezTo>
                  <a:pt x="142410" y="170254"/>
                  <a:pt x="148200" y="170254"/>
                  <a:pt x="153990" y="170254"/>
                </a:cubicBezTo>
                <a:cubicBezTo>
                  <a:pt x="147224" y="201482"/>
                  <a:pt x="60503" y="202392"/>
                  <a:pt x="48793" y="180013"/>
                </a:cubicBezTo>
                <a:cubicBezTo>
                  <a:pt x="38384" y="190422"/>
                  <a:pt x="14052" y="207207"/>
                  <a:pt x="0" y="196277"/>
                </a:cubicBezTo>
                <a:cubicBezTo>
                  <a:pt x="21729" y="174548"/>
                  <a:pt x="24006" y="111247"/>
                  <a:pt x="16915" y="81777"/>
                </a:cubicBezTo>
                <a:cubicBezTo>
                  <a:pt x="14703" y="72343"/>
                  <a:pt x="6311" y="68180"/>
                  <a:pt x="0" y="61804"/>
                </a:cubicBezTo>
                <a:cubicBezTo>
                  <a:pt x="65" y="53542"/>
                  <a:pt x="2602" y="46841"/>
                  <a:pt x="11970" y="45605"/>
                </a:cubicBezTo>
                <a:cubicBezTo>
                  <a:pt x="23746" y="44109"/>
                  <a:pt x="33634" y="54583"/>
                  <a:pt x="44499" y="56339"/>
                </a:cubicBezTo>
                <a:cubicBezTo>
                  <a:pt x="68050" y="60178"/>
                  <a:pt x="89519" y="46190"/>
                  <a:pt x="113785" y="49964"/>
                </a:cubicBezTo>
                <a:cubicBezTo>
                  <a:pt x="123869" y="51525"/>
                  <a:pt x="141499" y="57445"/>
                  <a:pt x="148460" y="65122"/>
                </a:cubicBezTo>
                <a:cubicBezTo>
                  <a:pt x="158804" y="76572"/>
                  <a:pt x="143711" y="156137"/>
                  <a:pt x="136620" y="170254"/>
                </a:cubicBezTo>
                <a:close/>
                <a:moveTo>
                  <a:pt x="544332" y="70522"/>
                </a:moveTo>
                <a:cubicBezTo>
                  <a:pt x="534118" y="54192"/>
                  <a:pt x="481422" y="54518"/>
                  <a:pt x="477063" y="74816"/>
                </a:cubicBezTo>
                <a:cubicBezTo>
                  <a:pt x="492482" y="82557"/>
                  <a:pt x="532492" y="82362"/>
                  <a:pt x="544332" y="70522"/>
                </a:cubicBezTo>
                <a:close/>
                <a:moveTo>
                  <a:pt x="51265" y="167001"/>
                </a:moveTo>
                <a:cubicBezTo>
                  <a:pt x="66098" y="161797"/>
                  <a:pt x="96740" y="156983"/>
                  <a:pt x="107279" y="145272"/>
                </a:cubicBezTo>
                <a:cubicBezTo>
                  <a:pt x="112288" y="139677"/>
                  <a:pt x="109751" y="131740"/>
                  <a:pt x="110987" y="125105"/>
                </a:cubicBezTo>
                <a:cubicBezTo>
                  <a:pt x="119835" y="79239"/>
                  <a:pt x="94463" y="60633"/>
                  <a:pt x="51265" y="79174"/>
                </a:cubicBezTo>
                <a:cubicBezTo>
                  <a:pt x="51265" y="108450"/>
                  <a:pt x="51265" y="137726"/>
                  <a:pt x="51265" y="167001"/>
                </a:cubicBezTo>
                <a:close/>
                <a:moveTo>
                  <a:pt x="546935" y="96545"/>
                </a:moveTo>
                <a:cubicBezTo>
                  <a:pt x="540299" y="99407"/>
                  <a:pt x="533598" y="102335"/>
                  <a:pt x="526962" y="105197"/>
                </a:cubicBezTo>
                <a:cubicBezTo>
                  <a:pt x="527092" y="119315"/>
                  <a:pt x="533208" y="125235"/>
                  <a:pt x="546935" y="125820"/>
                </a:cubicBezTo>
                <a:cubicBezTo>
                  <a:pt x="546935" y="116062"/>
                  <a:pt x="546935" y="106303"/>
                  <a:pt x="546935" y="96545"/>
                </a:cubicBezTo>
                <a:close/>
                <a:moveTo>
                  <a:pt x="502045" y="140979"/>
                </a:moveTo>
                <a:cubicBezTo>
                  <a:pt x="493198" y="146053"/>
                  <a:pt x="484415" y="151127"/>
                  <a:pt x="475632" y="156137"/>
                </a:cubicBezTo>
                <a:cubicBezTo>
                  <a:pt x="475632" y="162643"/>
                  <a:pt x="475632" y="169148"/>
                  <a:pt x="475632" y="175654"/>
                </a:cubicBezTo>
                <a:cubicBezTo>
                  <a:pt x="491766" y="160756"/>
                  <a:pt x="519741" y="161732"/>
                  <a:pt x="526962" y="150737"/>
                </a:cubicBezTo>
                <a:cubicBezTo>
                  <a:pt x="518635" y="147484"/>
                  <a:pt x="510308" y="144231"/>
                  <a:pt x="502045" y="140979"/>
                </a:cubicBezTo>
                <a:close/>
              </a:path>
            </a:pathLst>
          </a:custGeom>
          <a:solidFill>
            <a:srgbClr val="FFFFFF"/>
          </a:solidFill>
          <a:ln w="1621" cap="flat">
            <a:solidFill>
              <a:srgbClr val="FFFFFF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11088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:a16="http://schemas.microsoft.com/office/drawing/2014/main" id="{55C12FF1-916A-496E-8F8A-216701166C4F}"/>
              </a:ext>
            </a:extLst>
          </p:cNvPr>
          <p:cNvGrpSpPr/>
          <p:nvPr/>
        </p:nvGrpSpPr>
        <p:grpSpPr>
          <a:xfrm>
            <a:off x="0" y="0"/>
            <a:ext cx="6858000" cy="6858000"/>
            <a:chOff x="0" y="0"/>
            <a:chExt cx="6858000" cy="685800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D514636A-3CEF-4F74-B283-F38FDDAF0769}"/>
                </a:ext>
              </a:extLst>
            </p:cNvPr>
            <p:cNvSpPr/>
            <p:nvPr/>
          </p:nvSpPr>
          <p:spPr>
            <a:xfrm>
              <a:off x="0" y="0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65FBB0EC-21E1-438C-B7E9-179798D8045D}"/>
                </a:ext>
              </a:extLst>
            </p:cNvPr>
            <p:cNvSpPr/>
            <p:nvPr/>
          </p:nvSpPr>
          <p:spPr>
            <a:xfrm>
              <a:off x="1381371" y="284269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0E738B69-33C5-4DEC-8DBE-A37E69D5ECD8}"/>
                </a:ext>
              </a:extLst>
            </p:cNvPr>
            <p:cNvSpPr/>
            <p:nvPr/>
          </p:nvSpPr>
          <p:spPr>
            <a:xfrm>
              <a:off x="1647874" y="658542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30" name="자유형: 도형 229">
              <a:extLst>
                <a:ext uri="{FF2B5EF4-FFF2-40B4-BE49-F238E27FC236}">
                  <a16:creationId xmlns:a16="http://schemas.microsoft.com/office/drawing/2014/main" id="{82549B1B-401E-4406-AC85-0B3FF95466DB}"/>
                </a:ext>
              </a:extLst>
            </p:cNvPr>
            <p:cNvSpPr/>
            <p:nvPr/>
          </p:nvSpPr>
          <p:spPr>
            <a:xfrm>
              <a:off x="2329939" y="41630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31" name="타원 230">
              <a:extLst>
                <a:ext uri="{FF2B5EF4-FFF2-40B4-BE49-F238E27FC236}">
                  <a16:creationId xmlns:a16="http://schemas.microsoft.com/office/drawing/2014/main" id="{4A3F9358-7B47-4899-AD7C-7EB763182CAF}"/>
                </a:ext>
              </a:extLst>
            </p:cNvPr>
            <p:cNvSpPr/>
            <p:nvPr/>
          </p:nvSpPr>
          <p:spPr>
            <a:xfrm rot="17857827">
              <a:off x="2567396" y="41758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2" name="타원 231">
              <a:extLst>
                <a:ext uri="{FF2B5EF4-FFF2-40B4-BE49-F238E27FC236}">
                  <a16:creationId xmlns:a16="http://schemas.microsoft.com/office/drawing/2014/main" id="{1F0096A3-E0F8-4A8E-B571-EB5504FBDDE5}"/>
                </a:ext>
              </a:extLst>
            </p:cNvPr>
            <p:cNvSpPr/>
            <p:nvPr/>
          </p:nvSpPr>
          <p:spPr>
            <a:xfrm rot="19503875">
              <a:off x="2581048" y="41943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4" name="자유형: 도형 233">
              <a:extLst>
                <a:ext uri="{FF2B5EF4-FFF2-40B4-BE49-F238E27FC236}">
                  <a16:creationId xmlns:a16="http://schemas.microsoft.com/office/drawing/2014/main" id="{0C7778A7-F650-446F-BC24-AC032775107C}"/>
                </a:ext>
              </a:extLst>
            </p:cNvPr>
            <p:cNvSpPr/>
            <p:nvPr/>
          </p:nvSpPr>
          <p:spPr>
            <a:xfrm>
              <a:off x="1918508" y="21147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35" name="자유형: 도형 234">
              <a:extLst>
                <a:ext uri="{FF2B5EF4-FFF2-40B4-BE49-F238E27FC236}">
                  <a16:creationId xmlns:a16="http://schemas.microsoft.com/office/drawing/2014/main" id="{8D3DF056-9371-4FC1-945E-718D88C41B68}"/>
                </a:ext>
              </a:extLst>
            </p:cNvPr>
            <p:cNvSpPr/>
            <p:nvPr/>
          </p:nvSpPr>
          <p:spPr>
            <a:xfrm>
              <a:off x="2465295" y="34863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36" name="자유형: 도형 235">
              <a:extLst>
                <a:ext uri="{FF2B5EF4-FFF2-40B4-BE49-F238E27FC236}">
                  <a16:creationId xmlns:a16="http://schemas.microsoft.com/office/drawing/2014/main" id="{93C5D31D-B774-4FDA-8DAC-3FF8C4DB5A3C}"/>
                </a:ext>
              </a:extLst>
            </p:cNvPr>
            <p:cNvSpPr/>
            <p:nvPr/>
          </p:nvSpPr>
          <p:spPr>
            <a:xfrm>
              <a:off x="2583334" y="35794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7" name="자유형: 도형 236">
              <a:extLst>
                <a:ext uri="{FF2B5EF4-FFF2-40B4-BE49-F238E27FC236}">
                  <a16:creationId xmlns:a16="http://schemas.microsoft.com/office/drawing/2014/main" id="{0CB603CF-7D6A-40BE-AC9A-00E3A0C702FF}"/>
                </a:ext>
              </a:extLst>
            </p:cNvPr>
            <p:cNvSpPr/>
            <p:nvPr/>
          </p:nvSpPr>
          <p:spPr>
            <a:xfrm>
              <a:off x="1997249" y="21972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8" name="자유형: 도형 237">
              <a:extLst>
                <a:ext uri="{FF2B5EF4-FFF2-40B4-BE49-F238E27FC236}">
                  <a16:creationId xmlns:a16="http://schemas.microsoft.com/office/drawing/2014/main" id="{F5713107-E8B0-427D-86F6-C85D9A37CE39}"/>
                </a:ext>
              </a:extLst>
            </p:cNvPr>
            <p:cNvSpPr/>
            <p:nvPr/>
          </p:nvSpPr>
          <p:spPr>
            <a:xfrm>
              <a:off x="2537705" y="26457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9" name="자유형: 도형 238">
              <a:extLst>
                <a:ext uri="{FF2B5EF4-FFF2-40B4-BE49-F238E27FC236}">
                  <a16:creationId xmlns:a16="http://schemas.microsoft.com/office/drawing/2014/main" id="{57D0E55E-C6C4-417F-9620-67CF9592E90C}"/>
                </a:ext>
              </a:extLst>
            </p:cNvPr>
            <p:cNvSpPr/>
            <p:nvPr/>
          </p:nvSpPr>
          <p:spPr>
            <a:xfrm>
              <a:off x="2274943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0" name="자유형: 도형 239">
              <a:extLst>
                <a:ext uri="{FF2B5EF4-FFF2-40B4-BE49-F238E27FC236}">
                  <a16:creationId xmlns:a16="http://schemas.microsoft.com/office/drawing/2014/main" id="{EE736A88-5D33-4DB5-9872-5F11D8D7A975}"/>
                </a:ext>
              </a:extLst>
            </p:cNvPr>
            <p:cNvSpPr/>
            <p:nvPr/>
          </p:nvSpPr>
          <p:spPr>
            <a:xfrm>
              <a:off x="2577221" y="31109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1" name="자유형: 도형 240">
              <a:extLst>
                <a:ext uri="{FF2B5EF4-FFF2-40B4-BE49-F238E27FC236}">
                  <a16:creationId xmlns:a16="http://schemas.microsoft.com/office/drawing/2014/main" id="{03721155-4F88-4CB1-94AF-A3B9614D2A96}"/>
                </a:ext>
              </a:extLst>
            </p:cNvPr>
            <p:cNvSpPr/>
            <p:nvPr/>
          </p:nvSpPr>
          <p:spPr>
            <a:xfrm>
              <a:off x="2757792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BE94850C-566A-4FD1-9146-A1555AEB3952}"/>
                </a:ext>
              </a:extLst>
            </p:cNvPr>
            <p:cNvSpPr/>
            <p:nvPr/>
          </p:nvSpPr>
          <p:spPr>
            <a:xfrm>
              <a:off x="2519775" y="36277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44" name="자유형: 도형 243">
              <a:extLst>
                <a:ext uri="{FF2B5EF4-FFF2-40B4-BE49-F238E27FC236}">
                  <a16:creationId xmlns:a16="http://schemas.microsoft.com/office/drawing/2014/main" id="{9873BDE4-3CB5-4285-8468-D0F0EC6FFC03}"/>
                </a:ext>
              </a:extLst>
            </p:cNvPr>
            <p:cNvSpPr/>
            <p:nvPr/>
          </p:nvSpPr>
          <p:spPr>
            <a:xfrm flipH="1">
              <a:off x="4185084" y="41630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F5CBB057-F5FB-47F7-97DE-4676F03A63C0}"/>
                </a:ext>
              </a:extLst>
            </p:cNvPr>
            <p:cNvSpPr/>
            <p:nvPr/>
          </p:nvSpPr>
          <p:spPr>
            <a:xfrm rot="3742173" flipH="1">
              <a:off x="4186223" y="41758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타원 245">
              <a:extLst>
                <a:ext uri="{FF2B5EF4-FFF2-40B4-BE49-F238E27FC236}">
                  <a16:creationId xmlns:a16="http://schemas.microsoft.com/office/drawing/2014/main" id="{AF682541-1E14-46D1-A9FD-2B1C8CFC3488}"/>
                </a:ext>
              </a:extLst>
            </p:cNvPr>
            <p:cNvSpPr/>
            <p:nvPr/>
          </p:nvSpPr>
          <p:spPr>
            <a:xfrm rot="2096125" flipH="1">
              <a:off x="4172571" y="41943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8" name="자유형: 도형 247">
              <a:extLst>
                <a:ext uri="{FF2B5EF4-FFF2-40B4-BE49-F238E27FC236}">
                  <a16:creationId xmlns:a16="http://schemas.microsoft.com/office/drawing/2014/main" id="{F987E0F3-2A89-4B88-B82E-D873AEB7DC84}"/>
                </a:ext>
              </a:extLst>
            </p:cNvPr>
            <p:cNvSpPr/>
            <p:nvPr/>
          </p:nvSpPr>
          <p:spPr>
            <a:xfrm flipH="1">
              <a:off x="3610281" y="21147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49" name="자유형: 도형 248">
              <a:extLst>
                <a:ext uri="{FF2B5EF4-FFF2-40B4-BE49-F238E27FC236}">
                  <a16:creationId xmlns:a16="http://schemas.microsoft.com/office/drawing/2014/main" id="{ED82CB52-55D2-4F01-B27B-40759D9ED67A}"/>
                </a:ext>
              </a:extLst>
            </p:cNvPr>
            <p:cNvSpPr/>
            <p:nvPr/>
          </p:nvSpPr>
          <p:spPr>
            <a:xfrm flipH="1">
              <a:off x="3985042" y="34863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50" name="자유형: 도형 249">
              <a:extLst>
                <a:ext uri="{FF2B5EF4-FFF2-40B4-BE49-F238E27FC236}">
                  <a16:creationId xmlns:a16="http://schemas.microsoft.com/office/drawing/2014/main" id="{A67EDC36-1549-43A4-A8D5-4AD72084D1C5}"/>
                </a:ext>
              </a:extLst>
            </p:cNvPr>
            <p:cNvSpPr/>
            <p:nvPr/>
          </p:nvSpPr>
          <p:spPr>
            <a:xfrm flipH="1">
              <a:off x="3609451" y="35794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1" name="자유형: 도형 250">
              <a:extLst>
                <a:ext uri="{FF2B5EF4-FFF2-40B4-BE49-F238E27FC236}">
                  <a16:creationId xmlns:a16="http://schemas.microsoft.com/office/drawing/2014/main" id="{10A4FC4E-99A2-46D3-A385-BD37D8CDF3D2}"/>
                </a:ext>
              </a:extLst>
            </p:cNvPr>
            <p:cNvSpPr/>
            <p:nvPr/>
          </p:nvSpPr>
          <p:spPr>
            <a:xfrm flipH="1">
              <a:off x="4194969" y="21972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2" name="자유형: 도형 251">
              <a:extLst>
                <a:ext uri="{FF2B5EF4-FFF2-40B4-BE49-F238E27FC236}">
                  <a16:creationId xmlns:a16="http://schemas.microsoft.com/office/drawing/2014/main" id="{6992FE75-177D-412D-A2AD-55E82057F995}"/>
                </a:ext>
              </a:extLst>
            </p:cNvPr>
            <p:cNvSpPr/>
            <p:nvPr/>
          </p:nvSpPr>
          <p:spPr>
            <a:xfrm flipH="1">
              <a:off x="3668752" y="26457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3" name="자유형: 도형 252">
              <a:extLst>
                <a:ext uri="{FF2B5EF4-FFF2-40B4-BE49-F238E27FC236}">
                  <a16:creationId xmlns:a16="http://schemas.microsoft.com/office/drawing/2014/main" id="{227BB16D-7B73-40DB-BF93-F157482C6A57}"/>
                </a:ext>
              </a:extLst>
            </p:cNvPr>
            <p:cNvSpPr/>
            <p:nvPr/>
          </p:nvSpPr>
          <p:spPr>
            <a:xfrm flipH="1">
              <a:off x="4116381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4" name="자유형: 도형 253">
              <a:extLst>
                <a:ext uri="{FF2B5EF4-FFF2-40B4-BE49-F238E27FC236}">
                  <a16:creationId xmlns:a16="http://schemas.microsoft.com/office/drawing/2014/main" id="{E1BF2082-D836-4F15-86CD-FCF74405EFDE}"/>
                </a:ext>
              </a:extLst>
            </p:cNvPr>
            <p:cNvSpPr/>
            <p:nvPr/>
          </p:nvSpPr>
          <p:spPr>
            <a:xfrm flipH="1">
              <a:off x="3747491" y="31109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5" name="자유형: 도형 254">
              <a:extLst>
                <a:ext uri="{FF2B5EF4-FFF2-40B4-BE49-F238E27FC236}">
                  <a16:creationId xmlns:a16="http://schemas.microsoft.com/office/drawing/2014/main" id="{70D9F69A-92B7-4913-9945-0854DDA5CD5E}"/>
                </a:ext>
              </a:extLst>
            </p:cNvPr>
            <p:cNvSpPr/>
            <p:nvPr/>
          </p:nvSpPr>
          <p:spPr>
            <a:xfrm flipH="1">
              <a:off x="3640139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6" name="자유형: 도형 255">
              <a:extLst>
                <a:ext uri="{FF2B5EF4-FFF2-40B4-BE49-F238E27FC236}">
                  <a16:creationId xmlns:a16="http://schemas.microsoft.com/office/drawing/2014/main" id="{5A498364-7494-4130-9F9B-F59306ACD3F8}"/>
                </a:ext>
              </a:extLst>
            </p:cNvPr>
            <p:cNvSpPr/>
            <p:nvPr/>
          </p:nvSpPr>
          <p:spPr>
            <a:xfrm flipH="1">
              <a:off x="3828310" y="36277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15" name="자유형: 도형 214">
              <a:extLst>
                <a:ext uri="{FF2B5EF4-FFF2-40B4-BE49-F238E27FC236}">
                  <a16:creationId xmlns:a16="http://schemas.microsoft.com/office/drawing/2014/main" id="{82363E41-4286-4D4D-86CD-C736607E0F07}"/>
                </a:ext>
              </a:extLst>
            </p:cNvPr>
            <p:cNvSpPr/>
            <p:nvPr/>
          </p:nvSpPr>
          <p:spPr>
            <a:xfrm>
              <a:off x="2971799" y="2702719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55F60FF7-505C-425F-9FCE-68CAADD5FD5C}"/>
                </a:ext>
              </a:extLst>
            </p:cNvPr>
            <p:cNvSpPr/>
            <p:nvPr/>
          </p:nvSpPr>
          <p:spPr>
            <a:xfrm rot="5400000">
              <a:off x="3206583" y="4645818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0E5970A4-9B5B-4783-B78B-693731C2E718}"/>
                </a:ext>
              </a:extLst>
            </p:cNvPr>
            <p:cNvGrpSpPr/>
            <p:nvPr/>
          </p:nvGrpSpPr>
          <p:grpSpPr>
            <a:xfrm>
              <a:off x="1479247" y="5090199"/>
              <a:ext cx="3899507" cy="701792"/>
              <a:chOff x="1577120" y="5090199"/>
              <a:chExt cx="3703758" cy="701792"/>
            </a:xfrm>
            <a:solidFill>
              <a:srgbClr val="F4EEE8"/>
            </a:solidFill>
          </p:grpSpPr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C355B01D-85C4-4360-9860-82AB5EB219AC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814BD6BF-BF4F-418D-9D4B-1BEFE79D7F2E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A49AC85D-85A1-4FE4-B755-355CC1CBD2BE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6CA61294-F3BB-4525-93F6-2B0C9290D5B5}"/>
                </a:ext>
              </a:extLst>
            </p:cNvPr>
            <p:cNvSpPr/>
            <p:nvPr/>
          </p:nvSpPr>
          <p:spPr>
            <a:xfrm rot="16200000">
              <a:off x="3368099" y="2129563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19131A87-73C7-4209-B6A6-59B6B4DFD4F0}"/>
                </a:ext>
              </a:extLst>
            </p:cNvPr>
            <p:cNvSpPr/>
            <p:nvPr/>
          </p:nvSpPr>
          <p:spPr>
            <a:xfrm flipV="1">
              <a:off x="2899474" y="1770872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" name="다이아몬드 55">
              <a:extLst>
                <a:ext uri="{FF2B5EF4-FFF2-40B4-BE49-F238E27FC236}">
                  <a16:creationId xmlns:a16="http://schemas.microsoft.com/office/drawing/2014/main" id="{C52B8CB9-86CD-45B7-920A-324E8E2AAAE6}"/>
                </a:ext>
              </a:extLst>
            </p:cNvPr>
            <p:cNvSpPr/>
            <p:nvPr/>
          </p:nvSpPr>
          <p:spPr>
            <a:xfrm>
              <a:off x="3386251" y="2019295"/>
              <a:ext cx="85499" cy="117607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다이아몬드 56">
              <a:extLst>
                <a:ext uri="{FF2B5EF4-FFF2-40B4-BE49-F238E27FC236}">
                  <a16:creationId xmlns:a16="http://schemas.microsoft.com/office/drawing/2014/main" id="{3EAE8266-8214-4B99-ADFF-0839CC6497D9}"/>
                </a:ext>
              </a:extLst>
            </p:cNvPr>
            <p:cNvSpPr/>
            <p:nvPr/>
          </p:nvSpPr>
          <p:spPr>
            <a:xfrm>
              <a:off x="3386251" y="2279521"/>
              <a:ext cx="85499" cy="117607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다이아몬드 57">
              <a:extLst>
                <a:ext uri="{FF2B5EF4-FFF2-40B4-BE49-F238E27FC236}">
                  <a16:creationId xmlns:a16="http://schemas.microsoft.com/office/drawing/2014/main" id="{17B7F2C4-9BE3-4879-8249-E2BD34F4AEBA}"/>
                </a:ext>
              </a:extLst>
            </p:cNvPr>
            <p:cNvSpPr/>
            <p:nvPr/>
          </p:nvSpPr>
          <p:spPr>
            <a:xfrm>
              <a:off x="3162497" y="2372342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다이아몬드 58">
              <a:extLst>
                <a:ext uri="{FF2B5EF4-FFF2-40B4-BE49-F238E27FC236}">
                  <a16:creationId xmlns:a16="http://schemas.microsoft.com/office/drawing/2014/main" id="{91158D54-3B56-4D8D-9E1A-A0282106D4C8}"/>
                </a:ext>
              </a:extLst>
            </p:cNvPr>
            <p:cNvSpPr/>
            <p:nvPr/>
          </p:nvSpPr>
          <p:spPr>
            <a:xfrm>
              <a:off x="3622068" y="2372342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A73FFA3B-26C1-4A83-B49E-90510B8B86CD}"/>
                </a:ext>
              </a:extLst>
            </p:cNvPr>
            <p:cNvSpPr/>
            <p:nvPr/>
          </p:nvSpPr>
          <p:spPr>
            <a:xfrm rot="5400000">
              <a:off x="3206583" y="1140139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4" name="그래픽 2">
              <a:extLst>
                <a:ext uri="{FF2B5EF4-FFF2-40B4-BE49-F238E27FC236}">
                  <a16:creationId xmlns:a16="http://schemas.microsoft.com/office/drawing/2014/main" id="{E9822429-2176-4F14-B641-A2F4A85481CF}"/>
                </a:ext>
              </a:extLst>
            </p:cNvPr>
            <p:cNvSpPr/>
            <p:nvPr/>
          </p:nvSpPr>
          <p:spPr>
            <a:xfrm>
              <a:off x="2719877" y="5444129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rgbClr val="222A39"/>
            </a:solidFill>
            <a:ln w="3175" cap="flat">
              <a:solidFill>
                <a:srgbClr val="222A3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30FB457E-3C28-4396-ADA1-056AA84FF994}"/>
              </a:ext>
            </a:extLst>
          </p:cNvPr>
          <p:cNvGrpSpPr/>
          <p:nvPr/>
        </p:nvGrpSpPr>
        <p:grpSpPr>
          <a:xfrm>
            <a:off x="6858000" y="0"/>
            <a:ext cx="6858000" cy="6858000"/>
            <a:chOff x="6824145" y="-1924"/>
            <a:chExt cx="6858000" cy="6858000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8EBD884E-B532-49C7-90F7-1532F6220054}"/>
                </a:ext>
              </a:extLst>
            </p:cNvPr>
            <p:cNvSpPr/>
            <p:nvPr/>
          </p:nvSpPr>
          <p:spPr>
            <a:xfrm>
              <a:off x="6824145" y="-1924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575FD916-494C-4B4F-8CFA-8F51B10DB916}"/>
                </a:ext>
              </a:extLst>
            </p:cNvPr>
            <p:cNvSpPr/>
            <p:nvPr/>
          </p:nvSpPr>
          <p:spPr>
            <a:xfrm>
              <a:off x="8205516" y="282345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C6977684-8B97-4A0F-9D3B-17EB2921435C}"/>
                </a:ext>
              </a:extLst>
            </p:cNvPr>
            <p:cNvSpPr/>
            <p:nvPr/>
          </p:nvSpPr>
          <p:spPr>
            <a:xfrm>
              <a:off x="8472019" y="656618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6662D8DD-F4CB-40A8-A352-F161DFFF3F44}"/>
                </a:ext>
              </a:extLst>
            </p:cNvPr>
            <p:cNvSpPr/>
            <p:nvPr/>
          </p:nvSpPr>
          <p:spPr>
            <a:xfrm>
              <a:off x="9154084" y="4161083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2D71B134-3C11-4C61-91CD-6C2A5FBBE8E8}"/>
                </a:ext>
              </a:extLst>
            </p:cNvPr>
            <p:cNvSpPr/>
            <p:nvPr/>
          </p:nvSpPr>
          <p:spPr>
            <a:xfrm rot="17857827">
              <a:off x="9391541" y="4173958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A3781E44-0730-41E9-BCE9-B0C4F6B8E00B}"/>
                </a:ext>
              </a:extLst>
            </p:cNvPr>
            <p:cNvSpPr/>
            <p:nvPr/>
          </p:nvSpPr>
          <p:spPr>
            <a:xfrm rot="19503875">
              <a:off x="9405193" y="4192475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50B96C18-663A-479A-AE25-939D66EB3EDD}"/>
                </a:ext>
              </a:extLst>
            </p:cNvPr>
            <p:cNvSpPr/>
            <p:nvPr/>
          </p:nvSpPr>
          <p:spPr>
            <a:xfrm>
              <a:off x="8742653" y="2112838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A571953E-B1AE-4689-9271-D1C4D2D04A8A}"/>
                </a:ext>
              </a:extLst>
            </p:cNvPr>
            <p:cNvSpPr/>
            <p:nvPr/>
          </p:nvSpPr>
          <p:spPr>
            <a:xfrm>
              <a:off x="9289440" y="3484445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92686DE6-091C-454A-B7A6-62CB528E688D}"/>
                </a:ext>
              </a:extLst>
            </p:cNvPr>
            <p:cNvSpPr/>
            <p:nvPr/>
          </p:nvSpPr>
          <p:spPr>
            <a:xfrm>
              <a:off x="9407479" y="3577510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E7B191D6-97A4-49CE-BDC3-CBD55209F0AD}"/>
                </a:ext>
              </a:extLst>
            </p:cNvPr>
            <p:cNvSpPr/>
            <p:nvPr/>
          </p:nvSpPr>
          <p:spPr>
            <a:xfrm>
              <a:off x="8821394" y="2195355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A9A16F51-5479-416A-874F-0B2A6C7440FB}"/>
                </a:ext>
              </a:extLst>
            </p:cNvPr>
            <p:cNvSpPr/>
            <p:nvPr/>
          </p:nvSpPr>
          <p:spPr>
            <a:xfrm>
              <a:off x="9361850" y="2643810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B12CB012-80B8-4B47-81BE-885C82254A6C}"/>
                </a:ext>
              </a:extLst>
            </p:cNvPr>
            <p:cNvSpPr/>
            <p:nvPr/>
          </p:nvSpPr>
          <p:spPr>
            <a:xfrm>
              <a:off x="9099088" y="3035603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5FF627E2-337A-4611-B9B7-703AD5D4B18A}"/>
                </a:ext>
              </a:extLst>
            </p:cNvPr>
            <p:cNvSpPr/>
            <p:nvPr/>
          </p:nvSpPr>
          <p:spPr>
            <a:xfrm>
              <a:off x="9401366" y="3109042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7595A7C8-3617-4DA3-AD85-1017671946EC}"/>
                </a:ext>
              </a:extLst>
            </p:cNvPr>
            <p:cNvSpPr/>
            <p:nvPr/>
          </p:nvSpPr>
          <p:spPr>
            <a:xfrm>
              <a:off x="9581937" y="3508722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B4E4771A-1D3B-450A-A670-4192DCF1837E}"/>
                </a:ext>
              </a:extLst>
            </p:cNvPr>
            <p:cNvSpPr/>
            <p:nvPr/>
          </p:nvSpPr>
          <p:spPr>
            <a:xfrm>
              <a:off x="9343920" y="3625865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BC7218B2-8586-4648-A17D-AFFD5127E18D}"/>
                </a:ext>
              </a:extLst>
            </p:cNvPr>
            <p:cNvSpPr/>
            <p:nvPr/>
          </p:nvSpPr>
          <p:spPr>
            <a:xfrm flipH="1">
              <a:off x="11009229" y="4161083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4392A29-17C9-4441-93CC-D28B0231690C}"/>
                </a:ext>
              </a:extLst>
            </p:cNvPr>
            <p:cNvSpPr/>
            <p:nvPr/>
          </p:nvSpPr>
          <p:spPr>
            <a:xfrm rot="3742173" flipH="1">
              <a:off x="11010368" y="4173958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AE665BA-77C9-4005-88DB-16CF471F33AD}"/>
                </a:ext>
              </a:extLst>
            </p:cNvPr>
            <p:cNvSpPr/>
            <p:nvPr/>
          </p:nvSpPr>
          <p:spPr>
            <a:xfrm rot="2096125" flipH="1">
              <a:off x="10996716" y="4192475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57F9824A-C94C-4D35-BA5D-18267923789D}"/>
                </a:ext>
              </a:extLst>
            </p:cNvPr>
            <p:cNvSpPr/>
            <p:nvPr/>
          </p:nvSpPr>
          <p:spPr>
            <a:xfrm flipH="1">
              <a:off x="10434426" y="2112838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2BE35FDD-684D-44AC-9AFB-58303FAC9AAE}"/>
                </a:ext>
              </a:extLst>
            </p:cNvPr>
            <p:cNvSpPr/>
            <p:nvPr/>
          </p:nvSpPr>
          <p:spPr>
            <a:xfrm flipH="1">
              <a:off x="10809187" y="3484445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E5443756-8884-4C17-8DEE-F72CF9D27C3B}"/>
                </a:ext>
              </a:extLst>
            </p:cNvPr>
            <p:cNvSpPr/>
            <p:nvPr/>
          </p:nvSpPr>
          <p:spPr>
            <a:xfrm flipH="1">
              <a:off x="10433596" y="3577510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29655904-FBA2-41A6-8C00-E446C902F988}"/>
                </a:ext>
              </a:extLst>
            </p:cNvPr>
            <p:cNvSpPr/>
            <p:nvPr/>
          </p:nvSpPr>
          <p:spPr>
            <a:xfrm flipH="1">
              <a:off x="11019114" y="2195355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C13CC269-C861-4D98-8D8E-E25A5DAB6647}"/>
                </a:ext>
              </a:extLst>
            </p:cNvPr>
            <p:cNvSpPr/>
            <p:nvPr/>
          </p:nvSpPr>
          <p:spPr>
            <a:xfrm flipH="1">
              <a:off x="10492897" y="2643810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3511614D-42BA-48B5-835F-661CAD9EF403}"/>
                </a:ext>
              </a:extLst>
            </p:cNvPr>
            <p:cNvSpPr/>
            <p:nvPr/>
          </p:nvSpPr>
          <p:spPr>
            <a:xfrm flipH="1">
              <a:off x="10940526" y="3035603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69CF5153-5AD6-4F92-BB90-E6B00C28556B}"/>
                </a:ext>
              </a:extLst>
            </p:cNvPr>
            <p:cNvSpPr/>
            <p:nvPr/>
          </p:nvSpPr>
          <p:spPr>
            <a:xfrm flipH="1">
              <a:off x="10571636" y="3109042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0F5F8950-C158-445A-8D27-BBF7EB34A3EC}"/>
                </a:ext>
              </a:extLst>
            </p:cNvPr>
            <p:cNvSpPr/>
            <p:nvPr/>
          </p:nvSpPr>
          <p:spPr>
            <a:xfrm flipH="1">
              <a:off x="10464284" y="3508722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52DC836E-9DF9-456F-A1F7-A68D8372DAD1}"/>
                </a:ext>
              </a:extLst>
            </p:cNvPr>
            <p:cNvSpPr/>
            <p:nvPr/>
          </p:nvSpPr>
          <p:spPr>
            <a:xfrm flipH="1">
              <a:off x="10652455" y="3625865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76E2F747-BDCC-449B-946C-7A58B1D9A358}"/>
                </a:ext>
              </a:extLst>
            </p:cNvPr>
            <p:cNvSpPr/>
            <p:nvPr/>
          </p:nvSpPr>
          <p:spPr>
            <a:xfrm>
              <a:off x="9795944" y="2700795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BF050402-8632-470D-9123-AE42CF70BC56}"/>
                </a:ext>
              </a:extLst>
            </p:cNvPr>
            <p:cNvSpPr/>
            <p:nvPr/>
          </p:nvSpPr>
          <p:spPr>
            <a:xfrm rot="5400000">
              <a:off x="10030728" y="4643894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DA592AD4-66EF-4C79-80C6-AD999136CCAE}"/>
                </a:ext>
              </a:extLst>
            </p:cNvPr>
            <p:cNvGrpSpPr/>
            <p:nvPr/>
          </p:nvGrpSpPr>
          <p:grpSpPr>
            <a:xfrm>
              <a:off x="8303392" y="5088275"/>
              <a:ext cx="3899507" cy="701792"/>
              <a:chOff x="1577120" y="5090199"/>
              <a:chExt cx="3703758" cy="701792"/>
            </a:xfrm>
            <a:solidFill>
              <a:srgbClr val="DE80A6"/>
            </a:solidFill>
          </p:grpSpPr>
          <p:sp>
            <p:nvSpPr>
              <p:cNvPr id="84" name="자유형: 도형 83">
                <a:extLst>
                  <a:ext uri="{FF2B5EF4-FFF2-40B4-BE49-F238E27FC236}">
                    <a16:creationId xmlns:a16="http://schemas.microsoft.com/office/drawing/2014/main" id="{4F7E5760-DAC7-4391-AF9E-BCB3CD4892A1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82C6F2D8-E843-4A73-A20A-F432F7AFFEDB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6" name="자유형: 도형 85">
                <a:extLst>
                  <a:ext uri="{FF2B5EF4-FFF2-40B4-BE49-F238E27FC236}">
                    <a16:creationId xmlns:a16="http://schemas.microsoft.com/office/drawing/2014/main" id="{509DA60D-D960-4CA1-9662-F172A1E07C13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1991F22C-20AF-44E3-87D8-C0BFAAC49722}"/>
                </a:ext>
              </a:extLst>
            </p:cNvPr>
            <p:cNvSpPr/>
            <p:nvPr/>
          </p:nvSpPr>
          <p:spPr>
            <a:xfrm rot="16200000">
              <a:off x="10192244" y="2127639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3F594441-108F-47E2-AC7B-9A0BD13148CE}"/>
                </a:ext>
              </a:extLst>
            </p:cNvPr>
            <p:cNvSpPr/>
            <p:nvPr/>
          </p:nvSpPr>
          <p:spPr>
            <a:xfrm flipV="1">
              <a:off x="9723619" y="1768948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89" name="다이아몬드 88">
              <a:extLst>
                <a:ext uri="{FF2B5EF4-FFF2-40B4-BE49-F238E27FC236}">
                  <a16:creationId xmlns:a16="http://schemas.microsoft.com/office/drawing/2014/main" id="{3F3AAC62-95B0-4377-9B80-2717F50DAC16}"/>
                </a:ext>
              </a:extLst>
            </p:cNvPr>
            <p:cNvSpPr/>
            <p:nvPr/>
          </p:nvSpPr>
          <p:spPr>
            <a:xfrm>
              <a:off x="10210396" y="2017371"/>
              <a:ext cx="85499" cy="117607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다이아몬드 89">
              <a:extLst>
                <a:ext uri="{FF2B5EF4-FFF2-40B4-BE49-F238E27FC236}">
                  <a16:creationId xmlns:a16="http://schemas.microsoft.com/office/drawing/2014/main" id="{531B75A4-F524-4C04-A3CB-3DF6ADE330FC}"/>
                </a:ext>
              </a:extLst>
            </p:cNvPr>
            <p:cNvSpPr/>
            <p:nvPr/>
          </p:nvSpPr>
          <p:spPr>
            <a:xfrm>
              <a:off x="10210396" y="2277597"/>
              <a:ext cx="85499" cy="117607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다이아몬드 90">
              <a:extLst>
                <a:ext uri="{FF2B5EF4-FFF2-40B4-BE49-F238E27FC236}">
                  <a16:creationId xmlns:a16="http://schemas.microsoft.com/office/drawing/2014/main" id="{7B29AE21-9827-415A-AEAD-FC15A180BE2A}"/>
                </a:ext>
              </a:extLst>
            </p:cNvPr>
            <p:cNvSpPr/>
            <p:nvPr/>
          </p:nvSpPr>
          <p:spPr>
            <a:xfrm>
              <a:off x="9986642" y="2370418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다이아몬드 91">
              <a:extLst>
                <a:ext uri="{FF2B5EF4-FFF2-40B4-BE49-F238E27FC236}">
                  <a16:creationId xmlns:a16="http://schemas.microsoft.com/office/drawing/2014/main" id="{F75A89DD-4C37-4DC0-A212-BB5F1F0B52AC}"/>
                </a:ext>
              </a:extLst>
            </p:cNvPr>
            <p:cNvSpPr/>
            <p:nvPr/>
          </p:nvSpPr>
          <p:spPr>
            <a:xfrm>
              <a:off x="10446213" y="2370418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D43300A0-FEA5-43B5-9BE4-517D6786262D}"/>
                </a:ext>
              </a:extLst>
            </p:cNvPr>
            <p:cNvSpPr/>
            <p:nvPr/>
          </p:nvSpPr>
          <p:spPr>
            <a:xfrm rot="5400000">
              <a:off x="10030728" y="1138215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94" name="그래픽 2">
              <a:extLst>
                <a:ext uri="{FF2B5EF4-FFF2-40B4-BE49-F238E27FC236}">
                  <a16:creationId xmlns:a16="http://schemas.microsoft.com/office/drawing/2014/main" id="{DD52B8B2-B150-4829-9340-3FE8BB6791F7}"/>
                </a:ext>
              </a:extLst>
            </p:cNvPr>
            <p:cNvSpPr/>
            <p:nvPr/>
          </p:nvSpPr>
          <p:spPr>
            <a:xfrm>
              <a:off x="9544022" y="5442205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FA19B6C4-A6D1-4EED-8EDC-385899F58A8C}"/>
              </a:ext>
            </a:extLst>
          </p:cNvPr>
          <p:cNvGrpSpPr/>
          <p:nvPr/>
        </p:nvGrpSpPr>
        <p:grpSpPr>
          <a:xfrm>
            <a:off x="-6848713" y="0"/>
            <a:ext cx="6858000" cy="6858000"/>
            <a:chOff x="152400" y="152400"/>
            <a:chExt cx="6858000" cy="6858000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0627F724-35BA-4380-8379-EAC4E3C9AC4B}"/>
                </a:ext>
              </a:extLst>
            </p:cNvPr>
            <p:cNvSpPr/>
            <p:nvPr/>
          </p:nvSpPr>
          <p:spPr>
            <a:xfrm>
              <a:off x="152400" y="152400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2F9D713D-DA38-43B6-9BFE-7958F892BD7C}"/>
                </a:ext>
              </a:extLst>
            </p:cNvPr>
            <p:cNvSpPr/>
            <p:nvPr/>
          </p:nvSpPr>
          <p:spPr>
            <a:xfrm>
              <a:off x="1533771" y="436669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B0AB7BB0-3E8A-43F8-A525-6F97653C1EE0}"/>
                </a:ext>
              </a:extLst>
            </p:cNvPr>
            <p:cNvSpPr/>
            <p:nvPr/>
          </p:nvSpPr>
          <p:spPr>
            <a:xfrm>
              <a:off x="1800274" y="810942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D79462B6-5389-4102-934B-ED2EC6971DA4}"/>
                </a:ext>
              </a:extLst>
            </p:cNvPr>
            <p:cNvSpPr/>
            <p:nvPr/>
          </p:nvSpPr>
          <p:spPr>
            <a:xfrm>
              <a:off x="2482339" y="43154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99" name="타원 98">
              <a:extLst>
                <a:ext uri="{FF2B5EF4-FFF2-40B4-BE49-F238E27FC236}">
                  <a16:creationId xmlns:a16="http://schemas.microsoft.com/office/drawing/2014/main" id="{BCDD7A00-7FD8-4B73-A89C-223CB6583231}"/>
                </a:ext>
              </a:extLst>
            </p:cNvPr>
            <p:cNvSpPr/>
            <p:nvPr/>
          </p:nvSpPr>
          <p:spPr>
            <a:xfrm rot="17857827">
              <a:off x="2719796" y="43282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타원 99">
              <a:extLst>
                <a:ext uri="{FF2B5EF4-FFF2-40B4-BE49-F238E27FC236}">
                  <a16:creationId xmlns:a16="http://schemas.microsoft.com/office/drawing/2014/main" id="{FDCCB402-AEB8-4A78-8817-268F7A51EC25}"/>
                </a:ext>
              </a:extLst>
            </p:cNvPr>
            <p:cNvSpPr/>
            <p:nvPr/>
          </p:nvSpPr>
          <p:spPr>
            <a:xfrm rot="19503875">
              <a:off x="2733448" y="43467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CF0B47DA-EAD7-441C-8589-02290EB400C1}"/>
                </a:ext>
              </a:extLst>
            </p:cNvPr>
            <p:cNvSpPr/>
            <p:nvPr/>
          </p:nvSpPr>
          <p:spPr>
            <a:xfrm>
              <a:off x="2070908" y="22671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02" name="자유형: 도형 101">
              <a:extLst>
                <a:ext uri="{FF2B5EF4-FFF2-40B4-BE49-F238E27FC236}">
                  <a16:creationId xmlns:a16="http://schemas.microsoft.com/office/drawing/2014/main" id="{CFCA3FA6-FE01-4AF9-94A0-1E6F02AFD8E3}"/>
                </a:ext>
              </a:extLst>
            </p:cNvPr>
            <p:cNvSpPr/>
            <p:nvPr/>
          </p:nvSpPr>
          <p:spPr>
            <a:xfrm>
              <a:off x="2617695" y="36387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03" name="자유형: 도형 102">
              <a:extLst>
                <a:ext uri="{FF2B5EF4-FFF2-40B4-BE49-F238E27FC236}">
                  <a16:creationId xmlns:a16="http://schemas.microsoft.com/office/drawing/2014/main" id="{BEBB067D-8B2B-40E9-8D83-6135984EB068}"/>
                </a:ext>
              </a:extLst>
            </p:cNvPr>
            <p:cNvSpPr/>
            <p:nvPr/>
          </p:nvSpPr>
          <p:spPr>
            <a:xfrm>
              <a:off x="2735734" y="37318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E3D09268-F10F-407E-8F6D-9D899FD8634E}"/>
                </a:ext>
              </a:extLst>
            </p:cNvPr>
            <p:cNvSpPr/>
            <p:nvPr/>
          </p:nvSpPr>
          <p:spPr>
            <a:xfrm>
              <a:off x="2149649" y="23496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48E48241-427D-4FC9-8529-949CA553C3AB}"/>
                </a:ext>
              </a:extLst>
            </p:cNvPr>
            <p:cNvSpPr/>
            <p:nvPr/>
          </p:nvSpPr>
          <p:spPr>
            <a:xfrm>
              <a:off x="2690105" y="27981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A1F03479-ABE6-4272-A83D-6D5A4C3C24A5}"/>
                </a:ext>
              </a:extLst>
            </p:cNvPr>
            <p:cNvSpPr/>
            <p:nvPr/>
          </p:nvSpPr>
          <p:spPr>
            <a:xfrm>
              <a:off x="2427343" y="31899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C2533AFE-863C-4977-85CE-37441489DEDD}"/>
                </a:ext>
              </a:extLst>
            </p:cNvPr>
            <p:cNvSpPr/>
            <p:nvPr/>
          </p:nvSpPr>
          <p:spPr>
            <a:xfrm>
              <a:off x="2729621" y="32633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2DF8B662-AFCA-4813-ABED-15CA34810FFF}"/>
                </a:ext>
              </a:extLst>
            </p:cNvPr>
            <p:cNvSpPr/>
            <p:nvPr/>
          </p:nvSpPr>
          <p:spPr>
            <a:xfrm>
              <a:off x="2910192" y="36630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CF621E0C-B15F-4298-BBFA-69ED6483108E}"/>
                </a:ext>
              </a:extLst>
            </p:cNvPr>
            <p:cNvSpPr/>
            <p:nvPr/>
          </p:nvSpPr>
          <p:spPr>
            <a:xfrm>
              <a:off x="2672175" y="37801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D0F187B6-7E47-4512-94D1-A1DDEF64FC62}"/>
                </a:ext>
              </a:extLst>
            </p:cNvPr>
            <p:cNvSpPr/>
            <p:nvPr/>
          </p:nvSpPr>
          <p:spPr>
            <a:xfrm flipH="1">
              <a:off x="4337484" y="43154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11809D07-7E77-4C20-BCED-A16CC0629FA6}"/>
                </a:ext>
              </a:extLst>
            </p:cNvPr>
            <p:cNvSpPr/>
            <p:nvPr/>
          </p:nvSpPr>
          <p:spPr>
            <a:xfrm rot="3742173" flipH="1">
              <a:off x="4338623" y="43282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EC3FDFF-41AB-4A9C-BCFC-9B11DE5FD518}"/>
                </a:ext>
              </a:extLst>
            </p:cNvPr>
            <p:cNvSpPr/>
            <p:nvPr/>
          </p:nvSpPr>
          <p:spPr>
            <a:xfrm rot="2096125" flipH="1">
              <a:off x="4324971" y="43467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DB8CCAB8-AB1E-41AE-96F0-62EAD1E06EF1}"/>
                </a:ext>
              </a:extLst>
            </p:cNvPr>
            <p:cNvSpPr/>
            <p:nvPr/>
          </p:nvSpPr>
          <p:spPr>
            <a:xfrm flipH="1">
              <a:off x="3762681" y="22671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AB41FA51-19D0-4572-B53A-F7EED9FF3503}"/>
                </a:ext>
              </a:extLst>
            </p:cNvPr>
            <p:cNvSpPr/>
            <p:nvPr/>
          </p:nvSpPr>
          <p:spPr>
            <a:xfrm flipH="1">
              <a:off x="4137442" y="36387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52CE8B48-6193-4869-87BD-CD95FE029CBC}"/>
                </a:ext>
              </a:extLst>
            </p:cNvPr>
            <p:cNvSpPr/>
            <p:nvPr/>
          </p:nvSpPr>
          <p:spPr>
            <a:xfrm flipH="1">
              <a:off x="3761851" y="37318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C28CA86D-BF93-4111-BD1B-DCDE13E329A6}"/>
                </a:ext>
              </a:extLst>
            </p:cNvPr>
            <p:cNvSpPr/>
            <p:nvPr/>
          </p:nvSpPr>
          <p:spPr>
            <a:xfrm flipH="1">
              <a:off x="4347369" y="23496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A9224858-1DF5-4300-812C-BBA4A6B1578D}"/>
                </a:ext>
              </a:extLst>
            </p:cNvPr>
            <p:cNvSpPr/>
            <p:nvPr/>
          </p:nvSpPr>
          <p:spPr>
            <a:xfrm flipH="1">
              <a:off x="3821152" y="27981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CCA3AE2E-846F-4B8B-AC39-AEFDB3467298}"/>
                </a:ext>
              </a:extLst>
            </p:cNvPr>
            <p:cNvSpPr/>
            <p:nvPr/>
          </p:nvSpPr>
          <p:spPr>
            <a:xfrm flipH="1">
              <a:off x="4268781" y="31899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9" name="자유형: 도형 118">
              <a:extLst>
                <a:ext uri="{FF2B5EF4-FFF2-40B4-BE49-F238E27FC236}">
                  <a16:creationId xmlns:a16="http://schemas.microsoft.com/office/drawing/2014/main" id="{CBB704D1-CB4C-49D3-A84B-8A2DDB106D0D}"/>
                </a:ext>
              </a:extLst>
            </p:cNvPr>
            <p:cNvSpPr/>
            <p:nvPr/>
          </p:nvSpPr>
          <p:spPr>
            <a:xfrm flipH="1">
              <a:off x="3899891" y="32633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2FEC7EAC-67E4-47D5-9043-FB67DE89F3E9}"/>
                </a:ext>
              </a:extLst>
            </p:cNvPr>
            <p:cNvSpPr/>
            <p:nvPr/>
          </p:nvSpPr>
          <p:spPr>
            <a:xfrm flipH="1">
              <a:off x="3792539" y="36630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61FF3CBC-BDAC-4322-8B39-8FB2A9783261}"/>
                </a:ext>
              </a:extLst>
            </p:cNvPr>
            <p:cNvSpPr/>
            <p:nvPr/>
          </p:nvSpPr>
          <p:spPr>
            <a:xfrm flipH="1">
              <a:off x="3980710" y="37801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67E1F569-07D3-42EF-9130-1C70E128F67A}"/>
                </a:ext>
              </a:extLst>
            </p:cNvPr>
            <p:cNvSpPr/>
            <p:nvPr/>
          </p:nvSpPr>
          <p:spPr>
            <a:xfrm>
              <a:off x="3124199" y="2855119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B61FF5D8-CDCF-482A-8AD5-A5A8A63E5D3D}"/>
                </a:ext>
              </a:extLst>
            </p:cNvPr>
            <p:cNvSpPr/>
            <p:nvPr/>
          </p:nvSpPr>
          <p:spPr>
            <a:xfrm rot="5400000">
              <a:off x="3358983" y="4798218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B76AE2C4-4A59-494A-A340-6942764203FD}"/>
                </a:ext>
              </a:extLst>
            </p:cNvPr>
            <p:cNvGrpSpPr/>
            <p:nvPr/>
          </p:nvGrpSpPr>
          <p:grpSpPr>
            <a:xfrm>
              <a:off x="1631647" y="5242599"/>
              <a:ext cx="3899507" cy="701792"/>
              <a:chOff x="1577120" y="5090199"/>
              <a:chExt cx="3703758" cy="701792"/>
            </a:xfrm>
            <a:solidFill>
              <a:srgbClr val="CA5A85"/>
            </a:solidFill>
          </p:grpSpPr>
          <p:sp>
            <p:nvSpPr>
              <p:cNvPr id="125" name="자유형: 도형 124">
                <a:extLst>
                  <a:ext uri="{FF2B5EF4-FFF2-40B4-BE49-F238E27FC236}">
                    <a16:creationId xmlns:a16="http://schemas.microsoft.com/office/drawing/2014/main" id="{0A871D36-24A1-4FB1-B702-74D886D6F9F3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6" name="자유형: 도형 125">
                <a:extLst>
                  <a:ext uri="{FF2B5EF4-FFF2-40B4-BE49-F238E27FC236}">
                    <a16:creationId xmlns:a16="http://schemas.microsoft.com/office/drawing/2014/main" id="{BC152B93-53A6-440A-AA79-78F7776D6063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7" name="자유형: 도형 126">
                <a:extLst>
                  <a:ext uri="{FF2B5EF4-FFF2-40B4-BE49-F238E27FC236}">
                    <a16:creationId xmlns:a16="http://schemas.microsoft.com/office/drawing/2014/main" id="{818A8683-AB89-4BB3-B7A1-2E804CD2443B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grpFill/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28" name="자유형: 도형 127">
              <a:extLst>
                <a:ext uri="{FF2B5EF4-FFF2-40B4-BE49-F238E27FC236}">
                  <a16:creationId xmlns:a16="http://schemas.microsoft.com/office/drawing/2014/main" id="{2AA20A0A-1289-4A64-9809-A6E36B72B347}"/>
                </a:ext>
              </a:extLst>
            </p:cNvPr>
            <p:cNvSpPr/>
            <p:nvPr/>
          </p:nvSpPr>
          <p:spPr>
            <a:xfrm rot="16200000">
              <a:off x="3520499" y="2281963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3B358DA2-AA4F-47EB-B7E6-B65642C27134}"/>
                </a:ext>
              </a:extLst>
            </p:cNvPr>
            <p:cNvSpPr/>
            <p:nvPr/>
          </p:nvSpPr>
          <p:spPr>
            <a:xfrm flipV="1">
              <a:off x="3051874" y="1923272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0" name="다이아몬드 129">
              <a:extLst>
                <a:ext uri="{FF2B5EF4-FFF2-40B4-BE49-F238E27FC236}">
                  <a16:creationId xmlns:a16="http://schemas.microsoft.com/office/drawing/2014/main" id="{15468D80-0B9B-4CA2-89DF-9E31161AE20E}"/>
                </a:ext>
              </a:extLst>
            </p:cNvPr>
            <p:cNvSpPr/>
            <p:nvPr/>
          </p:nvSpPr>
          <p:spPr>
            <a:xfrm>
              <a:off x="3538651" y="2171695"/>
              <a:ext cx="85499" cy="117607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다이아몬드 130">
              <a:extLst>
                <a:ext uri="{FF2B5EF4-FFF2-40B4-BE49-F238E27FC236}">
                  <a16:creationId xmlns:a16="http://schemas.microsoft.com/office/drawing/2014/main" id="{741A0E61-CECE-4287-A196-F62C86DBE788}"/>
                </a:ext>
              </a:extLst>
            </p:cNvPr>
            <p:cNvSpPr/>
            <p:nvPr/>
          </p:nvSpPr>
          <p:spPr>
            <a:xfrm>
              <a:off x="3538651" y="2431921"/>
              <a:ext cx="85499" cy="117607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다이아몬드 131">
              <a:extLst>
                <a:ext uri="{FF2B5EF4-FFF2-40B4-BE49-F238E27FC236}">
                  <a16:creationId xmlns:a16="http://schemas.microsoft.com/office/drawing/2014/main" id="{55C5FF91-D9A2-43F1-BD8E-236951C1B9AD}"/>
                </a:ext>
              </a:extLst>
            </p:cNvPr>
            <p:cNvSpPr/>
            <p:nvPr/>
          </p:nvSpPr>
          <p:spPr>
            <a:xfrm>
              <a:off x="3314897" y="2524742"/>
              <a:ext cx="70660" cy="9719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다이아몬드 132">
              <a:extLst>
                <a:ext uri="{FF2B5EF4-FFF2-40B4-BE49-F238E27FC236}">
                  <a16:creationId xmlns:a16="http://schemas.microsoft.com/office/drawing/2014/main" id="{F8C91B21-C0A3-4C22-8CD1-F6D8CFAB6BCD}"/>
                </a:ext>
              </a:extLst>
            </p:cNvPr>
            <p:cNvSpPr/>
            <p:nvPr/>
          </p:nvSpPr>
          <p:spPr>
            <a:xfrm>
              <a:off x="3774468" y="2524742"/>
              <a:ext cx="70660" cy="9719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110950FB-C02B-43C9-9FFD-C0DEE73D3C43}"/>
                </a:ext>
              </a:extLst>
            </p:cNvPr>
            <p:cNvSpPr/>
            <p:nvPr/>
          </p:nvSpPr>
          <p:spPr>
            <a:xfrm rot="5400000">
              <a:off x="3358983" y="1292539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5" name="그래픽 2">
              <a:extLst>
                <a:ext uri="{FF2B5EF4-FFF2-40B4-BE49-F238E27FC236}">
                  <a16:creationId xmlns:a16="http://schemas.microsoft.com/office/drawing/2014/main" id="{5150617A-92B7-46C9-9CA1-5AB4D944EF59}"/>
                </a:ext>
              </a:extLst>
            </p:cNvPr>
            <p:cNvSpPr/>
            <p:nvPr/>
          </p:nvSpPr>
          <p:spPr>
            <a:xfrm>
              <a:off x="2872277" y="5596529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909E85A2-7305-4EE1-8F33-B6F8C2A33418}"/>
              </a:ext>
            </a:extLst>
          </p:cNvPr>
          <p:cNvGrpSpPr/>
          <p:nvPr/>
        </p:nvGrpSpPr>
        <p:grpSpPr>
          <a:xfrm>
            <a:off x="0" y="6858000"/>
            <a:ext cx="6858000" cy="6858000"/>
            <a:chOff x="0" y="0"/>
            <a:chExt cx="6858000" cy="6858000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8E1FFBB0-FC7A-45E4-93D1-FBC5B7E968A2}"/>
                </a:ext>
              </a:extLst>
            </p:cNvPr>
            <p:cNvSpPr/>
            <p:nvPr/>
          </p:nvSpPr>
          <p:spPr>
            <a:xfrm>
              <a:off x="0" y="0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D32FA366-EB70-4DCA-8796-EE56649A9B13}"/>
                </a:ext>
              </a:extLst>
            </p:cNvPr>
            <p:cNvSpPr/>
            <p:nvPr/>
          </p:nvSpPr>
          <p:spPr>
            <a:xfrm>
              <a:off x="1381371" y="284269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E1E2001F-3762-4740-A392-48B00BB0E627}"/>
                </a:ext>
              </a:extLst>
            </p:cNvPr>
            <p:cNvSpPr/>
            <p:nvPr/>
          </p:nvSpPr>
          <p:spPr>
            <a:xfrm>
              <a:off x="1647874" y="658542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40" name="자유형: 도형 139">
              <a:extLst>
                <a:ext uri="{FF2B5EF4-FFF2-40B4-BE49-F238E27FC236}">
                  <a16:creationId xmlns:a16="http://schemas.microsoft.com/office/drawing/2014/main" id="{10E90928-6E54-4DAD-8598-BA7E32B7AC9A}"/>
                </a:ext>
              </a:extLst>
            </p:cNvPr>
            <p:cNvSpPr/>
            <p:nvPr/>
          </p:nvSpPr>
          <p:spPr>
            <a:xfrm>
              <a:off x="2329939" y="41630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5A5FFA45-7F3E-4473-9C20-D9CF06266519}"/>
                </a:ext>
              </a:extLst>
            </p:cNvPr>
            <p:cNvSpPr/>
            <p:nvPr/>
          </p:nvSpPr>
          <p:spPr>
            <a:xfrm rot="17857827">
              <a:off x="2567396" y="41758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07313FB2-0537-4A3B-BD26-A6411BFABEF4}"/>
                </a:ext>
              </a:extLst>
            </p:cNvPr>
            <p:cNvSpPr/>
            <p:nvPr/>
          </p:nvSpPr>
          <p:spPr>
            <a:xfrm rot="19503875">
              <a:off x="2581048" y="41943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C214AE22-541C-47E3-80D0-61D358B3B949}"/>
                </a:ext>
              </a:extLst>
            </p:cNvPr>
            <p:cNvSpPr/>
            <p:nvPr/>
          </p:nvSpPr>
          <p:spPr>
            <a:xfrm>
              <a:off x="1918508" y="21147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468F6F02-E57E-4A7B-8C21-A61E35C77A98}"/>
                </a:ext>
              </a:extLst>
            </p:cNvPr>
            <p:cNvSpPr/>
            <p:nvPr/>
          </p:nvSpPr>
          <p:spPr>
            <a:xfrm>
              <a:off x="2465295" y="34863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45" name="자유형: 도형 144">
              <a:extLst>
                <a:ext uri="{FF2B5EF4-FFF2-40B4-BE49-F238E27FC236}">
                  <a16:creationId xmlns:a16="http://schemas.microsoft.com/office/drawing/2014/main" id="{DD454AF4-A423-44FD-A392-149210F256CB}"/>
                </a:ext>
              </a:extLst>
            </p:cNvPr>
            <p:cNvSpPr/>
            <p:nvPr/>
          </p:nvSpPr>
          <p:spPr>
            <a:xfrm>
              <a:off x="2583334" y="35794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6" name="자유형: 도형 145">
              <a:extLst>
                <a:ext uri="{FF2B5EF4-FFF2-40B4-BE49-F238E27FC236}">
                  <a16:creationId xmlns:a16="http://schemas.microsoft.com/office/drawing/2014/main" id="{FF2A1481-F842-4DD3-A71E-98443CFEF0F8}"/>
                </a:ext>
              </a:extLst>
            </p:cNvPr>
            <p:cNvSpPr/>
            <p:nvPr/>
          </p:nvSpPr>
          <p:spPr>
            <a:xfrm>
              <a:off x="1997249" y="21972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7" name="자유형: 도형 146">
              <a:extLst>
                <a:ext uri="{FF2B5EF4-FFF2-40B4-BE49-F238E27FC236}">
                  <a16:creationId xmlns:a16="http://schemas.microsoft.com/office/drawing/2014/main" id="{78E1AF1B-722D-48E3-A20B-E28AAB73D141}"/>
                </a:ext>
              </a:extLst>
            </p:cNvPr>
            <p:cNvSpPr/>
            <p:nvPr/>
          </p:nvSpPr>
          <p:spPr>
            <a:xfrm>
              <a:off x="2537705" y="26457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8" name="자유형: 도형 147">
              <a:extLst>
                <a:ext uri="{FF2B5EF4-FFF2-40B4-BE49-F238E27FC236}">
                  <a16:creationId xmlns:a16="http://schemas.microsoft.com/office/drawing/2014/main" id="{CE1583EA-D833-486D-A5E7-8C7DEF909034}"/>
                </a:ext>
              </a:extLst>
            </p:cNvPr>
            <p:cNvSpPr/>
            <p:nvPr/>
          </p:nvSpPr>
          <p:spPr>
            <a:xfrm>
              <a:off x="2274943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9" name="자유형: 도형 148">
              <a:extLst>
                <a:ext uri="{FF2B5EF4-FFF2-40B4-BE49-F238E27FC236}">
                  <a16:creationId xmlns:a16="http://schemas.microsoft.com/office/drawing/2014/main" id="{002DF798-CDA2-4D30-A970-1A54AF9084BF}"/>
                </a:ext>
              </a:extLst>
            </p:cNvPr>
            <p:cNvSpPr/>
            <p:nvPr/>
          </p:nvSpPr>
          <p:spPr>
            <a:xfrm>
              <a:off x="2577221" y="31109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036F12E5-8A9B-41F8-8A35-7626A1579D7C}"/>
                </a:ext>
              </a:extLst>
            </p:cNvPr>
            <p:cNvSpPr/>
            <p:nvPr/>
          </p:nvSpPr>
          <p:spPr>
            <a:xfrm>
              <a:off x="2757792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54E45EBF-FF73-4999-8329-43D3B780E2C0}"/>
                </a:ext>
              </a:extLst>
            </p:cNvPr>
            <p:cNvSpPr/>
            <p:nvPr/>
          </p:nvSpPr>
          <p:spPr>
            <a:xfrm>
              <a:off x="2519775" y="36277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52" name="자유형: 도형 151">
              <a:extLst>
                <a:ext uri="{FF2B5EF4-FFF2-40B4-BE49-F238E27FC236}">
                  <a16:creationId xmlns:a16="http://schemas.microsoft.com/office/drawing/2014/main" id="{42B2FA0E-1122-4C2A-B009-53F0F71DC046}"/>
                </a:ext>
              </a:extLst>
            </p:cNvPr>
            <p:cNvSpPr/>
            <p:nvPr/>
          </p:nvSpPr>
          <p:spPr>
            <a:xfrm flipH="1">
              <a:off x="4185084" y="41630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A692315-1F86-451D-A9E2-83D74D13558F}"/>
                </a:ext>
              </a:extLst>
            </p:cNvPr>
            <p:cNvSpPr/>
            <p:nvPr/>
          </p:nvSpPr>
          <p:spPr>
            <a:xfrm rot="3742173" flipH="1">
              <a:off x="4186223" y="41758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971DF4FC-283B-4232-931D-F67446434D30}"/>
                </a:ext>
              </a:extLst>
            </p:cNvPr>
            <p:cNvSpPr/>
            <p:nvPr/>
          </p:nvSpPr>
          <p:spPr>
            <a:xfrm rot="2096125" flipH="1">
              <a:off x="4172571" y="41943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자유형: 도형 154">
              <a:extLst>
                <a:ext uri="{FF2B5EF4-FFF2-40B4-BE49-F238E27FC236}">
                  <a16:creationId xmlns:a16="http://schemas.microsoft.com/office/drawing/2014/main" id="{380969B2-42F1-484A-81BB-26F71A16981F}"/>
                </a:ext>
              </a:extLst>
            </p:cNvPr>
            <p:cNvSpPr/>
            <p:nvPr/>
          </p:nvSpPr>
          <p:spPr>
            <a:xfrm flipH="1">
              <a:off x="3610281" y="21147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56" name="자유형: 도형 155">
              <a:extLst>
                <a:ext uri="{FF2B5EF4-FFF2-40B4-BE49-F238E27FC236}">
                  <a16:creationId xmlns:a16="http://schemas.microsoft.com/office/drawing/2014/main" id="{80D0D6AC-D946-44A6-9138-D26376727411}"/>
                </a:ext>
              </a:extLst>
            </p:cNvPr>
            <p:cNvSpPr/>
            <p:nvPr/>
          </p:nvSpPr>
          <p:spPr>
            <a:xfrm flipH="1">
              <a:off x="3985042" y="34863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57" name="자유형: 도형 156">
              <a:extLst>
                <a:ext uri="{FF2B5EF4-FFF2-40B4-BE49-F238E27FC236}">
                  <a16:creationId xmlns:a16="http://schemas.microsoft.com/office/drawing/2014/main" id="{0DE53097-5F73-4F5D-8DD1-02ABB68A19B7}"/>
                </a:ext>
              </a:extLst>
            </p:cNvPr>
            <p:cNvSpPr/>
            <p:nvPr/>
          </p:nvSpPr>
          <p:spPr>
            <a:xfrm flipH="1">
              <a:off x="3609451" y="35794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8" name="자유형: 도형 157">
              <a:extLst>
                <a:ext uri="{FF2B5EF4-FFF2-40B4-BE49-F238E27FC236}">
                  <a16:creationId xmlns:a16="http://schemas.microsoft.com/office/drawing/2014/main" id="{BEABA859-AF42-437A-B674-BFEB6951500E}"/>
                </a:ext>
              </a:extLst>
            </p:cNvPr>
            <p:cNvSpPr/>
            <p:nvPr/>
          </p:nvSpPr>
          <p:spPr>
            <a:xfrm flipH="1">
              <a:off x="4194969" y="21972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06A03725-49BE-4BB6-B66A-58FF97423876}"/>
                </a:ext>
              </a:extLst>
            </p:cNvPr>
            <p:cNvSpPr/>
            <p:nvPr/>
          </p:nvSpPr>
          <p:spPr>
            <a:xfrm flipH="1">
              <a:off x="3668752" y="26457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자유형: 도형 159">
              <a:extLst>
                <a:ext uri="{FF2B5EF4-FFF2-40B4-BE49-F238E27FC236}">
                  <a16:creationId xmlns:a16="http://schemas.microsoft.com/office/drawing/2014/main" id="{864B01CA-D552-487E-8897-5154BF5C5852}"/>
                </a:ext>
              </a:extLst>
            </p:cNvPr>
            <p:cNvSpPr/>
            <p:nvPr/>
          </p:nvSpPr>
          <p:spPr>
            <a:xfrm flipH="1">
              <a:off x="4116381" y="30375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A275CB03-3097-4F40-8508-34F3FAA06B56}"/>
                </a:ext>
              </a:extLst>
            </p:cNvPr>
            <p:cNvSpPr/>
            <p:nvPr/>
          </p:nvSpPr>
          <p:spPr>
            <a:xfrm flipH="1">
              <a:off x="3747491" y="31109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612E0C5E-FC43-4C19-9ACA-55881FE44D84}"/>
                </a:ext>
              </a:extLst>
            </p:cNvPr>
            <p:cNvSpPr/>
            <p:nvPr/>
          </p:nvSpPr>
          <p:spPr>
            <a:xfrm flipH="1">
              <a:off x="3640139" y="35106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E1E5BCB9-FA4F-4E54-9E7E-96A0D1C5AFAF}"/>
                </a:ext>
              </a:extLst>
            </p:cNvPr>
            <p:cNvSpPr/>
            <p:nvPr/>
          </p:nvSpPr>
          <p:spPr>
            <a:xfrm flipH="1">
              <a:off x="3828310" y="36277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DE80A6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64" name="자유형: 도형 163">
              <a:extLst>
                <a:ext uri="{FF2B5EF4-FFF2-40B4-BE49-F238E27FC236}">
                  <a16:creationId xmlns:a16="http://schemas.microsoft.com/office/drawing/2014/main" id="{AA72B375-2CD7-40BE-BCB0-7CA6B9746A62}"/>
                </a:ext>
              </a:extLst>
            </p:cNvPr>
            <p:cNvSpPr/>
            <p:nvPr/>
          </p:nvSpPr>
          <p:spPr>
            <a:xfrm>
              <a:off x="2971799" y="2702719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57027EC6-2D41-4B99-B8FA-2B5CF855CF41}"/>
                </a:ext>
              </a:extLst>
            </p:cNvPr>
            <p:cNvSpPr/>
            <p:nvPr/>
          </p:nvSpPr>
          <p:spPr>
            <a:xfrm rot="5400000">
              <a:off x="3206583" y="4645818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E2746AC3-10EB-47E2-A466-0CEF96C3B7DA}"/>
                </a:ext>
              </a:extLst>
            </p:cNvPr>
            <p:cNvGrpSpPr/>
            <p:nvPr/>
          </p:nvGrpSpPr>
          <p:grpSpPr>
            <a:xfrm>
              <a:off x="1479247" y="5090199"/>
              <a:ext cx="3899507" cy="701792"/>
              <a:chOff x="1577120" y="5090199"/>
              <a:chExt cx="3703758" cy="701792"/>
            </a:xfrm>
            <a:solidFill>
              <a:srgbClr val="F4EEE8"/>
            </a:solidFill>
          </p:grpSpPr>
          <p:sp>
            <p:nvSpPr>
              <p:cNvPr id="175" name="자유형: 도형 174">
                <a:extLst>
                  <a:ext uri="{FF2B5EF4-FFF2-40B4-BE49-F238E27FC236}">
                    <a16:creationId xmlns:a16="http://schemas.microsoft.com/office/drawing/2014/main" id="{9A2CA105-34F4-4A06-8D90-30C0D5E5E541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solidFill>
                <a:srgbClr val="87BF61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6" name="자유형: 도형 175">
                <a:extLst>
                  <a:ext uri="{FF2B5EF4-FFF2-40B4-BE49-F238E27FC236}">
                    <a16:creationId xmlns:a16="http://schemas.microsoft.com/office/drawing/2014/main" id="{D5A79BFD-7199-4F29-A69E-58DF6B065B2F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solidFill>
                <a:srgbClr val="87BF61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7" name="자유형: 도형 176">
                <a:extLst>
                  <a:ext uri="{FF2B5EF4-FFF2-40B4-BE49-F238E27FC236}">
                    <a16:creationId xmlns:a16="http://schemas.microsoft.com/office/drawing/2014/main" id="{DED09B56-4F62-45A2-AA2F-B988C10DE257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solidFill>
                <a:srgbClr val="87BF61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FEAE89A0-9B87-4E59-A5B0-259E1C374C07}"/>
                </a:ext>
              </a:extLst>
            </p:cNvPr>
            <p:cNvSpPr/>
            <p:nvPr/>
          </p:nvSpPr>
          <p:spPr>
            <a:xfrm rot="16200000">
              <a:off x="3368099" y="2129563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5B76FEEE-BCD6-4E4E-906F-4AD57862C772}"/>
                </a:ext>
              </a:extLst>
            </p:cNvPr>
            <p:cNvSpPr/>
            <p:nvPr/>
          </p:nvSpPr>
          <p:spPr>
            <a:xfrm flipV="1">
              <a:off x="2899474" y="1770872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69" name="다이아몬드 168">
              <a:extLst>
                <a:ext uri="{FF2B5EF4-FFF2-40B4-BE49-F238E27FC236}">
                  <a16:creationId xmlns:a16="http://schemas.microsoft.com/office/drawing/2014/main" id="{1EB56A46-84B1-478F-B417-6650164B30AB}"/>
                </a:ext>
              </a:extLst>
            </p:cNvPr>
            <p:cNvSpPr/>
            <p:nvPr/>
          </p:nvSpPr>
          <p:spPr>
            <a:xfrm>
              <a:off x="3386251" y="2019295"/>
              <a:ext cx="85499" cy="117607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0" name="다이아몬드 169">
              <a:extLst>
                <a:ext uri="{FF2B5EF4-FFF2-40B4-BE49-F238E27FC236}">
                  <a16:creationId xmlns:a16="http://schemas.microsoft.com/office/drawing/2014/main" id="{A0591359-42FC-45EC-939D-D1050A0AC0E1}"/>
                </a:ext>
              </a:extLst>
            </p:cNvPr>
            <p:cNvSpPr/>
            <p:nvPr/>
          </p:nvSpPr>
          <p:spPr>
            <a:xfrm>
              <a:off x="3386251" y="2279521"/>
              <a:ext cx="85499" cy="117607"/>
            </a:xfrm>
            <a:prstGeom prst="diamond">
              <a:avLst/>
            </a:prstGeom>
            <a:solidFill>
              <a:srgbClr val="87BF61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1" name="다이아몬드 170">
              <a:extLst>
                <a:ext uri="{FF2B5EF4-FFF2-40B4-BE49-F238E27FC236}">
                  <a16:creationId xmlns:a16="http://schemas.microsoft.com/office/drawing/2014/main" id="{9ABA3E76-0655-4099-9D21-840571F534D7}"/>
                </a:ext>
              </a:extLst>
            </p:cNvPr>
            <p:cNvSpPr/>
            <p:nvPr/>
          </p:nvSpPr>
          <p:spPr>
            <a:xfrm>
              <a:off x="3162497" y="2372342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2" name="다이아몬드 171">
              <a:extLst>
                <a:ext uri="{FF2B5EF4-FFF2-40B4-BE49-F238E27FC236}">
                  <a16:creationId xmlns:a16="http://schemas.microsoft.com/office/drawing/2014/main" id="{717FB9F4-5456-4D2D-8A53-19375226F41C}"/>
                </a:ext>
              </a:extLst>
            </p:cNvPr>
            <p:cNvSpPr/>
            <p:nvPr/>
          </p:nvSpPr>
          <p:spPr>
            <a:xfrm>
              <a:off x="3622068" y="2372342"/>
              <a:ext cx="70660" cy="97195"/>
            </a:xfrm>
            <a:prstGeom prst="diamond">
              <a:avLst/>
            </a:prstGeom>
            <a:solidFill>
              <a:srgbClr val="DE80A6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73" name="자유형: 도형 172">
              <a:extLst>
                <a:ext uri="{FF2B5EF4-FFF2-40B4-BE49-F238E27FC236}">
                  <a16:creationId xmlns:a16="http://schemas.microsoft.com/office/drawing/2014/main" id="{64F25CD7-60BC-4037-A743-E71D87AD1D4A}"/>
                </a:ext>
              </a:extLst>
            </p:cNvPr>
            <p:cNvSpPr/>
            <p:nvPr/>
          </p:nvSpPr>
          <p:spPr>
            <a:xfrm rot="5400000">
              <a:off x="3206583" y="1140139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74" name="그래픽 2">
              <a:extLst>
                <a:ext uri="{FF2B5EF4-FFF2-40B4-BE49-F238E27FC236}">
                  <a16:creationId xmlns:a16="http://schemas.microsoft.com/office/drawing/2014/main" id="{8140EC23-289F-4A3F-8849-CA81026C2EA1}"/>
                </a:ext>
              </a:extLst>
            </p:cNvPr>
            <p:cNvSpPr/>
            <p:nvPr/>
          </p:nvSpPr>
          <p:spPr>
            <a:xfrm>
              <a:off x="2719877" y="5444129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63819664-DA89-4890-A67A-07F5AE928741}"/>
              </a:ext>
            </a:extLst>
          </p:cNvPr>
          <p:cNvGrpSpPr/>
          <p:nvPr/>
        </p:nvGrpSpPr>
        <p:grpSpPr>
          <a:xfrm>
            <a:off x="6858000" y="6858000"/>
            <a:ext cx="6858000" cy="6858000"/>
            <a:chOff x="6824145" y="-1924"/>
            <a:chExt cx="6858000" cy="6858000"/>
          </a:xfrm>
        </p:grpSpPr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37DFEAC8-6B60-4DBC-A483-867D5F8EB9B0}"/>
                </a:ext>
              </a:extLst>
            </p:cNvPr>
            <p:cNvSpPr/>
            <p:nvPr/>
          </p:nvSpPr>
          <p:spPr>
            <a:xfrm>
              <a:off x="6824145" y="-1924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65C9828B-2765-46FA-A079-0318792022A5}"/>
                </a:ext>
              </a:extLst>
            </p:cNvPr>
            <p:cNvSpPr/>
            <p:nvPr/>
          </p:nvSpPr>
          <p:spPr>
            <a:xfrm>
              <a:off x="8205516" y="282345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E4EEFB5F-FD29-4BD8-94A9-AB9FE94EC98C}"/>
                </a:ext>
              </a:extLst>
            </p:cNvPr>
            <p:cNvSpPr/>
            <p:nvPr/>
          </p:nvSpPr>
          <p:spPr>
            <a:xfrm>
              <a:off x="8472019" y="656618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82" name="자유형: 도형 181">
              <a:extLst>
                <a:ext uri="{FF2B5EF4-FFF2-40B4-BE49-F238E27FC236}">
                  <a16:creationId xmlns:a16="http://schemas.microsoft.com/office/drawing/2014/main" id="{ADF7EAD3-D00C-4C60-8F87-5E2B3361CA54}"/>
                </a:ext>
              </a:extLst>
            </p:cNvPr>
            <p:cNvSpPr/>
            <p:nvPr/>
          </p:nvSpPr>
          <p:spPr>
            <a:xfrm>
              <a:off x="9154084" y="4161083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83" name="타원 182">
              <a:extLst>
                <a:ext uri="{FF2B5EF4-FFF2-40B4-BE49-F238E27FC236}">
                  <a16:creationId xmlns:a16="http://schemas.microsoft.com/office/drawing/2014/main" id="{41D6B79A-9F35-43F2-B56B-100CB17495A7}"/>
                </a:ext>
              </a:extLst>
            </p:cNvPr>
            <p:cNvSpPr/>
            <p:nvPr/>
          </p:nvSpPr>
          <p:spPr>
            <a:xfrm rot="17857827">
              <a:off x="9391541" y="4173958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A82C46C1-45E6-4C0A-A6E0-94AA7F635631}"/>
                </a:ext>
              </a:extLst>
            </p:cNvPr>
            <p:cNvSpPr/>
            <p:nvPr/>
          </p:nvSpPr>
          <p:spPr>
            <a:xfrm rot="19503875">
              <a:off x="9405193" y="4192475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5" name="자유형: 도형 184">
              <a:extLst>
                <a:ext uri="{FF2B5EF4-FFF2-40B4-BE49-F238E27FC236}">
                  <a16:creationId xmlns:a16="http://schemas.microsoft.com/office/drawing/2014/main" id="{7B5670A2-79C9-4A77-AD67-5C1E1A6C1C8C}"/>
                </a:ext>
              </a:extLst>
            </p:cNvPr>
            <p:cNvSpPr/>
            <p:nvPr/>
          </p:nvSpPr>
          <p:spPr>
            <a:xfrm>
              <a:off x="8742653" y="2112838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86" name="자유형: 도형 185">
              <a:extLst>
                <a:ext uri="{FF2B5EF4-FFF2-40B4-BE49-F238E27FC236}">
                  <a16:creationId xmlns:a16="http://schemas.microsoft.com/office/drawing/2014/main" id="{C5BD57CA-6FF4-41A8-B9B7-EB48636BC030}"/>
                </a:ext>
              </a:extLst>
            </p:cNvPr>
            <p:cNvSpPr/>
            <p:nvPr/>
          </p:nvSpPr>
          <p:spPr>
            <a:xfrm>
              <a:off x="9289440" y="3484445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50710CC8-F007-48DA-99BD-499CC23397BB}"/>
                </a:ext>
              </a:extLst>
            </p:cNvPr>
            <p:cNvSpPr/>
            <p:nvPr/>
          </p:nvSpPr>
          <p:spPr>
            <a:xfrm>
              <a:off x="9407479" y="3577510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51BE6361-C9FB-4019-A706-F640509237B3}"/>
                </a:ext>
              </a:extLst>
            </p:cNvPr>
            <p:cNvSpPr/>
            <p:nvPr/>
          </p:nvSpPr>
          <p:spPr>
            <a:xfrm>
              <a:off x="8821394" y="2195355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9" name="자유형: 도형 188">
              <a:extLst>
                <a:ext uri="{FF2B5EF4-FFF2-40B4-BE49-F238E27FC236}">
                  <a16:creationId xmlns:a16="http://schemas.microsoft.com/office/drawing/2014/main" id="{DED51500-CA4D-4AAA-B503-928EF53F1D94}"/>
                </a:ext>
              </a:extLst>
            </p:cNvPr>
            <p:cNvSpPr/>
            <p:nvPr/>
          </p:nvSpPr>
          <p:spPr>
            <a:xfrm>
              <a:off x="9361850" y="2643810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0" name="자유형: 도형 189">
              <a:extLst>
                <a:ext uri="{FF2B5EF4-FFF2-40B4-BE49-F238E27FC236}">
                  <a16:creationId xmlns:a16="http://schemas.microsoft.com/office/drawing/2014/main" id="{2F13DDEA-A29A-4F7D-86DC-45A6F0C6AA2B}"/>
                </a:ext>
              </a:extLst>
            </p:cNvPr>
            <p:cNvSpPr/>
            <p:nvPr/>
          </p:nvSpPr>
          <p:spPr>
            <a:xfrm>
              <a:off x="9099088" y="3035603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1" name="자유형: 도형 190">
              <a:extLst>
                <a:ext uri="{FF2B5EF4-FFF2-40B4-BE49-F238E27FC236}">
                  <a16:creationId xmlns:a16="http://schemas.microsoft.com/office/drawing/2014/main" id="{87EA5907-912D-412D-9A16-27D34368D04D}"/>
                </a:ext>
              </a:extLst>
            </p:cNvPr>
            <p:cNvSpPr/>
            <p:nvPr/>
          </p:nvSpPr>
          <p:spPr>
            <a:xfrm>
              <a:off x="9401366" y="3109042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2" name="자유형: 도형 191">
              <a:extLst>
                <a:ext uri="{FF2B5EF4-FFF2-40B4-BE49-F238E27FC236}">
                  <a16:creationId xmlns:a16="http://schemas.microsoft.com/office/drawing/2014/main" id="{5D0687F8-591D-4B18-B3BB-F5717C904B5E}"/>
                </a:ext>
              </a:extLst>
            </p:cNvPr>
            <p:cNvSpPr/>
            <p:nvPr/>
          </p:nvSpPr>
          <p:spPr>
            <a:xfrm>
              <a:off x="9581937" y="3508722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3" name="자유형: 도형 192">
              <a:extLst>
                <a:ext uri="{FF2B5EF4-FFF2-40B4-BE49-F238E27FC236}">
                  <a16:creationId xmlns:a16="http://schemas.microsoft.com/office/drawing/2014/main" id="{F0F3254F-CAFF-4FFF-9C50-627B997D6341}"/>
                </a:ext>
              </a:extLst>
            </p:cNvPr>
            <p:cNvSpPr/>
            <p:nvPr/>
          </p:nvSpPr>
          <p:spPr>
            <a:xfrm>
              <a:off x="9343920" y="3625865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D8E5638A-E584-433D-8FF6-7F973763587C}"/>
                </a:ext>
              </a:extLst>
            </p:cNvPr>
            <p:cNvSpPr/>
            <p:nvPr/>
          </p:nvSpPr>
          <p:spPr>
            <a:xfrm flipH="1">
              <a:off x="11009229" y="4161083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673C67DD-AF72-4748-AC9E-B0E6A970D4AB}"/>
                </a:ext>
              </a:extLst>
            </p:cNvPr>
            <p:cNvSpPr/>
            <p:nvPr/>
          </p:nvSpPr>
          <p:spPr>
            <a:xfrm rot="3742173" flipH="1">
              <a:off x="11010368" y="4173958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6" name="타원 195">
              <a:extLst>
                <a:ext uri="{FF2B5EF4-FFF2-40B4-BE49-F238E27FC236}">
                  <a16:creationId xmlns:a16="http://schemas.microsoft.com/office/drawing/2014/main" id="{7F51EBCF-A948-4DE1-910E-014A8E468E53}"/>
                </a:ext>
              </a:extLst>
            </p:cNvPr>
            <p:cNvSpPr/>
            <p:nvPr/>
          </p:nvSpPr>
          <p:spPr>
            <a:xfrm rot="2096125" flipH="1">
              <a:off x="10996716" y="4192475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자유형: 도형 196">
              <a:extLst>
                <a:ext uri="{FF2B5EF4-FFF2-40B4-BE49-F238E27FC236}">
                  <a16:creationId xmlns:a16="http://schemas.microsoft.com/office/drawing/2014/main" id="{37C661E4-B790-4C35-8C35-0F8D8191B644}"/>
                </a:ext>
              </a:extLst>
            </p:cNvPr>
            <p:cNvSpPr/>
            <p:nvPr/>
          </p:nvSpPr>
          <p:spPr>
            <a:xfrm flipH="1">
              <a:off x="10434426" y="2112838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98" name="자유형: 도형 197">
              <a:extLst>
                <a:ext uri="{FF2B5EF4-FFF2-40B4-BE49-F238E27FC236}">
                  <a16:creationId xmlns:a16="http://schemas.microsoft.com/office/drawing/2014/main" id="{DFA01B7F-C48E-4D0A-A046-DE3746023B15}"/>
                </a:ext>
              </a:extLst>
            </p:cNvPr>
            <p:cNvSpPr/>
            <p:nvPr/>
          </p:nvSpPr>
          <p:spPr>
            <a:xfrm flipH="1">
              <a:off x="10809187" y="3484445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99" name="자유형: 도형 198">
              <a:extLst>
                <a:ext uri="{FF2B5EF4-FFF2-40B4-BE49-F238E27FC236}">
                  <a16:creationId xmlns:a16="http://schemas.microsoft.com/office/drawing/2014/main" id="{F99737D6-A50B-4BA6-9EF5-4215633DD0D8}"/>
                </a:ext>
              </a:extLst>
            </p:cNvPr>
            <p:cNvSpPr/>
            <p:nvPr/>
          </p:nvSpPr>
          <p:spPr>
            <a:xfrm flipH="1">
              <a:off x="10433596" y="3577510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0" name="자유형: 도형 199">
              <a:extLst>
                <a:ext uri="{FF2B5EF4-FFF2-40B4-BE49-F238E27FC236}">
                  <a16:creationId xmlns:a16="http://schemas.microsoft.com/office/drawing/2014/main" id="{6A9DBEC8-5102-4B26-BE06-231465C1AB7E}"/>
                </a:ext>
              </a:extLst>
            </p:cNvPr>
            <p:cNvSpPr/>
            <p:nvPr/>
          </p:nvSpPr>
          <p:spPr>
            <a:xfrm flipH="1">
              <a:off x="11019114" y="2195355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1" name="자유형: 도형 200">
              <a:extLst>
                <a:ext uri="{FF2B5EF4-FFF2-40B4-BE49-F238E27FC236}">
                  <a16:creationId xmlns:a16="http://schemas.microsoft.com/office/drawing/2014/main" id="{63A7E3B6-A028-48E0-9BCA-6EC1F41A625D}"/>
                </a:ext>
              </a:extLst>
            </p:cNvPr>
            <p:cNvSpPr/>
            <p:nvPr/>
          </p:nvSpPr>
          <p:spPr>
            <a:xfrm flipH="1">
              <a:off x="10492897" y="2643810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2" name="자유형: 도형 201">
              <a:extLst>
                <a:ext uri="{FF2B5EF4-FFF2-40B4-BE49-F238E27FC236}">
                  <a16:creationId xmlns:a16="http://schemas.microsoft.com/office/drawing/2014/main" id="{A1D307B0-CBC3-436B-8807-0059A024C640}"/>
                </a:ext>
              </a:extLst>
            </p:cNvPr>
            <p:cNvSpPr/>
            <p:nvPr/>
          </p:nvSpPr>
          <p:spPr>
            <a:xfrm flipH="1">
              <a:off x="10940526" y="3035603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3" name="자유형: 도형 202">
              <a:extLst>
                <a:ext uri="{FF2B5EF4-FFF2-40B4-BE49-F238E27FC236}">
                  <a16:creationId xmlns:a16="http://schemas.microsoft.com/office/drawing/2014/main" id="{B1C66078-F6DC-4E10-82E4-36D363EBC913}"/>
                </a:ext>
              </a:extLst>
            </p:cNvPr>
            <p:cNvSpPr/>
            <p:nvPr/>
          </p:nvSpPr>
          <p:spPr>
            <a:xfrm flipH="1">
              <a:off x="10571636" y="3109042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4" name="자유형: 도형 203">
              <a:extLst>
                <a:ext uri="{FF2B5EF4-FFF2-40B4-BE49-F238E27FC236}">
                  <a16:creationId xmlns:a16="http://schemas.microsoft.com/office/drawing/2014/main" id="{CA33AA09-37E2-4957-A157-533599FC10D6}"/>
                </a:ext>
              </a:extLst>
            </p:cNvPr>
            <p:cNvSpPr/>
            <p:nvPr/>
          </p:nvSpPr>
          <p:spPr>
            <a:xfrm flipH="1">
              <a:off x="10464284" y="3508722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5" name="자유형: 도형 204">
              <a:extLst>
                <a:ext uri="{FF2B5EF4-FFF2-40B4-BE49-F238E27FC236}">
                  <a16:creationId xmlns:a16="http://schemas.microsoft.com/office/drawing/2014/main" id="{36559997-1AC8-4653-86D6-73075E2FB8B9}"/>
                </a:ext>
              </a:extLst>
            </p:cNvPr>
            <p:cNvSpPr/>
            <p:nvPr/>
          </p:nvSpPr>
          <p:spPr>
            <a:xfrm flipH="1">
              <a:off x="10652455" y="3625865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06" name="자유형: 도형 205">
              <a:extLst>
                <a:ext uri="{FF2B5EF4-FFF2-40B4-BE49-F238E27FC236}">
                  <a16:creationId xmlns:a16="http://schemas.microsoft.com/office/drawing/2014/main" id="{DF10B035-9AA4-4E35-8871-7BF3BB758628}"/>
                </a:ext>
              </a:extLst>
            </p:cNvPr>
            <p:cNvSpPr/>
            <p:nvPr/>
          </p:nvSpPr>
          <p:spPr>
            <a:xfrm>
              <a:off x="9795944" y="2700795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07" name="자유형: 도형 206">
              <a:extLst>
                <a:ext uri="{FF2B5EF4-FFF2-40B4-BE49-F238E27FC236}">
                  <a16:creationId xmlns:a16="http://schemas.microsoft.com/office/drawing/2014/main" id="{AEFE42C7-D7A0-4F17-B525-AC5801A979E2}"/>
                </a:ext>
              </a:extLst>
            </p:cNvPr>
            <p:cNvSpPr/>
            <p:nvPr/>
          </p:nvSpPr>
          <p:spPr>
            <a:xfrm rot="5400000">
              <a:off x="10030728" y="4643894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BD199AF5-8150-430D-B27A-CE2068B08811}"/>
                </a:ext>
              </a:extLst>
            </p:cNvPr>
            <p:cNvGrpSpPr/>
            <p:nvPr/>
          </p:nvGrpSpPr>
          <p:grpSpPr>
            <a:xfrm>
              <a:off x="8303392" y="5088275"/>
              <a:ext cx="3899507" cy="701792"/>
              <a:chOff x="1577120" y="5090199"/>
              <a:chExt cx="3703758" cy="701792"/>
            </a:xfrm>
            <a:solidFill>
              <a:srgbClr val="DE80A6"/>
            </a:solidFill>
          </p:grpSpPr>
          <p:sp>
            <p:nvSpPr>
              <p:cNvPr id="218" name="자유형: 도형 217">
                <a:extLst>
                  <a:ext uri="{FF2B5EF4-FFF2-40B4-BE49-F238E27FC236}">
                    <a16:creationId xmlns:a16="http://schemas.microsoft.com/office/drawing/2014/main" id="{94C5C476-4257-4568-B122-6883EDF44146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9" name="자유형: 도형 218">
                <a:extLst>
                  <a:ext uri="{FF2B5EF4-FFF2-40B4-BE49-F238E27FC236}">
                    <a16:creationId xmlns:a16="http://schemas.microsoft.com/office/drawing/2014/main" id="{51D669D8-20C2-4B7E-918F-0B32484B8D12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0" name="자유형: 도형 219">
                <a:extLst>
                  <a:ext uri="{FF2B5EF4-FFF2-40B4-BE49-F238E27FC236}">
                    <a16:creationId xmlns:a16="http://schemas.microsoft.com/office/drawing/2014/main" id="{00340F25-BD48-4213-B3AE-134F7E701360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dirty="0"/>
              </a:p>
            </p:txBody>
          </p:sp>
        </p:grpSp>
        <p:sp>
          <p:nvSpPr>
            <p:cNvPr id="209" name="자유형: 도형 208">
              <a:extLst>
                <a:ext uri="{FF2B5EF4-FFF2-40B4-BE49-F238E27FC236}">
                  <a16:creationId xmlns:a16="http://schemas.microsoft.com/office/drawing/2014/main" id="{52D80AE9-9B34-4FB3-8799-B67BEDA05D11}"/>
                </a:ext>
              </a:extLst>
            </p:cNvPr>
            <p:cNvSpPr/>
            <p:nvPr/>
          </p:nvSpPr>
          <p:spPr>
            <a:xfrm rot="16200000">
              <a:off x="10192244" y="2127639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10" name="자유형: 도형 209">
              <a:extLst>
                <a:ext uri="{FF2B5EF4-FFF2-40B4-BE49-F238E27FC236}">
                  <a16:creationId xmlns:a16="http://schemas.microsoft.com/office/drawing/2014/main" id="{888AA65F-58BC-4BE9-B15D-D7A6F4DDAE96}"/>
                </a:ext>
              </a:extLst>
            </p:cNvPr>
            <p:cNvSpPr/>
            <p:nvPr/>
          </p:nvSpPr>
          <p:spPr>
            <a:xfrm flipV="1">
              <a:off x="9723619" y="1768948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11" name="다이아몬드 210">
              <a:extLst>
                <a:ext uri="{FF2B5EF4-FFF2-40B4-BE49-F238E27FC236}">
                  <a16:creationId xmlns:a16="http://schemas.microsoft.com/office/drawing/2014/main" id="{77E78248-8DDF-4AA1-B18C-8AA03B471CCA}"/>
                </a:ext>
              </a:extLst>
            </p:cNvPr>
            <p:cNvSpPr/>
            <p:nvPr/>
          </p:nvSpPr>
          <p:spPr>
            <a:xfrm>
              <a:off x="10210396" y="2017371"/>
              <a:ext cx="85499" cy="117607"/>
            </a:xfrm>
            <a:prstGeom prst="diamond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다이아몬드 211">
              <a:extLst>
                <a:ext uri="{FF2B5EF4-FFF2-40B4-BE49-F238E27FC236}">
                  <a16:creationId xmlns:a16="http://schemas.microsoft.com/office/drawing/2014/main" id="{E7815ABC-33C6-47CE-BD01-63202BDF6126}"/>
                </a:ext>
              </a:extLst>
            </p:cNvPr>
            <p:cNvSpPr/>
            <p:nvPr/>
          </p:nvSpPr>
          <p:spPr>
            <a:xfrm>
              <a:off x="10210396" y="2277597"/>
              <a:ext cx="85499" cy="117607"/>
            </a:xfrm>
            <a:prstGeom prst="diamond">
              <a:avLst/>
            </a:prstGeom>
            <a:solidFill>
              <a:schemeClr val="accent1">
                <a:lumMod val="75000"/>
              </a:schemeClr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3" name="다이아몬드 212">
              <a:extLst>
                <a:ext uri="{FF2B5EF4-FFF2-40B4-BE49-F238E27FC236}">
                  <a16:creationId xmlns:a16="http://schemas.microsoft.com/office/drawing/2014/main" id="{5A0156D5-B911-44E6-A98A-769B8795EF16}"/>
                </a:ext>
              </a:extLst>
            </p:cNvPr>
            <p:cNvSpPr/>
            <p:nvPr/>
          </p:nvSpPr>
          <p:spPr>
            <a:xfrm>
              <a:off x="9986642" y="2370418"/>
              <a:ext cx="70660" cy="97195"/>
            </a:xfrm>
            <a:prstGeom prst="diamond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4" name="다이아몬드 213">
              <a:extLst>
                <a:ext uri="{FF2B5EF4-FFF2-40B4-BE49-F238E27FC236}">
                  <a16:creationId xmlns:a16="http://schemas.microsoft.com/office/drawing/2014/main" id="{A3F7D83E-3603-479D-BF77-74A5FC9545F7}"/>
                </a:ext>
              </a:extLst>
            </p:cNvPr>
            <p:cNvSpPr/>
            <p:nvPr/>
          </p:nvSpPr>
          <p:spPr>
            <a:xfrm>
              <a:off x="10446213" y="2370418"/>
              <a:ext cx="70660" cy="97195"/>
            </a:xfrm>
            <a:prstGeom prst="diamond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16" name="자유형: 도형 215">
              <a:extLst>
                <a:ext uri="{FF2B5EF4-FFF2-40B4-BE49-F238E27FC236}">
                  <a16:creationId xmlns:a16="http://schemas.microsoft.com/office/drawing/2014/main" id="{9096A53E-6E4E-4561-8E74-AACA6AD47874}"/>
                </a:ext>
              </a:extLst>
            </p:cNvPr>
            <p:cNvSpPr/>
            <p:nvPr/>
          </p:nvSpPr>
          <p:spPr>
            <a:xfrm rot="5400000">
              <a:off x="10030728" y="1138215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17" name="그래픽 2">
              <a:extLst>
                <a:ext uri="{FF2B5EF4-FFF2-40B4-BE49-F238E27FC236}">
                  <a16:creationId xmlns:a16="http://schemas.microsoft.com/office/drawing/2014/main" id="{EEFD3FE6-629B-47E7-9531-B28E0B273BF4}"/>
                </a:ext>
              </a:extLst>
            </p:cNvPr>
            <p:cNvSpPr/>
            <p:nvPr/>
          </p:nvSpPr>
          <p:spPr>
            <a:xfrm>
              <a:off x="9544022" y="5442205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ED61EEC3-F8D6-4100-96EA-6A8B34FA935A}"/>
              </a:ext>
            </a:extLst>
          </p:cNvPr>
          <p:cNvGrpSpPr/>
          <p:nvPr/>
        </p:nvGrpSpPr>
        <p:grpSpPr>
          <a:xfrm>
            <a:off x="-6848713" y="6858000"/>
            <a:ext cx="6858000" cy="6858000"/>
            <a:chOff x="152400" y="152400"/>
            <a:chExt cx="6858000" cy="6858000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1C9D4AA1-88C2-4909-B142-8BB4686C94BE}"/>
                </a:ext>
              </a:extLst>
            </p:cNvPr>
            <p:cNvSpPr/>
            <p:nvPr/>
          </p:nvSpPr>
          <p:spPr>
            <a:xfrm>
              <a:off x="152400" y="152400"/>
              <a:ext cx="6858000" cy="6858000"/>
            </a:xfrm>
            <a:prstGeom prst="rect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23" name="자유형: 도형 222">
              <a:extLst>
                <a:ext uri="{FF2B5EF4-FFF2-40B4-BE49-F238E27FC236}">
                  <a16:creationId xmlns:a16="http://schemas.microsoft.com/office/drawing/2014/main" id="{EBB6E901-46B9-4180-80AC-A4FC10003C82}"/>
                </a:ext>
              </a:extLst>
            </p:cNvPr>
            <p:cNvSpPr/>
            <p:nvPr/>
          </p:nvSpPr>
          <p:spPr>
            <a:xfrm>
              <a:off x="1533771" y="436669"/>
              <a:ext cx="4095256" cy="6289461"/>
            </a:xfrm>
            <a:custGeom>
              <a:avLst/>
              <a:gdLst>
                <a:gd name="connsiteX0" fmla="*/ 2047628 w 4095256"/>
                <a:gd name="connsiteY0" fmla="*/ 0 h 6289461"/>
                <a:gd name="connsiteX1" fmla="*/ 0 w 4095256"/>
                <a:gd name="connsiteY1" fmla="*/ 1030477 h 6289461"/>
                <a:gd name="connsiteX2" fmla="*/ 0 w 4095256"/>
                <a:gd name="connsiteY2" fmla="*/ 2238622 h 6289461"/>
                <a:gd name="connsiteX3" fmla="*/ 2047628 w 4095256"/>
                <a:gd name="connsiteY3" fmla="*/ 6289461 h 6289461"/>
                <a:gd name="connsiteX4" fmla="*/ 4095256 w 4095256"/>
                <a:gd name="connsiteY4" fmla="*/ 2238622 h 6289461"/>
                <a:gd name="connsiteX5" fmla="*/ 4095256 w 4095256"/>
                <a:gd name="connsiteY5" fmla="*/ 1030477 h 6289461"/>
                <a:gd name="connsiteX6" fmla="*/ 2047628 w 4095256"/>
                <a:gd name="connsiteY6" fmla="*/ 0 h 628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5256" h="6289461">
                  <a:moveTo>
                    <a:pt x="2047628" y="0"/>
                  </a:moveTo>
                  <a:cubicBezTo>
                    <a:pt x="1630107" y="400642"/>
                    <a:pt x="899890" y="1105097"/>
                    <a:pt x="0" y="1030477"/>
                  </a:cubicBezTo>
                  <a:cubicBezTo>
                    <a:pt x="0" y="1432896"/>
                    <a:pt x="0" y="1836203"/>
                    <a:pt x="0" y="2238622"/>
                  </a:cubicBezTo>
                  <a:cubicBezTo>
                    <a:pt x="72844" y="4351099"/>
                    <a:pt x="1032253" y="5570793"/>
                    <a:pt x="2047628" y="6289461"/>
                  </a:cubicBezTo>
                  <a:cubicBezTo>
                    <a:pt x="3063003" y="5570793"/>
                    <a:pt x="4022412" y="4351099"/>
                    <a:pt x="4095256" y="2238622"/>
                  </a:cubicBezTo>
                  <a:cubicBezTo>
                    <a:pt x="4095256" y="1836203"/>
                    <a:pt x="4095256" y="1432896"/>
                    <a:pt x="4095256" y="1030477"/>
                  </a:cubicBezTo>
                  <a:cubicBezTo>
                    <a:pt x="3195366" y="1105097"/>
                    <a:pt x="2465149" y="400642"/>
                    <a:pt x="2047628" y="0"/>
                  </a:cubicBezTo>
                  <a:close/>
                </a:path>
              </a:pathLst>
            </a:custGeom>
            <a:solidFill>
              <a:srgbClr val="222A39"/>
            </a:solidFill>
            <a:ln w="195043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24" name="자유형: 도형 223">
              <a:extLst>
                <a:ext uri="{FF2B5EF4-FFF2-40B4-BE49-F238E27FC236}">
                  <a16:creationId xmlns:a16="http://schemas.microsoft.com/office/drawing/2014/main" id="{6E791CE8-672E-4DB1-B5C9-751220B7FB28}"/>
                </a:ext>
              </a:extLst>
            </p:cNvPr>
            <p:cNvSpPr/>
            <p:nvPr/>
          </p:nvSpPr>
          <p:spPr>
            <a:xfrm>
              <a:off x="1800274" y="810942"/>
              <a:ext cx="3562251" cy="5591224"/>
            </a:xfrm>
            <a:custGeom>
              <a:avLst/>
              <a:gdLst>
                <a:gd name="connsiteX0" fmla="*/ 1781126 w 3562251"/>
                <a:gd name="connsiteY0" fmla="*/ 0 h 5591224"/>
                <a:gd name="connsiteX1" fmla="*/ 0 w 3562251"/>
                <a:gd name="connsiteY1" fmla="*/ 930982 h 5591224"/>
                <a:gd name="connsiteX2" fmla="*/ 0 w 3562251"/>
                <a:gd name="connsiteY2" fmla="*/ 1871737 h 5591224"/>
                <a:gd name="connsiteX3" fmla="*/ 1781126 w 3562251"/>
                <a:gd name="connsiteY3" fmla="*/ 5591225 h 5591224"/>
                <a:gd name="connsiteX4" fmla="*/ 3562251 w 3562251"/>
                <a:gd name="connsiteY4" fmla="*/ 1871737 h 5591224"/>
                <a:gd name="connsiteX5" fmla="*/ 3562251 w 3562251"/>
                <a:gd name="connsiteY5" fmla="*/ 930982 h 5591224"/>
                <a:gd name="connsiteX6" fmla="*/ 1781126 w 3562251"/>
                <a:gd name="connsiteY6" fmla="*/ 0 h 559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62251" h="5591224">
                  <a:moveTo>
                    <a:pt x="1781126" y="0"/>
                  </a:moveTo>
                  <a:cubicBezTo>
                    <a:pt x="1245455" y="493030"/>
                    <a:pt x="707120" y="869687"/>
                    <a:pt x="0" y="930982"/>
                  </a:cubicBezTo>
                  <a:cubicBezTo>
                    <a:pt x="0" y="1244567"/>
                    <a:pt x="0" y="1558152"/>
                    <a:pt x="0" y="1871737"/>
                  </a:cubicBezTo>
                  <a:cubicBezTo>
                    <a:pt x="60407" y="3357933"/>
                    <a:pt x="551660" y="4637145"/>
                    <a:pt x="1781126" y="5591225"/>
                  </a:cubicBezTo>
                  <a:cubicBezTo>
                    <a:pt x="3010591" y="4637145"/>
                    <a:pt x="3501844" y="3357933"/>
                    <a:pt x="3562251" y="1871737"/>
                  </a:cubicBezTo>
                  <a:cubicBezTo>
                    <a:pt x="3562251" y="1558152"/>
                    <a:pt x="3562251" y="1244567"/>
                    <a:pt x="3562251" y="930982"/>
                  </a:cubicBezTo>
                  <a:cubicBezTo>
                    <a:pt x="2855131" y="869687"/>
                    <a:pt x="2316796" y="493030"/>
                    <a:pt x="1781126" y="0"/>
                  </a:cubicBezTo>
                  <a:close/>
                </a:path>
              </a:pathLst>
            </a:custGeom>
            <a:solidFill>
              <a:srgbClr val="222A39"/>
            </a:solidFill>
            <a:ln w="44328" cap="flat">
              <a:solidFill>
                <a:srgbClr val="E0C7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25" name="자유형: 도형 224">
              <a:extLst>
                <a:ext uri="{FF2B5EF4-FFF2-40B4-BE49-F238E27FC236}">
                  <a16:creationId xmlns:a16="http://schemas.microsoft.com/office/drawing/2014/main" id="{91388B10-5DFF-4FAF-8EF7-765BB2A4FB8A}"/>
                </a:ext>
              </a:extLst>
            </p:cNvPr>
            <p:cNvSpPr/>
            <p:nvPr/>
          </p:nvSpPr>
          <p:spPr>
            <a:xfrm>
              <a:off x="2482339" y="43154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C940F49-E049-4729-9D13-B064CD8B1510}"/>
                </a:ext>
              </a:extLst>
            </p:cNvPr>
            <p:cNvSpPr/>
            <p:nvPr/>
          </p:nvSpPr>
          <p:spPr>
            <a:xfrm rot="17857827">
              <a:off x="2719796" y="43282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87863406-D55E-4543-B3C7-0B3531519FE0}"/>
                </a:ext>
              </a:extLst>
            </p:cNvPr>
            <p:cNvSpPr/>
            <p:nvPr/>
          </p:nvSpPr>
          <p:spPr>
            <a:xfrm rot="19503875">
              <a:off x="2733448" y="43467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자유형: 도형 227">
              <a:extLst>
                <a:ext uri="{FF2B5EF4-FFF2-40B4-BE49-F238E27FC236}">
                  <a16:creationId xmlns:a16="http://schemas.microsoft.com/office/drawing/2014/main" id="{E4FE18FA-E333-4114-BE77-6E98DCB69088}"/>
                </a:ext>
              </a:extLst>
            </p:cNvPr>
            <p:cNvSpPr/>
            <p:nvPr/>
          </p:nvSpPr>
          <p:spPr>
            <a:xfrm>
              <a:off x="2070908" y="22671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29" name="자유형: 도형 228">
              <a:extLst>
                <a:ext uri="{FF2B5EF4-FFF2-40B4-BE49-F238E27FC236}">
                  <a16:creationId xmlns:a16="http://schemas.microsoft.com/office/drawing/2014/main" id="{D659FA45-191A-4A67-9DFE-EEA3A81A61F4}"/>
                </a:ext>
              </a:extLst>
            </p:cNvPr>
            <p:cNvSpPr/>
            <p:nvPr/>
          </p:nvSpPr>
          <p:spPr>
            <a:xfrm>
              <a:off x="2617695" y="36387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33" name="자유형: 도형 232">
              <a:extLst>
                <a:ext uri="{FF2B5EF4-FFF2-40B4-BE49-F238E27FC236}">
                  <a16:creationId xmlns:a16="http://schemas.microsoft.com/office/drawing/2014/main" id="{C21C85F0-E508-43F1-A123-0E840D05C600}"/>
                </a:ext>
              </a:extLst>
            </p:cNvPr>
            <p:cNvSpPr/>
            <p:nvPr/>
          </p:nvSpPr>
          <p:spPr>
            <a:xfrm>
              <a:off x="2735734" y="37318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3" name="자유형: 도형 242">
              <a:extLst>
                <a:ext uri="{FF2B5EF4-FFF2-40B4-BE49-F238E27FC236}">
                  <a16:creationId xmlns:a16="http://schemas.microsoft.com/office/drawing/2014/main" id="{F0330614-18D7-420C-8A45-FED37A2296A9}"/>
                </a:ext>
              </a:extLst>
            </p:cNvPr>
            <p:cNvSpPr/>
            <p:nvPr/>
          </p:nvSpPr>
          <p:spPr>
            <a:xfrm>
              <a:off x="2149649" y="23496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7" name="자유형: 도형 246">
              <a:extLst>
                <a:ext uri="{FF2B5EF4-FFF2-40B4-BE49-F238E27FC236}">
                  <a16:creationId xmlns:a16="http://schemas.microsoft.com/office/drawing/2014/main" id="{CE63EAEB-AB9E-4AA8-AF9C-17015D86CEAA}"/>
                </a:ext>
              </a:extLst>
            </p:cNvPr>
            <p:cNvSpPr/>
            <p:nvPr/>
          </p:nvSpPr>
          <p:spPr>
            <a:xfrm>
              <a:off x="2690105" y="27981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7" name="자유형: 도형 256">
              <a:extLst>
                <a:ext uri="{FF2B5EF4-FFF2-40B4-BE49-F238E27FC236}">
                  <a16:creationId xmlns:a16="http://schemas.microsoft.com/office/drawing/2014/main" id="{D3E195C4-E108-4F6C-8FEB-AC4BE802636A}"/>
                </a:ext>
              </a:extLst>
            </p:cNvPr>
            <p:cNvSpPr/>
            <p:nvPr/>
          </p:nvSpPr>
          <p:spPr>
            <a:xfrm>
              <a:off x="2427343" y="31899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8" name="자유형: 도형 257">
              <a:extLst>
                <a:ext uri="{FF2B5EF4-FFF2-40B4-BE49-F238E27FC236}">
                  <a16:creationId xmlns:a16="http://schemas.microsoft.com/office/drawing/2014/main" id="{697E05E1-4035-4C6D-9D49-DC838ED1E172}"/>
                </a:ext>
              </a:extLst>
            </p:cNvPr>
            <p:cNvSpPr/>
            <p:nvPr/>
          </p:nvSpPr>
          <p:spPr>
            <a:xfrm>
              <a:off x="2729621" y="32633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9" name="자유형: 도형 258">
              <a:extLst>
                <a:ext uri="{FF2B5EF4-FFF2-40B4-BE49-F238E27FC236}">
                  <a16:creationId xmlns:a16="http://schemas.microsoft.com/office/drawing/2014/main" id="{012B478F-80AC-4440-921C-8C9C6AC67916}"/>
                </a:ext>
              </a:extLst>
            </p:cNvPr>
            <p:cNvSpPr/>
            <p:nvPr/>
          </p:nvSpPr>
          <p:spPr>
            <a:xfrm>
              <a:off x="2910192" y="36630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0" name="자유형: 도형 259">
              <a:extLst>
                <a:ext uri="{FF2B5EF4-FFF2-40B4-BE49-F238E27FC236}">
                  <a16:creationId xmlns:a16="http://schemas.microsoft.com/office/drawing/2014/main" id="{8CD527F5-426B-4A0E-BCB6-9A49B26DF964}"/>
                </a:ext>
              </a:extLst>
            </p:cNvPr>
            <p:cNvSpPr/>
            <p:nvPr/>
          </p:nvSpPr>
          <p:spPr>
            <a:xfrm>
              <a:off x="2672175" y="37801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61" name="자유형: 도형 260">
              <a:extLst>
                <a:ext uri="{FF2B5EF4-FFF2-40B4-BE49-F238E27FC236}">
                  <a16:creationId xmlns:a16="http://schemas.microsoft.com/office/drawing/2014/main" id="{A5D8F3BE-5B18-465C-AAC1-6D5FF0452504}"/>
                </a:ext>
              </a:extLst>
            </p:cNvPr>
            <p:cNvSpPr/>
            <p:nvPr/>
          </p:nvSpPr>
          <p:spPr>
            <a:xfrm flipH="1">
              <a:off x="4337484" y="4315407"/>
              <a:ext cx="341781" cy="435997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404458 h 404773"/>
                <a:gd name="connsiteX1" fmla="*/ 392 w 296877"/>
                <a:gd name="connsiteY1" fmla="*/ 330841 h 404773"/>
                <a:gd name="connsiteX2" fmla="*/ 40895 w 296877"/>
                <a:gd name="connsiteY2" fmla="*/ 222463 h 404773"/>
                <a:gd name="connsiteX3" fmla="*/ 139522 w 296877"/>
                <a:gd name="connsiteY3" fmla="*/ 127885 h 404773"/>
                <a:gd name="connsiteX4" fmla="*/ 207716 w 296877"/>
                <a:gd name="connsiteY4" fmla="*/ 36639 h 404773"/>
                <a:gd name="connsiteX5" fmla="*/ 255062 w 296877"/>
                <a:gd name="connsiteY5" fmla="*/ 32388 h 404773"/>
                <a:gd name="connsiteX6" fmla="*/ 281742 w 296877"/>
                <a:gd name="connsiteY6" fmla="*/ 120894 h 404773"/>
                <a:gd name="connsiteX7" fmla="*/ 201815 w 296877"/>
                <a:gd name="connsiteY7" fmla="*/ 255674 h 404773"/>
                <a:gd name="connsiteX8" fmla="*/ 61887 w 296877"/>
                <a:gd name="connsiteY8" fmla="*/ 404458 h 404773"/>
                <a:gd name="connsiteX0" fmla="*/ 61887 w 341298"/>
                <a:gd name="connsiteY0" fmla="*/ 404458 h 404773"/>
                <a:gd name="connsiteX1" fmla="*/ 392 w 341298"/>
                <a:gd name="connsiteY1" fmla="*/ 330841 h 404773"/>
                <a:gd name="connsiteX2" fmla="*/ 40895 w 341298"/>
                <a:gd name="connsiteY2" fmla="*/ 222463 h 404773"/>
                <a:gd name="connsiteX3" fmla="*/ 139522 w 341298"/>
                <a:gd name="connsiteY3" fmla="*/ 127885 h 404773"/>
                <a:gd name="connsiteX4" fmla="*/ 207716 w 341298"/>
                <a:gd name="connsiteY4" fmla="*/ 36639 h 404773"/>
                <a:gd name="connsiteX5" fmla="*/ 255062 w 341298"/>
                <a:gd name="connsiteY5" fmla="*/ 32388 h 404773"/>
                <a:gd name="connsiteX6" fmla="*/ 281742 w 341298"/>
                <a:gd name="connsiteY6" fmla="*/ 120894 h 404773"/>
                <a:gd name="connsiteX7" fmla="*/ 201815 w 341298"/>
                <a:gd name="connsiteY7" fmla="*/ 255674 h 404773"/>
                <a:gd name="connsiteX8" fmla="*/ 61887 w 341298"/>
                <a:gd name="connsiteY8" fmla="*/ 404458 h 404773"/>
                <a:gd name="connsiteX0" fmla="*/ 62025 w 341436"/>
                <a:gd name="connsiteY0" fmla="*/ 383047 h 383362"/>
                <a:gd name="connsiteX1" fmla="*/ 530 w 341436"/>
                <a:gd name="connsiteY1" fmla="*/ 309430 h 383362"/>
                <a:gd name="connsiteX2" fmla="*/ 41033 w 341436"/>
                <a:gd name="connsiteY2" fmla="*/ 201052 h 383362"/>
                <a:gd name="connsiteX3" fmla="*/ 150374 w 341436"/>
                <a:gd name="connsiteY3" fmla="*/ 136231 h 383362"/>
                <a:gd name="connsiteX4" fmla="*/ 207854 w 341436"/>
                <a:gd name="connsiteY4" fmla="*/ 15228 h 383362"/>
                <a:gd name="connsiteX5" fmla="*/ 255200 w 341436"/>
                <a:gd name="connsiteY5" fmla="*/ 10977 h 383362"/>
                <a:gd name="connsiteX6" fmla="*/ 281880 w 341436"/>
                <a:gd name="connsiteY6" fmla="*/ 99483 h 383362"/>
                <a:gd name="connsiteX7" fmla="*/ 201953 w 341436"/>
                <a:gd name="connsiteY7" fmla="*/ 234263 h 383362"/>
                <a:gd name="connsiteX8" fmla="*/ 62025 w 341436"/>
                <a:gd name="connsiteY8" fmla="*/ 383047 h 383362"/>
                <a:gd name="connsiteX0" fmla="*/ 62119 w 341530"/>
                <a:gd name="connsiteY0" fmla="*/ 382333 h 382648"/>
                <a:gd name="connsiteX1" fmla="*/ 624 w 341530"/>
                <a:gd name="connsiteY1" fmla="*/ 308716 h 382648"/>
                <a:gd name="connsiteX2" fmla="*/ 41127 w 341530"/>
                <a:gd name="connsiteY2" fmla="*/ 200338 h 382648"/>
                <a:gd name="connsiteX3" fmla="*/ 173084 w 341530"/>
                <a:gd name="connsiteY3" fmla="*/ 123614 h 382648"/>
                <a:gd name="connsiteX4" fmla="*/ 207948 w 341530"/>
                <a:gd name="connsiteY4" fmla="*/ 14514 h 382648"/>
                <a:gd name="connsiteX5" fmla="*/ 255294 w 341530"/>
                <a:gd name="connsiteY5" fmla="*/ 10263 h 382648"/>
                <a:gd name="connsiteX6" fmla="*/ 281974 w 341530"/>
                <a:gd name="connsiteY6" fmla="*/ 98769 h 382648"/>
                <a:gd name="connsiteX7" fmla="*/ 202047 w 341530"/>
                <a:gd name="connsiteY7" fmla="*/ 233549 h 382648"/>
                <a:gd name="connsiteX8" fmla="*/ 62119 w 341530"/>
                <a:gd name="connsiteY8" fmla="*/ 382333 h 382648"/>
                <a:gd name="connsiteX0" fmla="*/ 62087 w 341498"/>
                <a:gd name="connsiteY0" fmla="*/ 382056 h 382371"/>
                <a:gd name="connsiteX1" fmla="*/ 592 w 341498"/>
                <a:gd name="connsiteY1" fmla="*/ 308439 h 382371"/>
                <a:gd name="connsiteX2" fmla="*/ 41095 w 341498"/>
                <a:gd name="connsiteY2" fmla="*/ 200061 h 382371"/>
                <a:gd name="connsiteX3" fmla="*/ 165910 w 341498"/>
                <a:gd name="connsiteY3" fmla="*/ 118577 h 382371"/>
                <a:gd name="connsiteX4" fmla="*/ 207916 w 341498"/>
                <a:gd name="connsiteY4" fmla="*/ 14237 h 382371"/>
                <a:gd name="connsiteX5" fmla="*/ 255262 w 341498"/>
                <a:gd name="connsiteY5" fmla="*/ 9986 h 382371"/>
                <a:gd name="connsiteX6" fmla="*/ 281942 w 341498"/>
                <a:gd name="connsiteY6" fmla="*/ 98492 h 382371"/>
                <a:gd name="connsiteX7" fmla="*/ 202015 w 341498"/>
                <a:gd name="connsiteY7" fmla="*/ 233272 h 382371"/>
                <a:gd name="connsiteX8" fmla="*/ 62087 w 341498"/>
                <a:gd name="connsiteY8" fmla="*/ 382056 h 382371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498"/>
                <a:gd name="connsiteY0" fmla="*/ 416400 h 416715"/>
                <a:gd name="connsiteX1" fmla="*/ 592 w 341498"/>
                <a:gd name="connsiteY1" fmla="*/ 342783 h 416715"/>
                <a:gd name="connsiteX2" fmla="*/ 41095 w 341498"/>
                <a:gd name="connsiteY2" fmla="*/ 234405 h 416715"/>
                <a:gd name="connsiteX3" fmla="*/ 165910 w 341498"/>
                <a:gd name="connsiteY3" fmla="*/ 152921 h 416715"/>
                <a:gd name="connsiteX4" fmla="*/ 207916 w 341498"/>
                <a:gd name="connsiteY4" fmla="*/ 48581 h 416715"/>
                <a:gd name="connsiteX5" fmla="*/ 255262 w 341498"/>
                <a:gd name="connsiteY5" fmla="*/ 44330 h 416715"/>
                <a:gd name="connsiteX6" fmla="*/ 281942 w 341498"/>
                <a:gd name="connsiteY6" fmla="*/ 132836 h 416715"/>
                <a:gd name="connsiteX7" fmla="*/ 202015 w 341498"/>
                <a:gd name="connsiteY7" fmla="*/ 267616 h 416715"/>
                <a:gd name="connsiteX8" fmla="*/ 62087 w 341498"/>
                <a:gd name="connsiteY8" fmla="*/ 416400 h 41671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  <a:gd name="connsiteX0" fmla="*/ 62087 w 341694"/>
                <a:gd name="connsiteY0" fmla="*/ 435570 h 435885"/>
                <a:gd name="connsiteX1" fmla="*/ 592 w 341694"/>
                <a:gd name="connsiteY1" fmla="*/ 361953 h 435885"/>
                <a:gd name="connsiteX2" fmla="*/ 41095 w 341694"/>
                <a:gd name="connsiteY2" fmla="*/ 253575 h 435885"/>
                <a:gd name="connsiteX3" fmla="*/ 165910 w 341694"/>
                <a:gd name="connsiteY3" fmla="*/ 172091 h 435885"/>
                <a:gd name="connsiteX4" fmla="*/ 201965 w 341694"/>
                <a:gd name="connsiteY4" fmla="*/ 42754 h 435885"/>
                <a:gd name="connsiteX5" fmla="*/ 255262 w 341694"/>
                <a:gd name="connsiteY5" fmla="*/ 63500 h 435885"/>
                <a:gd name="connsiteX6" fmla="*/ 281942 w 341694"/>
                <a:gd name="connsiteY6" fmla="*/ 152006 h 435885"/>
                <a:gd name="connsiteX7" fmla="*/ 202015 w 341694"/>
                <a:gd name="connsiteY7" fmla="*/ 286786 h 435885"/>
                <a:gd name="connsiteX8" fmla="*/ 62087 w 341694"/>
                <a:gd name="connsiteY8" fmla="*/ 435570 h 43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694" h="435885">
                  <a:moveTo>
                    <a:pt x="62087" y="435570"/>
                  </a:moveTo>
                  <a:cubicBezTo>
                    <a:pt x="14696" y="430533"/>
                    <a:pt x="4633" y="408004"/>
                    <a:pt x="592" y="361953"/>
                  </a:cubicBezTo>
                  <a:cubicBezTo>
                    <a:pt x="-3449" y="315902"/>
                    <a:pt x="13542" y="285219"/>
                    <a:pt x="41095" y="253575"/>
                  </a:cubicBezTo>
                  <a:cubicBezTo>
                    <a:pt x="68648" y="221931"/>
                    <a:pt x="110530" y="207228"/>
                    <a:pt x="165910" y="172091"/>
                  </a:cubicBezTo>
                  <a:cubicBezTo>
                    <a:pt x="203230" y="148412"/>
                    <a:pt x="221592" y="141794"/>
                    <a:pt x="201965" y="42754"/>
                  </a:cubicBezTo>
                  <a:cubicBezTo>
                    <a:pt x="182338" y="-56286"/>
                    <a:pt x="241933" y="45291"/>
                    <a:pt x="255262" y="63500"/>
                  </a:cubicBezTo>
                  <a:cubicBezTo>
                    <a:pt x="268591" y="81709"/>
                    <a:pt x="424687" y="54850"/>
                    <a:pt x="281942" y="152006"/>
                  </a:cubicBezTo>
                  <a:cubicBezTo>
                    <a:pt x="242587" y="178792"/>
                    <a:pt x="223254" y="188582"/>
                    <a:pt x="202015" y="286786"/>
                  </a:cubicBezTo>
                  <a:cubicBezTo>
                    <a:pt x="180776" y="384990"/>
                    <a:pt x="109478" y="440607"/>
                    <a:pt x="62087" y="435570"/>
                  </a:cubicBezTo>
                  <a:close/>
                </a:path>
              </a:pathLst>
            </a:custGeom>
            <a:solidFill>
              <a:srgbClr val="E0C7A9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140F42BB-B381-4104-9DE2-2711AF572DFF}"/>
                </a:ext>
              </a:extLst>
            </p:cNvPr>
            <p:cNvSpPr/>
            <p:nvPr/>
          </p:nvSpPr>
          <p:spPr>
            <a:xfrm rot="3742173" flipH="1">
              <a:off x="4338623" y="4328282"/>
              <a:ext cx="103185" cy="57244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3" name="타원 262">
              <a:extLst>
                <a:ext uri="{FF2B5EF4-FFF2-40B4-BE49-F238E27FC236}">
                  <a16:creationId xmlns:a16="http://schemas.microsoft.com/office/drawing/2014/main" id="{233A882D-7644-470A-835C-D3F036977D8D}"/>
                </a:ext>
              </a:extLst>
            </p:cNvPr>
            <p:cNvSpPr/>
            <p:nvPr/>
          </p:nvSpPr>
          <p:spPr>
            <a:xfrm rot="2096125" flipH="1">
              <a:off x="4324971" y="4346799"/>
              <a:ext cx="103185" cy="45719"/>
            </a:xfrm>
            <a:prstGeom prst="ellipse">
              <a:avLst/>
            </a:prstGeom>
            <a:solidFill>
              <a:srgbClr val="222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4" name="자유형: 도형 263">
              <a:extLst>
                <a:ext uri="{FF2B5EF4-FFF2-40B4-BE49-F238E27FC236}">
                  <a16:creationId xmlns:a16="http://schemas.microsoft.com/office/drawing/2014/main" id="{C6916A3B-AE65-4A34-BF5E-F7652C19B935}"/>
                </a:ext>
              </a:extLst>
            </p:cNvPr>
            <p:cNvSpPr/>
            <p:nvPr/>
          </p:nvSpPr>
          <p:spPr>
            <a:xfrm flipH="1">
              <a:off x="3762681" y="2267162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65" name="자유형: 도형 264">
              <a:extLst>
                <a:ext uri="{FF2B5EF4-FFF2-40B4-BE49-F238E27FC236}">
                  <a16:creationId xmlns:a16="http://schemas.microsoft.com/office/drawing/2014/main" id="{86C92CD1-CDDD-470B-A730-2EFA11095AC3}"/>
                </a:ext>
              </a:extLst>
            </p:cNvPr>
            <p:cNvSpPr/>
            <p:nvPr/>
          </p:nvSpPr>
          <p:spPr>
            <a:xfrm flipH="1">
              <a:off x="4137442" y="3638769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66" name="자유형: 도형 265">
              <a:extLst>
                <a:ext uri="{FF2B5EF4-FFF2-40B4-BE49-F238E27FC236}">
                  <a16:creationId xmlns:a16="http://schemas.microsoft.com/office/drawing/2014/main" id="{1782B768-B685-4458-84EC-25BF2DEBD212}"/>
                </a:ext>
              </a:extLst>
            </p:cNvPr>
            <p:cNvSpPr/>
            <p:nvPr/>
          </p:nvSpPr>
          <p:spPr>
            <a:xfrm flipH="1">
              <a:off x="3761851" y="3731834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E0C7A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7" name="자유형: 도형 266">
              <a:extLst>
                <a:ext uri="{FF2B5EF4-FFF2-40B4-BE49-F238E27FC236}">
                  <a16:creationId xmlns:a16="http://schemas.microsoft.com/office/drawing/2014/main" id="{B64B6263-65BF-4641-B6BD-F7DE6E365225}"/>
                </a:ext>
              </a:extLst>
            </p:cNvPr>
            <p:cNvSpPr/>
            <p:nvPr/>
          </p:nvSpPr>
          <p:spPr>
            <a:xfrm flipH="1">
              <a:off x="4347369" y="2349679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8" name="자유형: 도형 267">
              <a:extLst>
                <a:ext uri="{FF2B5EF4-FFF2-40B4-BE49-F238E27FC236}">
                  <a16:creationId xmlns:a16="http://schemas.microsoft.com/office/drawing/2014/main" id="{8CEEB399-A396-443C-9890-51BD00BE7F6D}"/>
                </a:ext>
              </a:extLst>
            </p:cNvPr>
            <p:cNvSpPr/>
            <p:nvPr/>
          </p:nvSpPr>
          <p:spPr>
            <a:xfrm flipH="1">
              <a:off x="3821152" y="2798134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9" name="자유형: 도형 268">
              <a:extLst>
                <a:ext uri="{FF2B5EF4-FFF2-40B4-BE49-F238E27FC236}">
                  <a16:creationId xmlns:a16="http://schemas.microsoft.com/office/drawing/2014/main" id="{19D51AC0-F8A9-432D-8E16-C5BBBA25D6A2}"/>
                </a:ext>
              </a:extLst>
            </p:cNvPr>
            <p:cNvSpPr/>
            <p:nvPr/>
          </p:nvSpPr>
          <p:spPr>
            <a:xfrm flipH="1">
              <a:off x="4268781" y="3189927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0" name="자유형: 도형 269">
              <a:extLst>
                <a:ext uri="{FF2B5EF4-FFF2-40B4-BE49-F238E27FC236}">
                  <a16:creationId xmlns:a16="http://schemas.microsoft.com/office/drawing/2014/main" id="{C79A7360-3FF0-4441-9B38-E1A8F3D56711}"/>
                </a:ext>
              </a:extLst>
            </p:cNvPr>
            <p:cNvSpPr/>
            <p:nvPr/>
          </p:nvSpPr>
          <p:spPr>
            <a:xfrm flipH="1">
              <a:off x="3899891" y="3263366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1" name="자유형: 도형 270">
              <a:extLst>
                <a:ext uri="{FF2B5EF4-FFF2-40B4-BE49-F238E27FC236}">
                  <a16:creationId xmlns:a16="http://schemas.microsoft.com/office/drawing/2014/main" id="{5C3DA115-A96E-4080-A89A-3D7027E723BC}"/>
                </a:ext>
              </a:extLst>
            </p:cNvPr>
            <p:cNvSpPr/>
            <p:nvPr/>
          </p:nvSpPr>
          <p:spPr>
            <a:xfrm flipH="1">
              <a:off x="3792539" y="3663046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F4EEE8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2" name="자유형: 도형 271">
              <a:extLst>
                <a:ext uri="{FF2B5EF4-FFF2-40B4-BE49-F238E27FC236}">
                  <a16:creationId xmlns:a16="http://schemas.microsoft.com/office/drawing/2014/main" id="{C50E67A6-5A56-4790-A71E-6892D157E501}"/>
                </a:ext>
              </a:extLst>
            </p:cNvPr>
            <p:cNvSpPr/>
            <p:nvPr/>
          </p:nvSpPr>
          <p:spPr>
            <a:xfrm flipH="1">
              <a:off x="3980710" y="3780189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CA5A85"/>
            </a:solidFill>
            <a:ln w="5525" cap="flat">
              <a:solidFill>
                <a:srgbClr val="222A3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73" name="자유형: 도형 272">
              <a:extLst>
                <a:ext uri="{FF2B5EF4-FFF2-40B4-BE49-F238E27FC236}">
                  <a16:creationId xmlns:a16="http://schemas.microsoft.com/office/drawing/2014/main" id="{17CFDC11-834D-4AD6-87A9-1C3117D621BD}"/>
                </a:ext>
              </a:extLst>
            </p:cNvPr>
            <p:cNvSpPr/>
            <p:nvPr/>
          </p:nvSpPr>
          <p:spPr>
            <a:xfrm>
              <a:off x="3124199" y="2855119"/>
              <a:ext cx="914400" cy="1735931"/>
            </a:xfrm>
            <a:custGeom>
              <a:avLst/>
              <a:gdLst>
                <a:gd name="connsiteX0" fmla="*/ 457201 w 914400"/>
                <a:gd name="connsiteY0" fmla="*/ 0 h 1735931"/>
                <a:gd name="connsiteX1" fmla="*/ 565991 w 914400"/>
                <a:gd name="connsiteY1" fmla="*/ 585600 h 1735931"/>
                <a:gd name="connsiteX2" fmla="*/ 914400 w 914400"/>
                <a:gd name="connsiteY2" fmla="*/ 683420 h 1735931"/>
                <a:gd name="connsiteX3" fmla="*/ 572587 w 914400"/>
                <a:gd name="connsiteY3" fmla="*/ 779387 h 1735931"/>
                <a:gd name="connsiteX4" fmla="*/ 457201 w 914400"/>
                <a:gd name="connsiteY4" fmla="*/ 1735931 h 1735931"/>
                <a:gd name="connsiteX5" fmla="*/ 341815 w 914400"/>
                <a:gd name="connsiteY5" fmla="*/ 779388 h 1735931"/>
                <a:gd name="connsiteX6" fmla="*/ 0 w 914400"/>
                <a:gd name="connsiteY6" fmla="*/ 683420 h 1735931"/>
                <a:gd name="connsiteX7" fmla="*/ 348411 w 914400"/>
                <a:gd name="connsiteY7" fmla="*/ 585600 h 173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4400" h="1735931">
                  <a:moveTo>
                    <a:pt x="457201" y="0"/>
                  </a:moveTo>
                  <a:lnTo>
                    <a:pt x="565991" y="585600"/>
                  </a:lnTo>
                  <a:lnTo>
                    <a:pt x="914400" y="683420"/>
                  </a:lnTo>
                  <a:lnTo>
                    <a:pt x="572587" y="779387"/>
                  </a:lnTo>
                  <a:lnTo>
                    <a:pt x="457201" y="1735931"/>
                  </a:lnTo>
                  <a:lnTo>
                    <a:pt x="341815" y="779388"/>
                  </a:lnTo>
                  <a:lnTo>
                    <a:pt x="0" y="683420"/>
                  </a:lnTo>
                  <a:lnTo>
                    <a:pt x="348411" y="585600"/>
                  </a:lnTo>
                  <a:close/>
                </a:path>
              </a:pathLst>
            </a:custGeom>
            <a:solidFill>
              <a:srgbClr val="E0C7A9"/>
            </a:solidFill>
            <a:ln w="38100" cap="rnd">
              <a:solidFill>
                <a:srgbClr val="222A39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4" name="자유형: 도형 273">
              <a:extLst>
                <a:ext uri="{FF2B5EF4-FFF2-40B4-BE49-F238E27FC236}">
                  <a16:creationId xmlns:a16="http://schemas.microsoft.com/office/drawing/2014/main" id="{043424F6-5FB0-4A6C-B12A-2561FE97F618}"/>
                </a:ext>
              </a:extLst>
            </p:cNvPr>
            <p:cNvSpPr/>
            <p:nvPr/>
          </p:nvSpPr>
          <p:spPr>
            <a:xfrm rot="5400000">
              <a:off x="3358983" y="4798218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92553D2-004F-44F3-9EB0-DE0ABF3D3F22}"/>
                </a:ext>
              </a:extLst>
            </p:cNvPr>
            <p:cNvGrpSpPr/>
            <p:nvPr/>
          </p:nvGrpSpPr>
          <p:grpSpPr>
            <a:xfrm>
              <a:off x="1631647" y="5242599"/>
              <a:ext cx="3899507" cy="701792"/>
              <a:chOff x="1577120" y="5090199"/>
              <a:chExt cx="3703758" cy="701792"/>
            </a:xfrm>
            <a:solidFill>
              <a:srgbClr val="CA5A85"/>
            </a:solidFill>
          </p:grpSpPr>
          <p:sp>
            <p:nvSpPr>
              <p:cNvPr id="284" name="자유형: 도형 283">
                <a:extLst>
                  <a:ext uri="{FF2B5EF4-FFF2-40B4-BE49-F238E27FC236}">
                    <a16:creationId xmlns:a16="http://schemas.microsoft.com/office/drawing/2014/main" id="{210EA769-686B-4966-803F-78B0AC609F15}"/>
                  </a:ext>
                </a:extLst>
              </p:cNvPr>
              <p:cNvSpPr/>
              <p:nvPr/>
            </p:nvSpPr>
            <p:spPr>
              <a:xfrm>
                <a:off x="1577120" y="5090199"/>
                <a:ext cx="302036" cy="604072"/>
              </a:xfrm>
              <a:custGeom>
                <a:avLst/>
                <a:gdLst>
                  <a:gd name="connsiteX0" fmla="*/ 0 w 302036"/>
                  <a:gd name="connsiteY0" fmla="*/ 0 h 604072"/>
                  <a:gd name="connsiteX1" fmla="*/ 302036 w 302036"/>
                  <a:gd name="connsiteY1" fmla="*/ 0 h 604072"/>
                  <a:gd name="connsiteX2" fmla="*/ 213202 w 302036"/>
                  <a:gd name="connsiteY2" fmla="*/ 97718 h 604072"/>
                  <a:gd name="connsiteX3" fmla="*/ 213202 w 302036"/>
                  <a:gd name="connsiteY3" fmla="*/ 604073 h 604072"/>
                  <a:gd name="connsiteX4" fmla="*/ 26650 w 302036"/>
                  <a:gd name="connsiteY4" fmla="*/ 604073 h 604072"/>
                  <a:gd name="connsiteX5" fmla="*/ 133251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0" y="0"/>
                    </a:moveTo>
                    <a:lnTo>
                      <a:pt x="302036" y="0"/>
                    </a:lnTo>
                    <a:lnTo>
                      <a:pt x="213202" y="97718"/>
                    </a:lnTo>
                    <a:lnTo>
                      <a:pt x="213202" y="604073"/>
                    </a:lnTo>
                    <a:lnTo>
                      <a:pt x="26650" y="604073"/>
                    </a:lnTo>
                    <a:lnTo>
                      <a:pt x="133251" y="373104"/>
                    </a:lnTo>
                    <a:close/>
                  </a:path>
                </a:pathLst>
              </a:custGeom>
              <a:solidFill>
                <a:srgbClr val="A2345E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5" name="자유형: 도형 284">
                <a:extLst>
                  <a:ext uri="{FF2B5EF4-FFF2-40B4-BE49-F238E27FC236}">
                    <a16:creationId xmlns:a16="http://schemas.microsoft.com/office/drawing/2014/main" id="{1DD16DA0-99F7-4679-BEEA-73CB5166AC0E}"/>
                  </a:ext>
                </a:extLst>
              </p:cNvPr>
              <p:cNvSpPr/>
              <p:nvPr/>
            </p:nvSpPr>
            <p:spPr>
              <a:xfrm rot="10800000" flipV="1">
                <a:off x="4978842" y="5090199"/>
                <a:ext cx="302036" cy="604072"/>
              </a:xfrm>
              <a:custGeom>
                <a:avLst/>
                <a:gdLst>
                  <a:gd name="connsiteX0" fmla="*/ 396 w 302036"/>
                  <a:gd name="connsiteY0" fmla="*/ 0 h 604072"/>
                  <a:gd name="connsiteX1" fmla="*/ 302432 w 302036"/>
                  <a:gd name="connsiteY1" fmla="*/ 0 h 604072"/>
                  <a:gd name="connsiteX2" fmla="*/ 213598 w 302036"/>
                  <a:gd name="connsiteY2" fmla="*/ 97718 h 604072"/>
                  <a:gd name="connsiteX3" fmla="*/ 213598 w 302036"/>
                  <a:gd name="connsiteY3" fmla="*/ 604073 h 604072"/>
                  <a:gd name="connsiteX4" fmla="*/ 27046 w 302036"/>
                  <a:gd name="connsiteY4" fmla="*/ 604073 h 604072"/>
                  <a:gd name="connsiteX5" fmla="*/ 133647 w 302036"/>
                  <a:gd name="connsiteY5" fmla="*/ 373104 h 60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036" h="604072">
                    <a:moveTo>
                      <a:pt x="396" y="0"/>
                    </a:moveTo>
                    <a:lnTo>
                      <a:pt x="302432" y="0"/>
                    </a:lnTo>
                    <a:lnTo>
                      <a:pt x="213598" y="97718"/>
                    </a:lnTo>
                    <a:lnTo>
                      <a:pt x="213598" y="604073"/>
                    </a:lnTo>
                    <a:lnTo>
                      <a:pt x="27046" y="604073"/>
                    </a:lnTo>
                    <a:lnTo>
                      <a:pt x="133647" y="373104"/>
                    </a:lnTo>
                    <a:close/>
                  </a:path>
                </a:pathLst>
              </a:custGeom>
              <a:solidFill>
                <a:srgbClr val="A2345E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6" name="자유형: 도형 285">
                <a:extLst>
                  <a:ext uri="{FF2B5EF4-FFF2-40B4-BE49-F238E27FC236}">
                    <a16:creationId xmlns:a16="http://schemas.microsoft.com/office/drawing/2014/main" id="{34AE7C42-1443-4817-ACD9-31B890458A56}"/>
                  </a:ext>
                </a:extLst>
              </p:cNvPr>
              <p:cNvSpPr/>
              <p:nvPr/>
            </p:nvSpPr>
            <p:spPr>
              <a:xfrm>
                <a:off x="1803334" y="5223450"/>
                <a:ext cx="3251331" cy="568541"/>
              </a:xfrm>
              <a:custGeom>
                <a:avLst/>
                <a:gdLst>
                  <a:gd name="connsiteX0" fmla="*/ 0 w 3251331"/>
                  <a:gd name="connsiteY0" fmla="*/ 0 h 568541"/>
                  <a:gd name="connsiteX1" fmla="*/ 3251332 w 3251331"/>
                  <a:gd name="connsiteY1" fmla="*/ 0 h 568541"/>
                  <a:gd name="connsiteX2" fmla="*/ 3251332 w 3251331"/>
                  <a:gd name="connsiteY2" fmla="*/ 444171 h 568541"/>
                  <a:gd name="connsiteX3" fmla="*/ 0 w 3251331"/>
                  <a:gd name="connsiteY3" fmla="*/ 444171 h 5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1331" h="568541">
                    <a:moveTo>
                      <a:pt x="0" y="0"/>
                    </a:moveTo>
                    <a:cubicBezTo>
                      <a:pt x="1083777" y="159902"/>
                      <a:pt x="2167554" y="159902"/>
                      <a:pt x="3251332" y="0"/>
                    </a:cubicBezTo>
                    <a:lnTo>
                      <a:pt x="3251332" y="444171"/>
                    </a:lnTo>
                    <a:cubicBezTo>
                      <a:pt x="2167554" y="609998"/>
                      <a:pt x="1083777" y="609998"/>
                      <a:pt x="0" y="444171"/>
                    </a:cubicBezTo>
                    <a:close/>
                  </a:path>
                </a:pathLst>
              </a:custGeom>
              <a:solidFill>
                <a:srgbClr val="A2345E"/>
              </a:solidFill>
              <a:ln w="57150" cap="flat">
                <a:solidFill>
                  <a:srgbClr val="222A3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76" name="자유형: 도형 275">
              <a:extLst>
                <a:ext uri="{FF2B5EF4-FFF2-40B4-BE49-F238E27FC236}">
                  <a16:creationId xmlns:a16="http://schemas.microsoft.com/office/drawing/2014/main" id="{142CDF93-7D5F-41B8-8E43-2F1B9FC9C8B7}"/>
                </a:ext>
              </a:extLst>
            </p:cNvPr>
            <p:cNvSpPr/>
            <p:nvPr/>
          </p:nvSpPr>
          <p:spPr>
            <a:xfrm rot="16200000">
              <a:off x="3520499" y="2281963"/>
              <a:ext cx="121801" cy="732114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77" name="자유형: 도형 276">
              <a:extLst>
                <a:ext uri="{FF2B5EF4-FFF2-40B4-BE49-F238E27FC236}">
                  <a16:creationId xmlns:a16="http://schemas.microsoft.com/office/drawing/2014/main" id="{1280B1B6-758B-42B6-A37F-76AC2AC48DA0}"/>
                </a:ext>
              </a:extLst>
            </p:cNvPr>
            <p:cNvSpPr/>
            <p:nvPr/>
          </p:nvSpPr>
          <p:spPr>
            <a:xfrm flipV="1">
              <a:off x="3051874" y="1923272"/>
              <a:ext cx="1059051" cy="675765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8" name="다이아몬드 277">
              <a:extLst>
                <a:ext uri="{FF2B5EF4-FFF2-40B4-BE49-F238E27FC236}">
                  <a16:creationId xmlns:a16="http://schemas.microsoft.com/office/drawing/2014/main" id="{D395B9E2-93CF-49F6-A34F-0014C4AA6CA6}"/>
                </a:ext>
              </a:extLst>
            </p:cNvPr>
            <p:cNvSpPr/>
            <p:nvPr/>
          </p:nvSpPr>
          <p:spPr>
            <a:xfrm>
              <a:off x="3538651" y="2171695"/>
              <a:ext cx="85499" cy="117607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9" name="다이아몬드 278">
              <a:extLst>
                <a:ext uri="{FF2B5EF4-FFF2-40B4-BE49-F238E27FC236}">
                  <a16:creationId xmlns:a16="http://schemas.microsoft.com/office/drawing/2014/main" id="{F89ED8AA-F14D-4F79-B7A7-E5277CC7F7D0}"/>
                </a:ext>
              </a:extLst>
            </p:cNvPr>
            <p:cNvSpPr/>
            <p:nvPr/>
          </p:nvSpPr>
          <p:spPr>
            <a:xfrm>
              <a:off x="3538651" y="2431921"/>
              <a:ext cx="85499" cy="117607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0" name="다이아몬드 279">
              <a:extLst>
                <a:ext uri="{FF2B5EF4-FFF2-40B4-BE49-F238E27FC236}">
                  <a16:creationId xmlns:a16="http://schemas.microsoft.com/office/drawing/2014/main" id="{517A2C8C-9BF9-41D5-85AB-F24244B68383}"/>
                </a:ext>
              </a:extLst>
            </p:cNvPr>
            <p:cNvSpPr/>
            <p:nvPr/>
          </p:nvSpPr>
          <p:spPr>
            <a:xfrm>
              <a:off x="3314897" y="2524742"/>
              <a:ext cx="70660" cy="9719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1" name="다이아몬드 280">
              <a:extLst>
                <a:ext uri="{FF2B5EF4-FFF2-40B4-BE49-F238E27FC236}">
                  <a16:creationId xmlns:a16="http://schemas.microsoft.com/office/drawing/2014/main" id="{B075DF68-59AB-4D72-B752-891A6E750895}"/>
                </a:ext>
              </a:extLst>
            </p:cNvPr>
            <p:cNvSpPr/>
            <p:nvPr/>
          </p:nvSpPr>
          <p:spPr>
            <a:xfrm>
              <a:off x="3774468" y="2524742"/>
              <a:ext cx="70660" cy="9719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82" name="자유형: 도형 281">
              <a:extLst>
                <a:ext uri="{FF2B5EF4-FFF2-40B4-BE49-F238E27FC236}">
                  <a16:creationId xmlns:a16="http://schemas.microsoft.com/office/drawing/2014/main" id="{69EC4164-BBF5-47F6-A159-2BD15D14004A}"/>
                </a:ext>
              </a:extLst>
            </p:cNvPr>
            <p:cNvSpPr/>
            <p:nvPr/>
          </p:nvSpPr>
          <p:spPr>
            <a:xfrm rot="5400000">
              <a:off x="3358983" y="1292539"/>
              <a:ext cx="444833" cy="334210"/>
            </a:xfrm>
            <a:custGeom>
              <a:avLst/>
              <a:gdLst>
                <a:gd name="connsiteX0" fmla="*/ 0 w 444833"/>
                <a:gd name="connsiteY0" fmla="*/ 163962 h 334210"/>
                <a:gd name="connsiteX1" fmla="*/ 173703 w 444833"/>
                <a:gd name="connsiteY1" fmla="*/ 117004 h 334210"/>
                <a:gd name="connsiteX2" fmla="*/ 215803 w 444833"/>
                <a:gd name="connsiteY2" fmla="*/ 0 h 334210"/>
                <a:gd name="connsiteX3" fmla="*/ 256478 w 444833"/>
                <a:gd name="connsiteY3" fmla="*/ 113043 h 334210"/>
                <a:gd name="connsiteX4" fmla="*/ 444833 w 444833"/>
                <a:gd name="connsiteY4" fmla="*/ 163962 h 334210"/>
                <a:gd name="connsiteX5" fmla="*/ 258983 w 444833"/>
                <a:gd name="connsiteY5" fmla="*/ 214204 h 334210"/>
                <a:gd name="connsiteX6" fmla="*/ 215803 w 444833"/>
                <a:gd name="connsiteY6" fmla="*/ 334210 h 334210"/>
                <a:gd name="connsiteX7" fmla="*/ 171198 w 444833"/>
                <a:gd name="connsiteY7" fmla="*/ 210243 h 33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833" h="334210">
                  <a:moveTo>
                    <a:pt x="0" y="163962"/>
                  </a:moveTo>
                  <a:lnTo>
                    <a:pt x="173703" y="117004"/>
                  </a:lnTo>
                  <a:lnTo>
                    <a:pt x="215803" y="0"/>
                  </a:lnTo>
                  <a:lnTo>
                    <a:pt x="256478" y="113043"/>
                  </a:lnTo>
                  <a:lnTo>
                    <a:pt x="444833" y="163962"/>
                  </a:lnTo>
                  <a:lnTo>
                    <a:pt x="258983" y="214204"/>
                  </a:lnTo>
                  <a:lnTo>
                    <a:pt x="215803" y="334210"/>
                  </a:lnTo>
                  <a:lnTo>
                    <a:pt x="171198" y="210243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83" name="그래픽 2">
              <a:extLst>
                <a:ext uri="{FF2B5EF4-FFF2-40B4-BE49-F238E27FC236}">
                  <a16:creationId xmlns:a16="http://schemas.microsoft.com/office/drawing/2014/main" id="{1D2CD5EB-EA2F-4697-BAC1-4BF6BC921199}"/>
                </a:ext>
              </a:extLst>
            </p:cNvPr>
            <p:cNvSpPr/>
            <p:nvPr/>
          </p:nvSpPr>
          <p:spPr>
            <a:xfrm>
              <a:off x="2872277" y="5596529"/>
              <a:ext cx="1418243" cy="215657"/>
            </a:xfrm>
            <a:custGeom>
              <a:avLst/>
              <a:gdLst>
                <a:gd name="connsiteX0" fmla="*/ 1334776 w 1418243"/>
                <a:gd name="connsiteY0" fmla="*/ 0 h 215657"/>
                <a:gd name="connsiteX1" fmla="*/ 1358652 w 1418243"/>
                <a:gd name="connsiteY1" fmla="*/ 47687 h 215657"/>
                <a:gd name="connsiteX2" fmla="*/ 1418244 w 1418243"/>
                <a:gd name="connsiteY2" fmla="*/ 98691 h 215657"/>
                <a:gd name="connsiteX3" fmla="*/ 1356440 w 1418243"/>
                <a:gd name="connsiteY3" fmla="*/ 97586 h 215657"/>
                <a:gd name="connsiteX4" fmla="*/ 1343363 w 1418243"/>
                <a:gd name="connsiteY4" fmla="*/ 190812 h 215657"/>
                <a:gd name="connsiteX5" fmla="*/ 1281624 w 1418243"/>
                <a:gd name="connsiteY5" fmla="*/ 202783 h 215657"/>
                <a:gd name="connsiteX6" fmla="*/ 1312982 w 1418243"/>
                <a:gd name="connsiteY6" fmla="*/ 184307 h 215657"/>
                <a:gd name="connsiteX7" fmla="*/ 1310900 w 1418243"/>
                <a:gd name="connsiteY7" fmla="*/ 95439 h 215657"/>
                <a:gd name="connsiteX8" fmla="*/ 1229578 w 1418243"/>
                <a:gd name="connsiteY8" fmla="*/ 118209 h 215657"/>
                <a:gd name="connsiteX9" fmla="*/ 1266466 w 1418243"/>
                <a:gd name="connsiteY9" fmla="*/ 94333 h 215657"/>
                <a:gd name="connsiteX10" fmla="*/ 1312982 w 1418243"/>
                <a:gd name="connsiteY10" fmla="*/ 36822 h 215657"/>
                <a:gd name="connsiteX11" fmla="*/ 1334776 w 1418243"/>
                <a:gd name="connsiteY11" fmla="*/ 0 h 215657"/>
                <a:gd name="connsiteX12" fmla="*/ 722133 w 1418243"/>
                <a:gd name="connsiteY12" fmla="*/ 202783 h 215657"/>
                <a:gd name="connsiteX13" fmla="*/ 650636 w 1418243"/>
                <a:gd name="connsiteY13" fmla="*/ 194065 h 215657"/>
                <a:gd name="connsiteX14" fmla="*/ 670023 w 1418243"/>
                <a:gd name="connsiteY14" fmla="*/ 161537 h 215657"/>
                <a:gd name="connsiteX15" fmla="*/ 670088 w 1418243"/>
                <a:gd name="connsiteY15" fmla="*/ 64016 h 215657"/>
                <a:gd name="connsiteX16" fmla="*/ 646212 w 1418243"/>
                <a:gd name="connsiteY16" fmla="*/ 9759 h 215657"/>
                <a:gd name="connsiteX17" fmla="*/ 700404 w 1418243"/>
                <a:gd name="connsiteY17" fmla="*/ 12036 h 215657"/>
                <a:gd name="connsiteX18" fmla="*/ 709187 w 1418243"/>
                <a:gd name="connsiteY18" fmla="*/ 150672 h 215657"/>
                <a:gd name="connsiteX19" fmla="*/ 722133 w 1418243"/>
                <a:gd name="connsiteY19" fmla="*/ 202783 h 215657"/>
                <a:gd name="connsiteX20" fmla="*/ 956339 w 1418243"/>
                <a:gd name="connsiteY20" fmla="*/ 157243 h 215657"/>
                <a:gd name="connsiteX21" fmla="*/ 936822 w 1418243"/>
                <a:gd name="connsiteY21" fmla="*/ 170254 h 215657"/>
                <a:gd name="connsiteX22" fmla="*/ 962844 w 1418243"/>
                <a:gd name="connsiteY22" fmla="*/ 183266 h 215657"/>
                <a:gd name="connsiteX23" fmla="*/ 870659 w 1418243"/>
                <a:gd name="connsiteY23" fmla="*/ 193024 h 215657"/>
                <a:gd name="connsiteX24" fmla="*/ 839626 w 1418243"/>
                <a:gd name="connsiteY24" fmla="*/ 180663 h 215657"/>
                <a:gd name="connsiteX25" fmla="*/ 909693 w 1418243"/>
                <a:gd name="connsiteY25" fmla="*/ 140979 h 215657"/>
                <a:gd name="connsiteX26" fmla="*/ 917305 w 1418243"/>
                <a:gd name="connsiteY26" fmla="*/ 53152 h 215657"/>
                <a:gd name="connsiteX27" fmla="*/ 896681 w 1418243"/>
                <a:gd name="connsiteY27" fmla="*/ 47752 h 215657"/>
                <a:gd name="connsiteX28" fmla="*/ 866365 w 1418243"/>
                <a:gd name="connsiteY28" fmla="*/ 119315 h 215657"/>
                <a:gd name="connsiteX29" fmla="*/ 857647 w 1418243"/>
                <a:gd name="connsiteY29" fmla="*/ 49899 h 215657"/>
                <a:gd name="connsiteX30" fmla="*/ 843595 w 1418243"/>
                <a:gd name="connsiteY30" fmla="*/ 87827 h 215657"/>
                <a:gd name="connsiteX31" fmla="*/ 821866 w 1418243"/>
                <a:gd name="connsiteY31" fmla="*/ 178907 h 215657"/>
                <a:gd name="connsiteX32" fmla="*/ 774179 w 1418243"/>
                <a:gd name="connsiteY32" fmla="*/ 196277 h 215657"/>
                <a:gd name="connsiteX33" fmla="*/ 793306 w 1418243"/>
                <a:gd name="connsiteY33" fmla="*/ 178516 h 215657"/>
                <a:gd name="connsiteX34" fmla="*/ 797600 w 1418243"/>
                <a:gd name="connsiteY34" fmla="*/ 57901 h 215657"/>
                <a:gd name="connsiteX35" fmla="*/ 774179 w 1418243"/>
                <a:gd name="connsiteY35" fmla="*/ 27129 h 215657"/>
                <a:gd name="connsiteX36" fmla="*/ 838195 w 1418243"/>
                <a:gd name="connsiteY36" fmla="*/ 30317 h 215657"/>
                <a:gd name="connsiteX37" fmla="*/ 860249 w 1418243"/>
                <a:gd name="connsiteY37" fmla="*/ 24266 h 215657"/>
                <a:gd name="connsiteX38" fmla="*/ 951329 w 1418243"/>
                <a:gd name="connsiteY38" fmla="*/ 29991 h 215657"/>
                <a:gd name="connsiteX39" fmla="*/ 968179 w 1418243"/>
                <a:gd name="connsiteY39" fmla="*/ 41311 h 215657"/>
                <a:gd name="connsiteX40" fmla="*/ 956339 w 1418243"/>
                <a:gd name="connsiteY40" fmla="*/ 157243 h 215657"/>
                <a:gd name="connsiteX41" fmla="*/ 364320 w 1418243"/>
                <a:gd name="connsiteY41" fmla="*/ 26869 h 215657"/>
                <a:gd name="connsiteX42" fmla="*/ 351698 w 1418243"/>
                <a:gd name="connsiteY42" fmla="*/ 70912 h 215657"/>
                <a:gd name="connsiteX43" fmla="*/ 304662 w 1418243"/>
                <a:gd name="connsiteY43" fmla="*/ 138832 h 215657"/>
                <a:gd name="connsiteX44" fmla="*/ 275387 w 1418243"/>
                <a:gd name="connsiteY44" fmla="*/ 135579 h 215657"/>
                <a:gd name="connsiteX45" fmla="*/ 291586 w 1418243"/>
                <a:gd name="connsiteY45" fmla="*/ 121396 h 215657"/>
                <a:gd name="connsiteX46" fmla="*/ 311168 w 1418243"/>
                <a:gd name="connsiteY46" fmla="*/ 49899 h 215657"/>
                <a:gd name="connsiteX47" fmla="*/ 273305 w 1418243"/>
                <a:gd name="connsiteY47" fmla="*/ 51070 h 215657"/>
                <a:gd name="connsiteX48" fmla="*/ 264522 w 1418243"/>
                <a:gd name="connsiteY48" fmla="*/ 85615 h 215657"/>
                <a:gd name="connsiteX49" fmla="*/ 273565 w 1418243"/>
                <a:gd name="connsiteY49" fmla="*/ 172076 h 215657"/>
                <a:gd name="connsiteX50" fmla="*/ 318780 w 1418243"/>
                <a:gd name="connsiteY50" fmla="*/ 202783 h 215657"/>
                <a:gd name="connsiteX51" fmla="*/ 235376 w 1418243"/>
                <a:gd name="connsiteY51" fmla="*/ 184307 h 215657"/>
                <a:gd name="connsiteX52" fmla="*/ 221129 w 1418243"/>
                <a:gd name="connsiteY52" fmla="*/ 61869 h 215657"/>
                <a:gd name="connsiteX53" fmla="*/ 208183 w 1418243"/>
                <a:gd name="connsiteY53" fmla="*/ 26869 h 215657"/>
                <a:gd name="connsiteX54" fmla="*/ 364320 w 1418243"/>
                <a:gd name="connsiteY54" fmla="*/ 26869 h 215657"/>
                <a:gd name="connsiteX55" fmla="*/ 1175386 w 1418243"/>
                <a:gd name="connsiteY55" fmla="*/ 24982 h 215657"/>
                <a:gd name="connsiteX56" fmla="*/ 1149363 w 1418243"/>
                <a:gd name="connsiteY56" fmla="*/ 133367 h 215657"/>
                <a:gd name="connsiteX57" fmla="*/ 1088600 w 1418243"/>
                <a:gd name="connsiteY57" fmla="*/ 135579 h 215657"/>
                <a:gd name="connsiteX58" fmla="*/ 1104799 w 1418243"/>
                <a:gd name="connsiteY58" fmla="*/ 123543 h 215657"/>
                <a:gd name="connsiteX59" fmla="*/ 1125487 w 1418243"/>
                <a:gd name="connsiteY59" fmla="*/ 49248 h 215657"/>
                <a:gd name="connsiteX60" fmla="*/ 1087559 w 1418243"/>
                <a:gd name="connsiteY60" fmla="*/ 49248 h 215657"/>
                <a:gd name="connsiteX61" fmla="*/ 1089771 w 1418243"/>
                <a:gd name="connsiteY61" fmla="*/ 175589 h 215657"/>
                <a:gd name="connsiteX62" fmla="*/ 1134140 w 1418243"/>
                <a:gd name="connsiteY62" fmla="*/ 202783 h 215657"/>
                <a:gd name="connsiteX63" fmla="*/ 1041303 w 1418243"/>
                <a:gd name="connsiteY63" fmla="*/ 169864 h 215657"/>
                <a:gd name="connsiteX64" fmla="*/ 1021396 w 1418243"/>
                <a:gd name="connsiteY64" fmla="*/ 33634 h 215657"/>
                <a:gd name="connsiteX65" fmla="*/ 1057177 w 1418243"/>
                <a:gd name="connsiteY65" fmla="*/ 23876 h 215657"/>
                <a:gd name="connsiteX66" fmla="*/ 1135246 w 1418243"/>
                <a:gd name="connsiteY66" fmla="*/ 30382 h 215657"/>
                <a:gd name="connsiteX67" fmla="*/ 1175386 w 1418243"/>
                <a:gd name="connsiteY67" fmla="*/ 24982 h 215657"/>
                <a:gd name="connsiteX68" fmla="*/ 589872 w 1418243"/>
                <a:gd name="connsiteY68" fmla="*/ 53152 h 215657"/>
                <a:gd name="connsiteX69" fmla="*/ 585123 w 1418243"/>
                <a:gd name="connsiteY69" fmla="*/ 161146 h 215657"/>
                <a:gd name="connsiteX70" fmla="*/ 568143 w 1418243"/>
                <a:gd name="connsiteY70" fmla="*/ 176760 h 215657"/>
                <a:gd name="connsiteX71" fmla="*/ 592019 w 1418243"/>
                <a:gd name="connsiteY71" fmla="*/ 196277 h 215657"/>
                <a:gd name="connsiteX72" fmla="*/ 471664 w 1418243"/>
                <a:gd name="connsiteY72" fmla="*/ 184372 h 215657"/>
                <a:gd name="connsiteX73" fmla="*/ 426124 w 1418243"/>
                <a:gd name="connsiteY73" fmla="*/ 212541 h 215657"/>
                <a:gd name="connsiteX74" fmla="*/ 416365 w 1418243"/>
                <a:gd name="connsiteY74" fmla="*/ 202783 h 215657"/>
                <a:gd name="connsiteX75" fmla="*/ 435492 w 1418243"/>
                <a:gd name="connsiteY75" fmla="*/ 180663 h 215657"/>
                <a:gd name="connsiteX76" fmla="*/ 435492 w 1418243"/>
                <a:gd name="connsiteY76" fmla="*/ 66553 h 215657"/>
                <a:gd name="connsiteX77" fmla="*/ 419618 w 1418243"/>
                <a:gd name="connsiteY77" fmla="*/ 54258 h 215657"/>
                <a:gd name="connsiteX78" fmla="*/ 441217 w 1418243"/>
                <a:gd name="connsiteY78" fmla="*/ 30447 h 215657"/>
                <a:gd name="connsiteX79" fmla="*/ 467370 w 1418243"/>
                <a:gd name="connsiteY79" fmla="*/ 43328 h 215657"/>
                <a:gd name="connsiteX80" fmla="*/ 530215 w 1418243"/>
                <a:gd name="connsiteY80" fmla="*/ 33374 h 215657"/>
                <a:gd name="connsiteX81" fmla="*/ 589872 w 1418243"/>
                <a:gd name="connsiteY81" fmla="*/ 53152 h 215657"/>
                <a:gd name="connsiteX82" fmla="*/ 136620 w 1418243"/>
                <a:gd name="connsiteY82" fmla="*/ 170254 h 215657"/>
                <a:gd name="connsiteX83" fmla="*/ 153990 w 1418243"/>
                <a:gd name="connsiteY83" fmla="*/ 170254 h 215657"/>
                <a:gd name="connsiteX84" fmla="*/ 48793 w 1418243"/>
                <a:gd name="connsiteY84" fmla="*/ 180013 h 215657"/>
                <a:gd name="connsiteX85" fmla="*/ 0 w 1418243"/>
                <a:gd name="connsiteY85" fmla="*/ 196277 h 215657"/>
                <a:gd name="connsiteX86" fmla="*/ 16915 w 1418243"/>
                <a:gd name="connsiteY86" fmla="*/ 81777 h 215657"/>
                <a:gd name="connsiteX87" fmla="*/ 0 w 1418243"/>
                <a:gd name="connsiteY87" fmla="*/ 61804 h 215657"/>
                <a:gd name="connsiteX88" fmla="*/ 11970 w 1418243"/>
                <a:gd name="connsiteY88" fmla="*/ 45605 h 215657"/>
                <a:gd name="connsiteX89" fmla="*/ 44499 w 1418243"/>
                <a:gd name="connsiteY89" fmla="*/ 56339 h 215657"/>
                <a:gd name="connsiteX90" fmla="*/ 113785 w 1418243"/>
                <a:gd name="connsiteY90" fmla="*/ 49964 h 215657"/>
                <a:gd name="connsiteX91" fmla="*/ 148460 w 1418243"/>
                <a:gd name="connsiteY91" fmla="*/ 65122 h 215657"/>
                <a:gd name="connsiteX92" fmla="*/ 136620 w 1418243"/>
                <a:gd name="connsiteY92" fmla="*/ 170254 h 215657"/>
                <a:gd name="connsiteX93" fmla="*/ 544332 w 1418243"/>
                <a:gd name="connsiteY93" fmla="*/ 70522 h 215657"/>
                <a:gd name="connsiteX94" fmla="*/ 477063 w 1418243"/>
                <a:gd name="connsiteY94" fmla="*/ 74816 h 215657"/>
                <a:gd name="connsiteX95" fmla="*/ 544332 w 1418243"/>
                <a:gd name="connsiteY95" fmla="*/ 70522 h 215657"/>
                <a:gd name="connsiteX96" fmla="*/ 51265 w 1418243"/>
                <a:gd name="connsiteY96" fmla="*/ 167001 h 215657"/>
                <a:gd name="connsiteX97" fmla="*/ 107279 w 1418243"/>
                <a:gd name="connsiteY97" fmla="*/ 145272 h 215657"/>
                <a:gd name="connsiteX98" fmla="*/ 110987 w 1418243"/>
                <a:gd name="connsiteY98" fmla="*/ 125105 h 215657"/>
                <a:gd name="connsiteX99" fmla="*/ 51265 w 1418243"/>
                <a:gd name="connsiteY99" fmla="*/ 79174 h 215657"/>
                <a:gd name="connsiteX100" fmla="*/ 51265 w 1418243"/>
                <a:gd name="connsiteY100" fmla="*/ 167001 h 215657"/>
                <a:gd name="connsiteX101" fmla="*/ 546935 w 1418243"/>
                <a:gd name="connsiteY101" fmla="*/ 96545 h 215657"/>
                <a:gd name="connsiteX102" fmla="*/ 526962 w 1418243"/>
                <a:gd name="connsiteY102" fmla="*/ 105197 h 215657"/>
                <a:gd name="connsiteX103" fmla="*/ 546935 w 1418243"/>
                <a:gd name="connsiteY103" fmla="*/ 125820 h 215657"/>
                <a:gd name="connsiteX104" fmla="*/ 546935 w 1418243"/>
                <a:gd name="connsiteY104" fmla="*/ 96545 h 215657"/>
                <a:gd name="connsiteX105" fmla="*/ 502045 w 1418243"/>
                <a:gd name="connsiteY105" fmla="*/ 140979 h 215657"/>
                <a:gd name="connsiteX106" fmla="*/ 475632 w 1418243"/>
                <a:gd name="connsiteY106" fmla="*/ 156137 h 215657"/>
                <a:gd name="connsiteX107" fmla="*/ 475632 w 1418243"/>
                <a:gd name="connsiteY107" fmla="*/ 175654 h 215657"/>
                <a:gd name="connsiteX108" fmla="*/ 526962 w 1418243"/>
                <a:gd name="connsiteY108" fmla="*/ 150737 h 215657"/>
                <a:gd name="connsiteX109" fmla="*/ 502045 w 1418243"/>
                <a:gd name="connsiteY109" fmla="*/ 140979 h 21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418243" h="215657">
                  <a:moveTo>
                    <a:pt x="1334776" y="0"/>
                  </a:moveTo>
                  <a:cubicBezTo>
                    <a:pt x="1363661" y="11320"/>
                    <a:pt x="1346096" y="25697"/>
                    <a:pt x="1358652" y="47687"/>
                  </a:cubicBezTo>
                  <a:cubicBezTo>
                    <a:pt x="1371663" y="70327"/>
                    <a:pt x="1399377" y="83989"/>
                    <a:pt x="1418244" y="98691"/>
                  </a:cubicBezTo>
                  <a:cubicBezTo>
                    <a:pt x="1417854" y="133432"/>
                    <a:pt x="1370947" y="104872"/>
                    <a:pt x="1356440" y="97586"/>
                  </a:cubicBezTo>
                  <a:cubicBezTo>
                    <a:pt x="1342843" y="124714"/>
                    <a:pt x="1361124" y="163098"/>
                    <a:pt x="1343363" y="190812"/>
                  </a:cubicBezTo>
                  <a:cubicBezTo>
                    <a:pt x="1334320" y="204930"/>
                    <a:pt x="1287284" y="229001"/>
                    <a:pt x="1281624" y="202783"/>
                  </a:cubicBezTo>
                  <a:cubicBezTo>
                    <a:pt x="1290797" y="195626"/>
                    <a:pt x="1306671" y="195301"/>
                    <a:pt x="1312982" y="184307"/>
                  </a:cubicBezTo>
                  <a:cubicBezTo>
                    <a:pt x="1322935" y="166936"/>
                    <a:pt x="1329181" y="104612"/>
                    <a:pt x="1310900" y="95439"/>
                  </a:cubicBezTo>
                  <a:cubicBezTo>
                    <a:pt x="1291317" y="115021"/>
                    <a:pt x="1253910" y="142540"/>
                    <a:pt x="1229578" y="118209"/>
                  </a:cubicBezTo>
                  <a:cubicBezTo>
                    <a:pt x="1237776" y="105653"/>
                    <a:pt x="1256707" y="106563"/>
                    <a:pt x="1266466" y="94333"/>
                  </a:cubicBezTo>
                  <a:cubicBezTo>
                    <a:pt x="1281754" y="75076"/>
                    <a:pt x="1298669" y="56860"/>
                    <a:pt x="1312982" y="36822"/>
                  </a:cubicBezTo>
                  <a:cubicBezTo>
                    <a:pt x="1322024" y="24201"/>
                    <a:pt x="1321049" y="8588"/>
                    <a:pt x="1334776" y="0"/>
                  </a:cubicBezTo>
                  <a:close/>
                  <a:moveTo>
                    <a:pt x="722133" y="202783"/>
                  </a:moveTo>
                  <a:cubicBezTo>
                    <a:pt x="713416" y="209549"/>
                    <a:pt x="652457" y="218266"/>
                    <a:pt x="650636" y="194065"/>
                  </a:cubicBezTo>
                  <a:cubicBezTo>
                    <a:pt x="649725" y="181444"/>
                    <a:pt x="667941" y="174938"/>
                    <a:pt x="670023" y="161537"/>
                  </a:cubicBezTo>
                  <a:cubicBezTo>
                    <a:pt x="675097" y="129203"/>
                    <a:pt x="670088" y="96610"/>
                    <a:pt x="670088" y="64016"/>
                  </a:cubicBezTo>
                  <a:cubicBezTo>
                    <a:pt x="670088" y="32073"/>
                    <a:pt x="635087" y="33179"/>
                    <a:pt x="646212" y="9759"/>
                  </a:cubicBezTo>
                  <a:cubicBezTo>
                    <a:pt x="663777" y="9759"/>
                    <a:pt x="684726" y="-2342"/>
                    <a:pt x="700404" y="12036"/>
                  </a:cubicBezTo>
                  <a:cubicBezTo>
                    <a:pt x="731436" y="40596"/>
                    <a:pt x="703397" y="113655"/>
                    <a:pt x="709187" y="150672"/>
                  </a:cubicBezTo>
                  <a:cubicBezTo>
                    <a:pt x="711854" y="167522"/>
                    <a:pt x="721938" y="186583"/>
                    <a:pt x="722133" y="202783"/>
                  </a:cubicBezTo>
                  <a:close/>
                  <a:moveTo>
                    <a:pt x="956339" y="157243"/>
                  </a:moveTo>
                  <a:cubicBezTo>
                    <a:pt x="949833" y="161602"/>
                    <a:pt x="943327" y="165895"/>
                    <a:pt x="936822" y="170254"/>
                  </a:cubicBezTo>
                  <a:cubicBezTo>
                    <a:pt x="945474" y="174613"/>
                    <a:pt x="954192" y="178907"/>
                    <a:pt x="962844" y="183266"/>
                  </a:cubicBezTo>
                  <a:cubicBezTo>
                    <a:pt x="962519" y="214363"/>
                    <a:pt x="890046" y="193024"/>
                    <a:pt x="870659" y="193024"/>
                  </a:cubicBezTo>
                  <a:cubicBezTo>
                    <a:pt x="862201" y="193024"/>
                    <a:pt x="843074" y="191072"/>
                    <a:pt x="839626" y="180663"/>
                  </a:cubicBezTo>
                  <a:cubicBezTo>
                    <a:pt x="827656" y="144752"/>
                    <a:pt x="896486" y="152624"/>
                    <a:pt x="909693" y="140979"/>
                  </a:cubicBezTo>
                  <a:cubicBezTo>
                    <a:pt x="929795" y="123283"/>
                    <a:pt x="921663" y="75076"/>
                    <a:pt x="917305" y="53152"/>
                  </a:cubicBezTo>
                  <a:cubicBezTo>
                    <a:pt x="910408" y="51330"/>
                    <a:pt x="903577" y="49508"/>
                    <a:pt x="896681" y="47752"/>
                  </a:cubicBezTo>
                  <a:cubicBezTo>
                    <a:pt x="882499" y="65968"/>
                    <a:pt x="920427" y="115671"/>
                    <a:pt x="866365" y="119315"/>
                  </a:cubicBezTo>
                  <a:cubicBezTo>
                    <a:pt x="856541" y="100578"/>
                    <a:pt x="876254" y="62064"/>
                    <a:pt x="857647" y="49899"/>
                  </a:cubicBezTo>
                  <a:cubicBezTo>
                    <a:pt x="836243" y="51330"/>
                    <a:pt x="844050" y="72278"/>
                    <a:pt x="843595" y="87827"/>
                  </a:cubicBezTo>
                  <a:cubicBezTo>
                    <a:pt x="842554" y="118924"/>
                    <a:pt x="841708" y="154510"/>
                    <a:pt x="821866" y="178907"/>
                  </a:cubicBezTo>
                  <a:cubicBezTo>
                    <a:pt x="811131" y="192178"/>
                    <a:pt x="791809" y="210589"/>
                    <a:pt x="774179" y="196277"/>
                  </a:cubicBezTo>
                  <a:cubicBezTo>
                    <a:pt x="781010" y="191007"/>
                    <a:pt x="789728" y="187689"/>
                    <a:pt x="793306" y="178516"/>
                  </a:cubicBezTo>
                  <a:cubicBezTo>
                    <a:pt x="805406" y="147549"/>
                    <a:pt x="806903" y="90169"/>
                    <a:pt x="797600" y="57901"/>
                  </a:cubicBezTo>
                  <a:cubicBezTo>
                    <a:pt x="793436" y="43458"/>
                    <a:pt x="780425" y="39620"/>
                    <a:pt x="774179" y="27129"/>
                  </a:cubicBezTo>
                  <a:cubicBezTo>
                    <a:pt x="792460" y="-2017"/>
                    <a:pt x="817052" y="27975"/>
                    <a:pt x="838195" y="30317"/>
                  </a:cubicBezTo>
                  <a:cubicBezTo>
                    <a:pt x="845026" y="31097"/>
                    <a:pt x="853614" y="25567"/>
                    <a:pt x="860249" y="24266"/>
                  </a:cubicBezTo>
                  <a:cubicBezTo>
                    <a:pt x="892453" y="18086"/>
                    <a:pt x="921143" y="15223"/>
                    <a:pt x="951329" y="29991"/>
                  </a:cubicBezTo>
                  <a:cubicBezTo>
                    <a:pt x="957185" y="32854"/>
                    <a:pt x="964861" y="34545"/>
                    <a:pt x="968179" y="41311"/>
                  </a:cubicBezTo>
                  <a:cubicBezTo>
                    <a:pt x="975075" y="55103"/>
                    <a:pt x="959982" y="138897"/>
                    <a:pt x="956339" y="157243"/>
                  </a:cubicBezTo>
                  <a:close/>
                  <a:moveTo>
                    <a:pt x="364320" y="26869"/>
                  </a:moveTo>
                  <a:cubicBezTo>
                    <a:pt x="364189" y="42027"/>
                    <a:pt x="355146" y="56404"/>
                    <a:pt x="351698" y="70912"/>
                  </a:cubicBezTo>
                  <a:cubicBezTo>
                    <a:pt x="343501" y="105327"/>
                    <a:pt x="354301" y="138832"/>
                    <a:pt x="304662" y="138832"/>
                  </a:cubicBezTo>
                  <a:cubicBezTo>
                    <a:pt x="295554" y="138832"/>
                    <a:pt x="281502" y="141434"/>
                    <a:pt x="275387" y="135579"/>
                  </a:cubicBezTo>
                  <a:cubicBezTo>
                    <a:pt x="278965" y="128813"/>
                    <a:pt x="286902" y="127837"/>
                    <a:pt x="291586" y="121396"/>
                  </a:cubicBezTo>
                  <a:cubicBezTo>
                    <a:pt x="305313" y="102660"/>
                    <a:pt x="315787" y="72864"/>
                    <a:pt x="311168" y="49899"/>
                  </a:cubicBezTo>
                  <a:cubicBezTo>
                    <a:pt x="301605" y="48012"/>
                    <a:pt x="282413" y="46386"/>
                    <a:pt x="273305" y="51070"/>
                  </a:cubicBezTo>
                  <a:cubicBezTo>
                    <a:pt x="263091" y="56274"/>
                    <a:pt x="265888" y="76507"/>
                    <a:pt x="264522" y="85615"/>
                  </a:cubicBezTo>
                  <a:cubicBezTo>
                    <a:pt x="260228" y="113004"/>
                    <a:pt x="258081" y="147419"/>
                    <a:pt x="273565" y="172076"/>
                  </a:cubicBezTo>
                  <a:cubicBezTo>
                    <a:pt x="285666" y="191398"/>
                    <a:pt x="303361" y="190812"/>
                    <a:pt x="318780" y="202783"/>
                  </a:cubicBezTo>
                  <a:cubicBezTo>
                    <a:pt x="316958" y="230562"/>
                    <a:pt x="246761" y="204149"/>
                    <a:pt x="235376" y="184307"/>
                  </a:cubicBezTo>
                  <a:cubicBezTo>
                    <a:pt x="213712" y="146573"/>
                    <a:pt x="227635" y="103636"/>
                    <a:pt x="221129" y="61869"/>
                  </a:cubicBezTo>
                  <a:cubicBezTo>
                    <a:pt x="219112" y="49183"/>
                    <a:pt x="208963" y="38839"/>
                    <a:pt x="208183" y="26869"/>
                  </a:cubicBezTo>
                  <a:cubicBezTo>
                    <a:pt x="260228" y="26869"/>
                    <a:pt x="312274" y="26869"/>
                    <a:pt x="364320" y="26869"/>
                  </a:cubicBezTo>
                  <a:close/>
                  <a:moveTo>
                    <a:pt x="1175386" y="24982"/>
                  </a:moveTo>
                  <a:cubicBezTo>
                    <a:pt x="1181241" y="37343"/>
                    <a:pt x="1157430" y="117168"/>
                    <a:pt x="1149363" y="133367"/>
                  </a:cubicBezTo>
                  <a:cubicBezTo>
                    <a:pt x="1134465" y="136359"/>
                    <a:pt x="1100310" y="146769"/>
                    <a:pt x="1088600" y="135579"/>
                  </a:cubicBezTo>
                  <a:cubicBezTo>
                    <a:pt x="1092828" y="129203"/>
                    <a:pt x="1100245" y="129659"/>
                    <a:pt x="1104799" y="123543"/>
                  </a:cubicBezTo>
                  <a:cubicBezTo>
                    <a:pt x="1118591" y="105132"/>
                    <a:pt x="1133164" y="71628"/>
                    <a:pt x="1125487" y="49248"/>
                  </a:cubicBezTo>
                  <a:cubicBezTo>
                    <a:pt x="1112866" y="49248"/>
                    <a:pt x="1100180" y="49248"/>
                    <a:pt x="1087559" y="49248"/>
                  </a:cubicBezTo>
                  <a:cubicBezTo>
                    <a:pt x="1071034" y="73254"/>
                    <a:pt x="1072531" y="151453"/>
                    <a:pt x="1089771" y="175589"/>
                  </a:cubicBezTo>
                  <a:cubicBezTo>
                    <a:pt x="1102262" y="193024"/>
                    <a:pt x="1120087" y="191853"/>
                    <a:pt x="1134140" y="202783"/>
                  </a:cubicBezTo>
                  <a:cubicBezTo>
                    <a:pt x="1121063" y="236222"/>
                    <a:pt x="1050151" y="197058"/>
                    <a:pt x="1041303" y="169864"/>
                  </a:cubicBezTo>
                  <a:cubicBezTo>
                    <a:pt x="1029398" y="133042"/>
                    <a:pt x="1050021" y="62260"/>
                    <a:pt x="1021396" y="33634"/>
                  </a:cubicBezTo>
                  <a:cubicBezTo>
                    <a:pt x="1027121" y="19062"/>
                    <a:pt x="1043450" y="23876"/>
                    <a:pt x="1057177" y="23876"/>
                  </a:cubicBezTo>
                  <a:cubicBezTo>
                    <a:pt x="1083395" y="23876"/>
                    <a:pt x="1107596" y="30382"/>
                    <a:pt x="1135246" y="30382"/>
                  </a:cubicBezTo>
                  <a:cubicBezTo>
                    <a:pt x="1149949" y="30382"/>
                    <a:pt x="1160553" y="21989"/>
                    <a:pt x="1175386" y="24982"/>
                  </a:cubicBezTo>
                  <a:close/>
                  <a:moveTo>
                    <a:pt x="589872" y="53152"/>
                  </a:moveTo>
                  <a:cubicBezTo>
                    <a:pt x="593190" y="62129"/>
                    <a:pt x="588246" y="151713"/>
                    <a:pt x="585123" y="161146"/>
                  </a:cubicBezTo>
                  <a:cubicBezTo>
                    <a:pt x="582846" y="167977"/>
                    <a:pt x="572892" y="172011"/>
                    <a:pt x="568143" y="176760"/>
                  </a:cubicBezTo>
                  <a:cubicBezTo>
                    <a:pt x="580114" y="182745"/>
                    <a:pt x="591824" y="179362"/>
                    <a:pt x="592019" y="196277"/>
                  </a:cubicBezTo>
                  <a:cubicBezTo>
                    <a:pt x="566842" y="216705"/>
                    <a:pt x="490725" y="208833"/>
                    <a:pt x="471664" y="184372"/>
                  </a:cubicBezTo>
                  <a:cubicBezTo>
                    <a:pt x="458002" y="201156"/>
                    <a:pt x="443169" y="201872"/>
                    <a:pt x="426124" y="212541"/>
                  </a:cubicBezTo>
                  <a:cubicBezTo>
                    <a:pt x="422871" y="209288"/>
                    <a:pt x="419618" y="206036"/>
                    <a:pt x="416365" y="202783"/>
                  </a:cubicBezTo>
                  <a:cubicBezTo>
                    <a:pt x="423521" y="196993"/>
                    <a:pt x="433150" y="190487"/>
                    <a:pt x="435492" y="180663"/>
                  </a:cubicBezTo>
                  <a:cubicBezTo>
                    <a:pt x="439591" y="163423"/>
                    <a:pt x="440827" y="82622"/>
                    <a:pt x="435492" y="66553"/>
                  </a:cubicBezTo>
                  <a:cubicBezTo>
                    <a:pt x="433085" y="59462"/>
                    <a:pt x="425733" y="56535"/>
                    <a:pt x="419618" y="54258"/>
                  </a:cubicBezTo>
                  <a:cubicBezTo>
                    <a:pt x="410705" y="36432"/>
                    <a:pt x="423847" y="27584"/>
                    <a:pt x="441217" y="30447"/>
                  </a:cubicBezTo>
                  <a:cubicBezTo>
                    <a:pt x="450845" y="32008"/>
                    <a:pt x="458457" y="41506"/>
                    <a:pt x="467370" y="43328"/>
                  </a:cubicBezTo>
                  <a:cubicBezTo>
                    <a:pt x="488904" y="47622"/>
                    <a:pt x="509267" y="33374"/>
                    <a:pt x="530215" y="33374"/>
                  </a:cubicBezTo>
                  <a:cubicBezTo>
                    <a:pt x="552790" y="33374"/>
                    <a:pt x="570616" y="43523"/>
                    <a:pt x="589872" y="53152"/>
                  </a:cubicBezTo>
                  <a:close/>
                  <a:moveTo>
                    <a:pt x="136620" y="170254"/>
                  </a:moveTo>
                  <a:cubicBezTo>
                    <a:pt x="142410" y="170254"/>
                    <a:pt x="148200" y="170254"/>
                    <a:pt x="153990" y="170254"/>
                  </a:cubicBezTo>
                  <a:cubicBezTo>
                    <a:pt x="147224" y="201482"/>
                    <a:pt x="60503" y="202392"/>
                    <a:pt x="48793" y="180013"/>
                  </a:cubicBezTo>
                  <a:cubicBezTo>
                    <a:pt x="38384" y="190422"/>
                    <a:pt x="14052" y="207207"/>
                    <a:pt x="0" y="196277"/>
                  </a:cubicBezTo>
                  <a:cubicBezTo>
                    <a:pt x="21729" y="174548"/>
                    <a:pt x="24006" y="111247"/>
                    <a:pt x="16915" y="81777"/>
                  </a:cubicBezTo>
                  <a:cubicBezTo>
                    <a:pt x="14703" y="72343"/>
                    <a:pt x="6311" y="68180"/>
                    <a:pt x="0" y="61804"/>
                  </a:cubicBezTo>
                  <a:cubicBezTo>
                    <a:pt x="65" y="53542"/>
                    <a:pt x="2602" y="46841"/>
                    <a:pt x="11970" y="45605"/>
                  </a:cubicBezTo>
                  <a:cubicBezTo>
                    <a:pt x="23746" y="44109"/>
                    <a:pt x="33634" y="54583"/>
                    <a:pt x="44499" y="56339"/>
                  </a:cubicBezTo>
                  <a:cubicBezTo>
                    <a:pt x="68050" y="60178"/>
                    <a:pt x="89519" y="46190"/>
                    <a:pt x="113785" y="49964"/>
                  </a:cubicBezTo>
                  <a:cubicBezTo>
                    <a:pt x="123869" y="51525"/>
                    <a:pt x="141499" y="57445"/>
                    <a:pt x="148460" y="65122"/>
                  </a:cubicBezTo>
                  <a:cubicBezTo>
                    <a:pt x="158804" y="76572"/>
                    <a:pt x="143711" y="156137"/>
                    <a:pt x="136620" y="170254"/>
                  </a:cubicBezTo>
                  <a:close/>
                  <a:moveTo>
                    <a:pt x="544332" y="70522"/>
                  </a:moveTo>
                  <a:cubicBezTo>
                    <a:pt x="534118" y="54192"/>
                    <a:pt x="481422" y="54518"/>
                    <a:pt x="477063" y="74816"/>
                  </a:cubicBezTo>
                  <a:cubicBezTo>
                    <a:pt x="492482" y="82557"/>
                    <a:pt x="532492" y="82362"/>
                    <a:pt x="544332" y="70522"/>
                  </a:cubicBezTo>
                  <a:close/>
                  <a:moveTo>
                    <a:pt x="51265" y="167001"/>
                  </a:moveTo>
                  <a:cubicBezTo>
                    <a:pt x="66098" y="161797"/>
                    <a:pt x="96740" y="156983"/>
                    <a:pt x="107279" y="145272"/>
                  </a:cubicBezTo>
                  <a:cubicBezTo>
                    <a:pt x="112288" y="139677"/>
                    <a:pt x="109751" y="131740"/>
                    <a:pt x="110987" y="125105"/>
                  </a:cubicBezTo>
                  <a:cubicBezTo>
                    <a:pt x="119835" y="79239"/>
                    <a:pt x="94463" y="60633"/>
                    <a:pt x="51265" y="79174"/>
                  </a:cubicBezTo>
                  <a:cubicBezTo>
                    <a:pt x="51265" y="108450"/>
                    <a:pt x="51265" y="137726"/>
                    <a:pt x="51265" y="167001"/>
                  </a:cubicBezTo>
                  <a:close/>
                  <a:moveTo>
                    <a:pt x="546935" y="96545"/>
                  </a:moveTo>
                  <a:cubicBezTo>
                    <a:pt x="540299" y="99407"/>
                    <a:pt x="533598" y="102335"/>
                    <a:pt x="526962" y="105197"/>
                  </a:cubicBezTo>
                  <a:cubicBezTo>
                    <a:pt x="527092" y="119315"/>
                    <a:pt x="533208" y="125235"/>
                    <a:pt x="546935" y="125820"/>
                  </a:cubicBezTo>
                  <a:cubicBezTo>
                    <a:pt x="546935" y="116062"/>
                    <a:pt x="546935" y="106303"/>
                    <a:pt x="546935" y="96545"/>
                  </a:cubicBezTo>
                  <a:close/>
                  <a:moveTo>
                    <a:pt x="502045" y="140979"/>
                  </a:moveTo>
                  <a:cubicBezTo>
                    <a:pt x="493198" y="146053"/>
                    <a:pt x="484415" y="151127"/>
                    <a:pt x="475632" y="156137"/>
                  </a:cubicBezTo>
                  <a:cubicBezTo>
                    <a:pt x="475632" y="162643"/>
                    <a:pt x="475632" y="169148"/>
                    <a:pt x="475632" y="175654"/>
                  </a:cubicBezTo>
                  <a:cubicBezTo>
                    <a:pt x="491766" y="160756"/>
                    <a:pt x="519741" y="161732"/>
                    <a:pt x="526962" y="150737"/>
                  </a:cubicBezTo>
                  <a:cubicBezTo>
                    <a:pt x="518635" y="147484"/>
                    <a:pt x="510308" y="144231"/>
                    <a:pt x="502045" y="140979"/>
                  </a:cubicBez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734323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직사각형 50">
            <a:extLst>
              <a:ext uri="{FF2B5EF4-FFF2-40B4-BE49-F238E27FC236}">
                <a16:creationId xmlns:a16="http://schemas.microsoft.com/office/drawing/2014/main" id="{D514636A-3CEF-4F74-B283-F38FDDAF0769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ect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rgbClr val="E0C7A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57D0E55E-C6C4-417F-9620-67CF9592E90C}"/>
              </a:ext>
            </a:extLst>
          </p:cNvPr>
          <p:cNvSpPr/>
          <p:nvPr/>
        </p:nvSpPr>
        <p:spPr>
          <a:xfrm>
            <a:off x="2274943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0" name="자유형: 도형 239">
            <a:extLst>
              <a:ext uri="{FF2B5EF4-FFF2-40B4-BE49-F238E27FC236}">
                <a16:creationId xmlns:a16="http://schemas.microsoft.com/office/drawing/2014/main" id="{EE736A88-5D33-4DB5-9872-5F11D8D7A975}"/>
              </a:ext>
            </a:extLst>
          </p:cNvPr>
          <p:cNvSpPr/>
          <p:nvPr/>
        </p:nvSpPr>
        <p:spPr>
          <a:xfrm>
            <a:off x="257722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1" name="자유형: 도형 240">
            <a:extLst>
              <a:ext uri="{FF2B5EF4-FFF2-40B4-BE49-F238E27FC236}">
                <a16:creationId xmlns:a16="http://schemas.microsoft.com/office/drawing/2014/main" id="{03721155-4F88-4CB1-94AF-A3B9614D2A96}"/>
              </a:ext>
            </a:extLst>
          </p:cNvPr>
          <p:cNvSpPr/>
          <p:nvPr/>
        </p:nvSpPr>
        <p:spPr>
          <a:xfrm>
            <a:off x="2757792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BE94850C-566A-4FD1-9146-A1555AEB3952}"/>
              </a:ext>
            </a:extLst>
          </p:cNvPr>
          <p:cNvSpPr/>
          <p:nvPr/>
        </p:nvSpPr>
        <p:spPr>
          <a:xfrm>
            <a:off x="2519775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rgbClr val="E0C7A9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rgbClr val="E0C7A9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227BB16D-7B73-40DB-BF93-F157482C6A57}"/>
              </a:ext>
            </a:extLst>
          </p:cNvPr>
          <p:cNvSpPr/>
          <p:nvPr/>
        </p:nvSpPr>
        <p:spPr>
          <a:xfrm flipH="1">
            <a:off x="4116381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E1BF2082-D836-4F15-86CD-FCF74405EFDE}"/>
              </a:ext>
            </a:extLst>
          </p:cNvPr>
          <p:cNvSpPr/>
          <p:nvPr/>
        </p:nvSpPr>
        <p:spPr>
          <a:xfrm flipH="1">
            <a:off x="374749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rgbClr val="F4EEE8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70D9F69A-92B7-4913-9945-0854DDA5CD5E}"/>
              </a:ext>
            </a:extLst>
          </p:cNvPr>
          <p:cNvSpPr/>
          <p:nvPr/>
        </p:nvSpPr>
        <p:spPr>
          <a:xfrm flipH="1">
            <a:off x="3640139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rgbClr val="F4EEE8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6" name="자유형: 도형 255">
            <a:extLst>
              <a:ext uri="{FF2B5EF4-FFF2-40B4-BE49-F238E27FC236}">
                <a16:creationId xmlns:a16="http://schemas.microsoft.com/office/drawing/2014/main" id="{5A498364-7494-4130-9F9B-F59306ACD3F8}"/>
              </a:ext>
            </a:extLst>
          </p:cNvPr>
          <p:cNvSpPr/>
          <p:nvPr/>
        </p:nvSpPr>
        <p:spPr>
          <a:xfrm flipH="1">
            <a:off x="3828310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DE80A6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rgbClr val="E0C7A9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3A3732A-33E6-43E3-BA55-D656CB578887}"/>
              </a:ext>
            </a:extLst>
          </p:cNvPr>
          <p:cNvGrpSpPr/>
          <p:nvPr/>
        </p:nvGrpSpPr>
        <p:grpSpPr>
          <a:xfrm>
            <a:off x="2899474" y="1770872"/>
            <a:ext cx="1059051" cy="785648"/>
            <a:chOff x="2947612" y="1900864"/>
            <a:chExt cx="962774" cy="714225"/>
          </a:xfrm>
          <a:solidFill>
            <a:srgbClr val="DE80A6"/>
          </a:solidFill>
        </p:grpSpPr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6CA61294-F3BB-4525-93F6-2B0C9290D5B5}"/>
                </a:ext>
              </a:extLst>
            </p:cNvPr>
            <p:cNvSpPr/>
            <p:nvPr/>
          </p:nvSpPr>
          <p:spPr>
            <a:xfrm rot="16200000">
              <a:off x="3373635" y="2226946"/>
              <a:ext cx="110728" cy="665558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19131A87-73C7-4209-B6A6-59B6B4DFD4F0}"/>
                </a:ext>
              </a:extLst>
            </p:cNvPr>
            <p:cNvSpPr/>
            <p:nvPr/>
          </p:nvSpPr>
          <p:spPr>
            <a:xfrm flipV="1">
              <a:off x="2947612" y="1900864"/>
              <a:ext cx="962774" cy="614331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rgbClr val="E0C7A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" name="다이아몬드 55">
              <a:extLst>
                <a:ext uri="{FF2B5EF4-FFF2-40B4-BE49-F238E27FC236}">
                  <a16:creationId xmlns:a16="http://schemas.microsoft.com/office/drawing/2014/main" id="{C52B8CB9-86CD-45B7-920A-324E8E2AAAE6}"/>
                </a:ext>
              </a:extLst>
            </p:cNvPr>
            <p:cNvSpPr/>
            <p:nvPr/>
          </p:nvSpPr>
          <p:spPr>
            <a:xfrm>
              <a:off x="3390137" y="2126703"/>
              <a:ext cx="77726" cy="106915"/>
            </a:xfrm>
            <a:prstGeom prst="diamond">
              <a:avLst/>
            </a:prstGeom>
            <a:grpFill/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다이아몬드 56">
              <a:extLst>
                <a:ext uri="{FF2B5EF4-FFF2-40B4-BE49-F238E27FC236}">
                  <a16:creationId xmlns:a16="http://schemas.microsoft.com/office/drawing/2014/main" id="{3EAE8266-8214-4B99-ADFF-0839CC6497D9}"/>
                </a:ext>
              </a:extLst>
            </p:cNvPr>
            <p:cNvSpPr/>
            <p:nvPr/>
          </p:nvSpPr>
          <p:spPr>
            <a:xfrm>
              <a:off x="3390137" y="2363272"/>
              <a:ext cx="77726" cy="106915"/>
            </a:xfrm>
            <a:prstGeom prst="diamond">
              <a:avLst/>
            </a:prstGeom>
            <a:grpFill/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다이아몬드 57">
              <a:extLst>
                <a:ext uri="{FF2B5EF4-FFF2-40B4-BE49-F238E27FC236}">
                  <a16:creationId xmlns:a16="http://schemas.microsoft.com/office/drawing/2014/main" id="{17B7F2C4-9BE3-4879-8249-E2BD34F4AEBA}"/>
                </a:ext>
              </a:extLst>
            </p:cNvPr>
            <p:cNvSpPr/>
            <p:nvPr/>
          </p:nvSpPr>
          <p:spPr>
            <a:xfrm>
              <a:off x="3186724" y="2447655"/>
              <a:ext cx="64236" cy="88359"/>
            </a:xfrm>
            <a:prstGeom prst="diamond">
              <a:avLst/>
            </a:prstGeom>
            <a:grpFill/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다이아몬드 58">
              <a:extLst>
                <a:ext uri="{FF2B5EF4-FFF2-40B4-BE49-F238E27FC236}">
                  <a16:creationId xmlns:a16="http://schemas.microsoft.com/office/drawing/2014/main" id="{91158D54-3B56-4D8D-9E1A-A0282106D4C8}"/>
                </a:ext>
              </a:extLst>
            </p:cNvPr>
            <p:cNvSpPr/>
            <p:nvPr/>
          </p:nvSpPr>
          <p:spPr>
            <a:xfrm>
              <a:off x="3604516" y="2447655"/>
              <a:ext cx="64236" cy="88359"/>
            </a:xfrm>
            <a:prstGeom prst="diamond">
              <a:avLst/>
            </a:prstGeom>
            <a:grpFill/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A73FFA3B-26C1-4A83-B49E-90510B8B86CD}"/>
              </a:ext>
            </a:extLst>
          </p:cNvPr>
          <p:cNvSpPr/>
          <p:nvPr/>
        </p:nvSpPr>
        <p:spPr>
          <a:xfrm rot="5400000">
            <a:off x="3206583" y="1140139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3CE2F300-1C86-4594-9235-AED2589995B9}"/>
              </a:ext>
            </a:extLst>
          </p:cNvPr>
          <p:cNvSpPr/>
          <p:nvPr/>
        </p:nvSpPr>
        <p:spPr>
          <a:xfrm>
            <a:off x="3406140" y="4564856"/>
            <a:ext cx="45719" cy="504032"/>
          </a:xfrm>
          <a:prstGeom prst="roundRect">
            <a:avLst>
              <a:gd name="adj" fmla="val 50000"/>
            </a:avLst>
          </a:pr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C45EA48C-08A6-4F0B-B1CF-568109112ADD}"/>
              </a:ext>
            </a:extLst>
          </p:cNvPr>
          <p:cNvSpPr/>
          <p:nvPr/>
        </p:nvSpPr>
        <p:spPr>
          <a:xfrm rot="5400000">
            <a:off x="3206583" y="5269805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0C7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889780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직사각형 44">
            <a:extLst>
              <a:ext uri="{FF2B5EF4-FFF2-40B4-BE49-F238E27FC236}">
                <a16:creationId xmlns:a16="http://schemas.microsoft.com/office/drawing/2014/main" id="{18D045F1-FE6E-4E9C-B2E8-858A5A90C7A0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ect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9" name="자유형: 도형 218">
            <a:extLst>
              <a:ext uri="{FF2B5EF4-FFF2-40B4-BE49-F238E27FC236}">
                <a16:creationId xmlns:a16="http://schemas.microsoft.com/office/drawing/2014/main" id="{9314E7E9-7680-432D-A361-641C9D22EAFB}"/>
              </a:ext>
            </a:extLst>
          </p:cNvPr>
          <p:cNvSpPr/>
          <p:nvPr/>
        </p:nvSpPr>
        <p:spPr>
          <a:xfrm rot="5400000">
            <a:off x="3206583" y="4645818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chemeClr val="bg2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57D0E55E-C6C4-417F-9620-67CF9592E90C}"/>
              </a:ext>
            </a:extLst>
          </p:cNvPr>
          <p:cNvSpPr/>
          <p:nvPr/>
        </p:nvSpPr>
        <p:spPr>
          <a:xfrm>
            <a:off x="2274943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0" name="자유형: 도형 239">
            <a:extLst>
              <a:ext uri="{FF2B5EF4-FFF2-40B4-BE49-F238E27FC236}">
                <a16:creationId xmlns:a16="http://schemas.microsoft.com/office/drawing/2014/main" id="{EE736A88-5D33-4DB5-9872-5F11D8D7A975}"/>
              </a:ext>
            </a:extLst>
          </p:cNvPr>
          <p:cNvSpPr/>
          <p:nvPr/>
        </p:nvSpPr>
        <p:spPr>
          <a:xfrm>
            <a:off x="257722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1" name="자유형: 도형 240">
            <a:extLst>
              <a:ext uri="{FF2B5EF4-FFF2-40B4-BE49-F238E27FC236}">
                <a16:creationId xmlns:a16="http://schemas.microsoft.com/office/drawing/2014/main" id="{03721155-4F88-4CB1-94AF-A3B9614D2A96}"/>
              </a:ext>
            </a:extLst>
          </p:cNvPr>
          <p:cNvSpPr/>
          <p:nvPr/>
        </p:nvSpPr>
        <p:spPr>
          <a:xfrm>
            <a:off x="2757792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BE94850C-566A-4FD1-9146-A1555AEB3952}"/>
              </a:ext>
            </a:extLst>
          </p:cNvPr>
          <p:cNvSpPr/>
          <p:nvPr/>
        </p:nvSpPr>
        <p:spPr>
          <a:xfrm>
            <a:off x="2519775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chemeClr val="bg2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227BB16D-7B73-40DB-BF93-F157482C6A57}"/>
              </a:ext>
            </a:extLst>
          </p:cNvPr>
          <p:cNvSpPr/>
          <p:nvPr/>
        </p:nvSpPr>
        <p:spPr>
          <a:xfrm flipH="1">
            <a:off x="4116381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E1BF2082-D836-4F15-86CD-FCF74405EFDE}"/>
              </a:ext>
            </a:extLst>
          </p:cNvPr>
          <p:cNvSpPr/>
          <p:nvPr/>
        </p:nvSpPr>
        <p:spPr>
          <a:xfrm flipH="1">
            <a:off x="374749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70D9F69A-92B7-4913-9945-0854DDA5CD5E}"/>
              </a:ext>
            </a:extLst>
          </p:cNvPr>
          <p:cNvSpPr/>
          <p:nvPr/>
        </p:nvSpPr>
        <p:spPr>
          <a:xfrm flipH="1">
            <a:off x="3640139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6" name="자유형: 도형 255">
            <a:extLst>
              <a:ext uri="{FF2B5EF4-FFF2-40B4-BE49-F238E27FC236}">
                <a16:creationId xmlns:a16="http://schemas.microsoft.com/office/drawing/2014/main" id="{5A498364-7494-4130-9F9B-F59306ACD3F8}"/>
              </a:ext>
            </a:extLst>
          </p:cNvPr>
          <p:cNvSpPr/>
          <p:nvPr/>
        </p:nvSpPr>
        <p:spPr>
          <a:xfrm flipH="1">
            <a:off x="3828310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chemeClr val="bg2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9F1D879-3479-42F7-AAC5-845C227A8AD9}"/>
              </a:ext>
            </a:extLst>
          </p:cNvPr>
          <p:cNvGrpSpPr/>
          <p:nvPr/>
        </p:nvGrpSpPr>
        <p:grpSpPr>
          <a:xfrm>
            <a:off x="2899474" y="1770872"/>
            <a:ext cx="1059051" cy="785648"/>
            <a:chOff x="2947612" y="1900864"/>
            <a:chExt cx="962774" cy="714225"/>
          </a:xfrm>
        </p:grpSpPr>
        <p:sp>
          <p:nvSpPr>
            <p:cNvPr id="213" name="자유형: 도형 212">
              <a:extLst>
                <a:ext uri="{FF2B5EF4-FFF2-40B4-BE49-F238E27FC236}">
                  <a16:creationId xmlns:a16="http://schemas.microsoft.com/office/drawing/2014/main" id="{212A82C9-0A3C-4CAA-8C91-E25FDA0A5DD0}"/>
                </a:ext>
              </a:extLst>
            </p:cNvPr>
            <p:cNvSpPr/>
            <p:nvPr/>
          </p:nvSpPr>
          <p:spPr>
            <a:xfrm rot="16200000">
              <a:off x="3373635" y="2226946"/>
              <a:ext cx="110728" cy="665558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14" name="자유형: 도형 213">
              <a:extLst>
                <a:ext uri="{FF2B5EF4-FFF2-40B4-BE49-F238E27FC236}">
                  <a16:creationId xmlns:a16="http://schemas.microsoft.com/office/drawing/2014/main" id="{802FF964-0502-4E58-97D3-149FB8E7DA8A}"/>
                </a:ext>
              </a:extLst>
            </p:cNvPr>
            <p:cNvSpPr/>
            <p:nvPr/>
          </p:nvSpPr>
          <p:spPr>
            <a:xfrm flipV="1">
              <a:off x="2947612" y="1900864"/>
              <a:ext cx="962774" cy="614331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61" name="다이아몬드 260">
              <a:extLst>
                <a:ext uri="{FF2B5EF4-FFF2-40B4-BE49-F238E27FC236}">
                  <a16:creationId xmlns:a16="http://schemas.microsoft.com/office/drawing/2014/main" id="{85E84ED9-8C24-4979-8D91-43A11EF8313A}"/>
                </a:ext>
              </a:extLst>
            </p:cNvPr>
            <p:cNvSpPr/>
            <p:nvPr/>
          </p:nvSpPr>
          <p:spPr>
            <a:xfrm>
              <a:off x="3390137" y="2126703"/>
              <a:ext cx="77726" cy="10691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2" name="다이아몬드 261">
              <a:extLst>
                <a:ext uri="{FF2B5EF4-FFF2-40B4-BE49-F238E27FC236}">
                  <a16:creationId xmlns:a16="http://schemas.microsoft.com/office/drawing/2014/main" id="{7FC67C27-607B-4D06-AB02-A2A053E3FCAB}"/>
                </a:ext>
              </a:extLst>
            </p:cNvPr>
            <p:cNvSpPr/>
            <p:nvPr/>
          </p:nvSpPr>
          <p:spPr>
            <a:xfrm>
              <a:off x="3390137" y="2363272"/>
              <a:ext cx="77726" cy="10691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3" name="다이아몬드 262">
              <a:extLst>
                <a:ext uri="{FF2B5EF4-FFF2-40B4-BE49-F238E27FC236}">
                  <a16:creationId xmlns:a16="http://schemas.microsoft.com/office/drawing/2014/main" id="{4F39162B-4E5C-4019-9479-B5E84859E9E2}"/>
                </a:ext>
              </a:extLst>
            </p:cNvPr>
            <p:cNvSpPr/>
            <p:nvPr/>
          </p:nvSpPr>
          <p:spPr>
            <a:xfrm>
              <a:off x="3186724" y="2447655"/>
              <a:ext cx="64236" cy="88359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4" name="다이아몬드 263">
              <a:extLst>
                <a:ext uri="{FF2B5EF4-FFF2-40B4-BE49-F238E27FC236}">
                  <a16:creationId xmlns:a16="http://schemas.microsoft.com/office/drawing/2014/main" id="{4DD1DB5B-4116-4AC4-9FBD-EF0BD63B68B5}"/>
                </a:ext>
              </a:extLst>
            </p:cNvPr>
            <p:cNvSpPr/>
            <p:nvPr/>
          </p:nvSpPr>
          <p:spPr>
            <a:xfrm>
              <a:off x="3604516" y="2447655"/>
              <a:ext cx="64236" cy="88359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2ACBA6E4-3D4B-4ECB-BE99-06BD182F87CB}"/>
              </a:ext>
            </a:extLst>
          </p:cNvPr>
          <p:cNvSpPr/>
          <p:nvPr/>
        </p:nvSpPr>
        <p:spPr>
          <a:xfrm>
            <a:off x="1479247" y="5090199"/>
            <a:ext cx="317999" cy="604072"/>
          </a:xfrm>
          <a:custGeom>
            <a:avLst/>
            <a:gdLst>
              <a:gd name="connsiteX0" fmla="*/ 0 w 302036"/>
              <a:gd name="connsiteY0" fmla="*/ 0 h 604072"/>
              <a:gd name="connsiteX1" fmla="*/ 302036 w 302036"/>
              <a:gd name="connsiteY1" fmla="*/ 0 h 604072"/>
              <a:gd name="connsiteX2" fmla="*/ 213202 w 302036"/>
              <a:gd name="connsiteY2" fmla="*/ 97718 h 604072"/>
              <a:gd name="connsiteX3" fmla="*/ 213202 w 302036"/>
              <a:gd name="connsiteY3" fmla="*/ 604073 h 604072"/>
              <a:gd name="connsiteX4" fmla="*/ 26650 w 302036"/>
              <a:gd name="connsiteY4" fmla="*/ 604073 h 604072"/>
              <a:gd name="connsiteX5" fmla="*/ 133251 w 302036"/>
              <a:gd name="connsiteY5" fmla="*/ 373104 h 604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36" h="604072">
                <a:moveTo>
                  <a:pt x="0" y="0"/>
                </a:moveTo>
                <a:lnTo>
                  <a:pt x="302036" y="0"/>
                </a:lnTo>
                <a:lnTo>
                  <a:pt x="213202" y="97718"/>
                </a:lnTo>
                <a:lnTo>
                  <a:pt x="213202" y="604073"/>
                </a:lnTo>
                <a:lnTo>
                  <a:pt x="26650" y="604073"/>
                </a:lnTo>
                <a:lnTo>
                  <a:pt x="133251" y="373104"/>
                </a:lnTo>
                <a:close/>
              </a:path>
            </a:pathLst>
          </a:custGeom>
          <a:solidFill>
            <a:srgbClr val="CA5A85"/>
          </a:solidFill>
          <a:ln w="57150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2F9629CF-9395-4D30-9A6F-1CC983DFCF08}"/>
              </a:ext>
            </a:extLst>
          </p:cNvPr>
          <p:cNvSpPr/>
          <p:nvPr/>
        </p:nvSpPr>
        <p:spPr>
          <a:xfrm rot="10800000" flipV="1">
            <a:off x="5060755" y="5090199"/>
            <a:ext cx="317999" cy="604072"/>
          </a:xfrm>
          <a:custGeom>
            <a:avLst/>
            <a:gdLst>
              <a:gd name="connsiteX0" fmla="*/ 396 w 302036"/>
              <a:gd name="connsiteY0" fmla="*/ 0 h 604072"/>
              <a:gd name="connsiteX1" fmla="*/ 302432 w 302036"/>
              <a:gd name="connsiteY1" fmla="*/ 0 h 604072"/>
              <a:gd name="connsiteX2" fmla="*/ 213598 w 302036"/>
              <a:gd name="connsiteY2" fmla="*/ 97718 h 604072"/>
              <a:gd name="connsiteX3" fmla="*/ 213598 w 302036"/>
              <a:gd name="connsiteY3" fmla="*/ 604073 h 604072"/>
              <a:gd name="connsiteX4" fmla="*/ 27046 w 302036"/>
              <a:gd name="connsiteY4" fmla="*/ 604073 h 604072"/>
              <a:gd name="connsiteX5" fmla="*/ 133647 w 302036"/>
              <a:gd name="connsiteY5" fmla="*/ 373104 h 604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36" h="604072">
                <a:moveTo>
                  <a:pt x="396" y="0"/>
                </a:moveTo>
                <a:lnTo>
                  <a:pt x="302432" y="0"/>
                </a:lnTo>
                <a:lnTo>
                  <a:pt x="213598" y="97718"/>
                </a:lnTo>
                <a:lnTo>
                  <a:pt x="213598" y="604073"/>
                </a:lnTo>
                <a:lnTo>
                  <a:pt x="27046" y="604073"/>
                </a:lnTo>
                <a:lnTo>
                  <a:pt x="133647" y="373104"/>
                </a:lnTo>
                <a:close/>
              </a:path>
            </a:pathLst>
          </a:custGeom>
          <a:solidFill>
            <a:srgbClr val="CA5A85"/>
          </a:solidFill>
          <a:ln w="57150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454EEDC8-6A5E-40D6-9A84-6DB24F6C35D4}"/>
              </a:ext>
            </a:extLst>
          </p:cNvPr>
          <p:cNvSpPr/>
          <p:nvPr/>
        </p:nvSpPr>
        <p:spPr>
          <a:xfrm>
            <a:off x="1717417" y="5223450"/>
            <a:ext cx="3423169" cy="568541"/>
          </a:xfrm>
          <a:custGeom>
            <a:avLst/>
            <a:gdLst>
              <a:gd name="connsiteX0" fmla="*/ 0 w 3251331"/>
              <a:gd name="connsiteY0" fmla="*/ 0 h 568541"/>
              <a:gd name="connsiteX1" fmla="*/ 3251332 w 3251331"/>
              <a:gd name="connsiteY1" fmla="*/ 0 h 568541"/>
              <a:gd name="connsiteX2" fmla="*/ 3251332 w 3251331"/>
              <a:gd name="connsiteY2" fmla="*/ 444171 h 568541"/>
              <a:gd name="connsiteX3" fmla="*/ 0 w 3251331"/>
              <a:gd name="connsiteY3" fmla="*/ 444171 h 568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1331" h="568541">
                <a:moveTo>
                  <a:pt x="0" y="0"/>
                </a:moveTo>
                <a:cubicBezTo>
                  <a:pt x="1083777" y="159902"/>
                  <a:pt x="2167554" y="159902"/>
                  <a:pt x="3251332" y="0"/>
                </a:cubicBezTo>
                <a:lnTo>
                  <a:pt x="3251332" y="444171"/>
                </a:lnTo>
                <a:cubicBezTo>
                  <a:pt x="2167554" y="609998"/>
                  <a:pt x="1083777" y="609998"/>
                  <a:pt x="0" y="444171"/>
                </a:cubicBezTo>
                <a:close/>
              </a:path>
            </a:pathLst>
          </a:custGeom>
          <a:solidFill>
            <a:srgbClr val="CA5A85"/>
          </a:solidFill>
          <a:ln w="57150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FD138D9F-D557-4483-9D44-4F36A08FD3FA}"/>
              </a:ext>
            </a:extLst>
          </p:cNvPr>
          <p:cNvSpPr/>
          <p:nvPr/>
        </p:nvSpPr>
        <p:spPr>
          <a:xfrm rot="5400000">
            <a:off x="3206583" y="1140139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631085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A3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직사각형 44">
            <a:extLst>
              <a:ext uri="{FF2B5EF4-FFF2-40B4-BE49-F238E27FC236}">
                <a16:creationId xmlns:a16="http://schemas.microsoft.com/office/drawing/2014/main" id="{18D045F1-FE6E-4E9C-B2E8-858A5A90C7A0}"/>
              </a:ext>
            </a:extLst>
          </p:cNvPr>
          <p:cNvSpPr/>
          <p:nvPr/>
        </p:nvSpPr>
        <p:spPr>
          <a:xfrm>
            <a:off x="0" y="0"/>
            <a:ext cx="6858000" cy="6858000"/>
          </a:xfrm>
          <a:prstGeom prst="rect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5FBB0EC-21E1-438C-B7E9-179798D8045D}"/>
              </a:ext>
            </a:extLst>
          </p:cNvPr>
          <p:cNvSpPr/>
          <p:nvPr/>
        </p:nvSpPr>
        <p:spPr>
          <a:xfrm>
            <a:off x="1381371" y="284269"/>
            <a:ext cx="4095256" cy="6289461"/>
          </a:xfrm>
          <a:custGeom>
            <a:avLst/>
            <a:gdLst>
              <a:gd name="connsiteX0" fmla="*/ 2047628 w 4095256"/>
              <a:gd name="connsiteY0" fmla="*/ 0 h 6289461"/>
              <a:gd name="connsiteX1" fmla="*/ 0 w 4095256"/>
              <a:gd name="connsiteY1" fmla="*/ 1030477 h 6289461"/>
              <a:gd name="connsiteX2" fmla="*/ 0 w 4095256"/>
              <a:gd name="connsiteY2" fmla="*/ 2238622 h 6289461"/>
              <a:gd name="connsiteX3" fmla="*/ 2047628 w 4095256"/>
              <a:gd name="connsiteY3" fmla="*/ 6289461 h 6289461"/>
              <a:gd name="connsiteX4" fmla="*/ 4095256 w 4095256"/>
              <a:gd name="connsiteY4" fmla="*/ 2238622 h 6289461"/>
              <a:gd name="connsiteX5" fmla="*/ 4095256 w 4095256"/>
              <a:gd name="connsiteY5" fmla="*/ 1030477 h 6289461"/>
              <a:gd name="connsiteX6" fmla="*/ 2047628 w 4095256"/>
              <a:gd name="connsiteY6" fmla="*/ 0 h 628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95256" h="6289461">
                <a:moveTo>
                  <a:pt x="2047628" y="0"/>
                </a:moveTo>
                <a:cubicBezTo>
                  <a:pt x="1630107" y="400642"/>
                  <a:pt x="899890" y="1105097"/>
                  <a:pt x="0" y="1030477"/>
                </a:cubicBezTo>
                <a:cubicBezTo>
                  <a:pt x="0" y="1432896"/>
                  <a:pt x="0" y="1836203"/>
                  <a:pt x="0" y="2238622"/>
                </a:cubicBezTo>
                <a:cubicBezTo>
                  <a:pt x="72844" y="4351099"/>
                  <a:pt x="1032253" y="5570793"/>
                  <a:pt x="2047628" y="6289461"/>
                </a:cubicBezTo>
                <a:cubicBezTo>
                  <a:pt x="3063003" y="5570793"/>
                  <a:pt x="4022412" y="4351099"/>
                  <a:pt x="4095256" y="2238622"/>
                </a:cubicBezTo>
                <a:cubicBezTo>
                  <a:pt x="4095256" y="1836203"/>
                  <a:pt x="4095256" y="1432896"/>
                  <a:pt x="4095256" y="1030477"/>
                </a:cubicBezTo>
                <a:cubicBezTo>
                  <a:pt x="3195366" y="1105097"/>
                  <a:pt x="2465149" y="400642"/>
                  <a:pt x="2047628" y="0"/>
                </a:cubicBezTo>
                <a:close/>
              </a:path>
            </a:pathLst>
          </a:custGeom>
          <a:solidFill>
            <a:srgbClr val="222A39"/>
          </a:solidFill>
          <a:ln w="195043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0E738B69-33C5-4DEC-8DBE-A37E69D5ECD8}"/>
              </a:ext>
            </a:extLst>
          </p:cNvPr>
          <p:cNvSpPr/>
          <p:nvPr/>
        </p:nvSpPr>
        <p:spPr>
          <a:xfrm>
            <a:off x="1647874" y="658542"/>
            <a:ext cx="3562251" cy="5591224"/>
          </a:xfrm>
          <a:custGeom>
            <a:avLst/>
            <a:gdLst>
              <a:gd name="connsiteX0" fmla="*/ 1781126 w 3562251"/>
              <a:gd name="connsiteY0" fmla="*/ 0 h 5591224"/>
              <a:gd name="connsiteX1" fmla="*/ 0 w 3562251"/>
              <a:gd name="connsiteY1" fmla="*/ 930982 h 5591224"/>
              <a:gd name="connsiteX2" fmla="*/ 0 w 3562251"/>
              <a:gd name="connsiteY2" fmla="*/ 1871737 h 5591224"/>
              <a:gd name="connsiteX3" fmla="*/ 1781126 w 3562251"/>
              <a:gd name="connsiteY3" fmla="*/ 5591225 h 5591224"/>
              <a:gd name="connsiteX4" fmla="*/ 3562251 w 3562251"/>
              <a:gd name="connsiteY4" fmla="*/ 1871737 h 5591224"/>
              <a:gd name="connsiteX5" fmla="*/ 3562251 w 3562251"/>
              <a:gd name="connsiteY5" fmla="*/ 930982 h 5591224"/>
              <a:gd name="connsiteX6" fmla="*/ 1781126 w 3562251"/>
              <a:gd name="connsiteY6" fmla="*/ 0 h 5591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62251" h="5591224">
                <a:moveTo>
                  <a:pt x="1781126" y="0"/>
                </a:moveTo>
                <a:cubicBezTo>
                  <a:pt x="1245455" y="493030"/>
                  <a:pt x="707120" y="869687"/>
                  <a:pt x="0" y="930982"/>
                </a:cubicBezTo>
                <a:cubicBezTo>
                  <a:pt x="0" y="1244567"/>
                  <a:pt x="0" y="1558152"/>
                  <a:pt x="0" y="1871737"/>
                </a:cubicBezTo>
                <a:cubicBezTo>
                  <a:pt x="60407" y="3357933"/>
                  <a:pt x="551660" y="4637145"/>
                  <a:pt x="1781126" y="5591225"/>
                </a:cubicBezTo>
                <a:cubicBezTo>
                  <a:pt x="3010591" y="4637145"/>
                  <a:pt x="3501844" y="3357933"/>
                  <a:pt x="3562251" y="1871737"/>
                </a:cubicBezTo>
                <a:cubicBezTo>
                  <a:pt x="3562251" y="1558152"/>
                  <a:pt x="3562251" y="1244567"/>
                  <a:pt x="3562251" y="930982"/>
                </a:cubicBezTo>
                <a:cubicBezTo>
                  <a:pt x="2855131" y="869687"/>
                  <a:pt x="2316796" y="493030"/>
                  <a:pt x="1781126" y="0"/>
                </a:cubicBezTo>
                <a:close/>
              </a:path>
            </a:pathLst>
          </a:custGeom>
          <a:solidFill>
            <a:srgbClr val="222A39"/>
          </a:solidFill>
          <a:ln w="44328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0" name="자유형: 도형 229">
            <a:extLst>
              <a:ext uri="{FF2B5EF4-FFF2-40B4-BE49-F238E27FC236}">
                <a16:creationId xmlns:a16="http://schemas.microsoft.com/office/drawing/2014/main" id="{82549B1B-401E-4406-AC85-0B3FF95466DB}"/>
              </a:ext>
            </a:extLst>
          </p:cNvPr>
          <p:cNvSpPr/>
          <p:nvPr/>
        </p:nvSpPr>
        <p:spPr>
          <a:xfrm>
            <a:off x="2329939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chemeClr val="bg2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4A3F9358-7B47-4899-AD7C-7EB763182CAF}"/>
              </a:ext>
            </a:extLst>
          </p:cNvPr>
          <p:cNvSpPr/>
          <p:nvPr/>
        </p:nvSpPr>
        <p:spPr>
          <a:xfrm rot="17857827">
            <a:off x="2567396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F0096A3-E0F8-4A8E-B571-EB5504FBDDE5}"/>
              </a:ext>
            </a:extLst>
          </p:cNvPr>
          <p:cNvSpPr/>
          <p:nvPr/>
        </p:nvSpPr>
        <p:spPr>
          <a:xfrm rot="19503875">
            <a:off x="2581048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0C7778A7-F650-446F-BC24-AC032775107C}"/>
              </a:ext>
            </a:extLst>
          </p:cNvPr>
          <p:cNvSpPr/>
          <p:nvPr/>
        </p:nvSpPr>
        <p:spPr>
          <a:xfrm>
            <a:off x="1918508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D3DF056-9371-4FC1-945E-718D88C41B68}"/>
              </a:ext>
            </a:extLst>
          </p:cNvPr>
          <p:cNvSpPr/>
          <p:nvPr/>
        </p:nvSpPr>
        <p:spPr>
          <a:xfrm>
            <a:off x="2465295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36" name="자유형: 도형 235">
            <a:extLst>
              <a:ext uri="{FF2B5EF4-FFF2-40B4-BE49-F238E27FC236}">
                <a16:creationId xmlns:a16="http://schemas.microsoft.com/office/drawing/2014/main" id="{93C5D31D-B774-4FDA-8DAC-3FF8C4DB5A3C}"/>
              </a:ext>
            </a:extLst>
          </p:cNvPr>
          <p:cNvSpPr/>
          <p:nvPr/>
        </p:nvSpPr>
        <p:spPr>
          <a:xfrm>
            <a:off x="2583334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7" name="자유형: 도형 236">
            <a:extLst>
              <a:ext uri="{FF2B5EF4-FFF2-40B4-BE49-F238E27FC236}">
                <a16:creationId xmlns:a16="http://schemas.microsoft.com/office/drawing/2014/main" id="{0CB603CF-7D6A-40BE-AC9A-00E3A0C702FF}"/>
              </a:ext>
            </a:extLst>
          </p:cNvPr>
          <p:cNvSpPr/>
          <p:nvPr/>
        </p:nvSpPr>
        <p:spPr>
          <a:xfrm>
            <a:off x="199724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F5713107-E8B0-427D-86F6-C85D9A37CE39}"/>
              </a:ext>
            </a:extLst>
          </p:cNvPr>
          <p:cNvSpPr/>
          <p:nvPr/>
        </p:nvSpPr>
        <p:spPr>
          <a:xfrm>
            <a:off x="2537705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57D0E55E-C6C4-417F-9620-67CF9592E90C}"/>
              </a:ext>
            </a:extLst>
          </p:cNvPr>
          <p:cNvSpPr/>
          <p:nvPr/>
        </p:nvSpPr>
        <p:spPr>
          <a:xfrm>
            <a:off x="2274943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0" name="자유형: 도형 239">
            <a:extLst>
              <a:ext uri="{FF2B5EF4-FFF2-40B4-BE49-F238E27FC236}">
                <a16:creationId xmlns:a16="http://schemas.microsoft.com/office/drawing/2014/main" id="{EE736A88-5D33-4DB5-9872-5F11D8D7A975}"/>
              </a:ext>
            </a:extLst>
          </p:cNvPr>
          <p:cNvSpPr/>
          <p:nvPr/>
        </p:nvSpPr>
        <p:spPr>
          <a:xfrm>
            <a:off x="257722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1" name="자유형: 도형 240">
            <a:extLst>
              <a:ext uri="{FF2B5EF4-FFF2-40B4-BE49-F238E27FC236}">
                <a16:creationId xmlns:a16="http://schemas.microsoft.com/office/drawing/2014/main" id="{03721155-4F88-4CB1-94AF-A3B9614D2A96}"/>
              </a:ext>
            </a:extLst>
          </p:cNvPr>
          <p:cNvSpPr/>
          <p:nvPr/>
        </p:nvSpPr>
        <p:spPr>
          <a:xfrm>
            <a:off x="2757792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BE94850C-566A-4FD1-9146-A1555AEB3952}"/>
              </a:ext>
            </a:extLst>
          </p:cNvPr>
          <p:cNvSpPr/>
          <p:nvPr/>
        </p:nvSpPr>
        <p:spPr>
          <a:xfrm>
            <a:off x="2519775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4" name="자유형: 도형 243">
            <a:extLst>
              <a:ext uri="{FF2B5EF4-FFF2-40B4-BE49-F238E27FC236}">
                <a16:creationId xmlns:a16="http://schemas.microsoft.com/office/drawing/2014/main" id="{9873BDE4-3CB5-4285-8468-D0F0EC6FFC03}"/>
              </a:ext>
            </a:extLst>
          </p:cNvPr>
          <p:cNvSpPr/>
          <p:nvPr/>
        </p:nvSpPr>
        <p:spPr>
          <a:xfrm flipH="1">
            <a:off x="4185084" y="4163007"/>
            <a:ext cx="341781" cy="435997"/>
          </a:xfrm>
          <a:custGeom>
            <a:avLst/>
            <a:gdLst>
              <a:gd name="connsiteX0" fmla="*/ 62454 w 506314"/>
              <a:gd name="connsiteY0" fmla="*/ 1126981 h 1127934"/>
              <a:gd name="connsiteX1" fmla="*/ 959 w 506314"/>
              <a:gd name="connsiteY1" fmla="*/ 1053364 h 1127934"/>
              <a:gd name="connsiteX2" fmla="*/ 44022 w 506314"/>
              <a:gd name="connsiteY2" fmla="*/ 944986 h 1127934"/>
              <a:gd name="connsiteX3" fmla="*/ 73026 w 506314"/>
              <a:gd name="connsiteY3" fmla="*/ 905023 h 1127934"/>
              <a:gd name="connsiteX4" fmla="*/ 140942 w 506314"/>
              <a:gd name="connsiteY4" fmla="*/ 843583 h 1127934"/>
              <a:gd name="connsiteX5" fmla="*/ 194632 w 506314"/>
              <a:gd name="connsiteY5" fmla="*/ 782199 h 1127934"/>
              <a:gd name="connsiteX6" fmla="*/ 255629 w 506314"/>
              <a:gd name="connsiteY6" fmla="*/ 754911 h 1127934"/>
              <a:gd name="connsiteX7" fmla="*/ 282309 w 506314"/>
              <a:gd name="connsiteY7" fmla="*/ 843417 h 1127934"/>
              <a:gd name="connsiteX8" fmla="*/ 202382 w 506314"/>
              <a:gd name="connsiteY8" fmla="*/ 978197 h 1127934"/>
              <a:gd name="connsiteX9" fmla="*/ 62454 w 506314"/>
              <a:gd name="connsiteY9" fmla="*/ 1126981 h 1127934"/>
              <a:gd name="connsiteX10" fmla="*/ 431369 w 506314"/>
              <a:gd name="connsiteY10" fmla="*/ 75365 h 1127934"/>
              <a:gd name="connsiteX11" fmla="*/ 408786 w 506314"/>
              <a:gd name="connsiteY11" fmla="*/ 39996 h 1127934"/>
              <a:gd name="connsiteX12" fmla="*/ 506315 w 506314"/>
              <a:gd name="connsiteY12" fmla="*/ 31693 h 1127934"/>
              <a:gd name="connsiteX13" fmla="*/ 431369 w 506314"/>
              <a:gd name="connsiteY13" fmla="*/ 75365 h 1127934"/>
              <a:gd name="connsiteX0" fmla="*/ 62454 w 506315"/>
              <a:gd name="connsiteY0" fmla="*/ 1095288 h 1096241"/>
              <a:gd name="connsiteX1" fmla="*/ 959 w 506315"/>
              <a:gd name="connsiteY1" fmla="*/ 1021671 h 1096241"/>
              <a:gd name="connsiteX2" fmla="*/ 44022 w 506315"/>
              <a:gd name="connsiteY2" fmla="*/ 913293 h 1096241"/>
              <a:gd name="connsiteX3" fmla="*/ 73026 w 506315"/>
              <a:gd name="connsiteY3" fmla="*/ 873330 h 1096241"/>
              <a:gd name="connsiteX4" fmla="*/ 140942 w 506315"/>
              <a:gd name="connsiteY4" fmla="*/ 811890 h 1096241"/>
              <a:gd name="connsiteX5" fmla="*/ 194632 w 506315"/>
              <a:gd name="connsiteY5" fmla="*/ 750506 h 1096241"/>
              <a:gd name="connsiteX6" fmla="*/ 255629 w 506315"/>
              <a:gd name="connsiteY6" fmla="*/ 723218 h 1096241"/>
              <a:gd name="connsiteX7" fmla="*/ 282309 w 506315"/>
              <a:gd name="connsiteY7" fmla="*/ 811724 h 1096241"/>
              <a:gd name="connsiteX8" fmla="*/ 202382 w 506315"/>
              <a:gd name="connsiteY8" fmla="*/ 946504 h 1096241"/>
              <a:gd name="connsiteX9" fmla="*/ 62454 w 506315"/>
              <a:gd name="connsiteY9" fmla="*/ 1095288 h 1096241"/>
              <a:gd name="connsiteX10" fmla="*/ 431369 w 506315"/>
              <a:gd name="connsiteY10" fmla="*/ 43672 h 1096241"/>
              <a:gd name="connsiteX11" fmla="*/ 506315 w 506315"/>
              <a:gd name="connsiteY11" fmla="*/ 0 h 1096241"/>
              <a:gd name="connsiteX12" fmla="*/ 431369 w 506315"/>
              <a:gd name="connsiteY12" fmla="*/ 43672 h 1096241"/>
              <a:gd name="connsiteX0" fmla="*/ 62454 w 307819"/>
              <a:gd name="connsiteY0" fmla="*/ 377723 h 378676"/>
              <a:gd name="connsiteX1" fmla="*/ 959 w 307819"/>
              <a:gd name="connsiteY1" fmla="*/ 304106 h 378676"/>
              <a:gd name="connsiteX2" fmla="*/ 44022 w 307819"/>
              <a:gd name="connsiteY2" fmla="*/ 195728 h 378676"/>
              <a:gd name="connsiteX3" fmla="*/ 73026 w 307819"/>
              <a:gd name="connsiteY3" fmla="*/ 155765 h 378676"/>
              <a:gd name="connsiteX4" fmla="*/ 140942 w 307819"/>
              <a:gd name="connsiteY4" fmla="*/ 94325 h 378676"/>
              <a:gd name="connsiteX5" fmla="*/ 194632 w 307819"/>
              <a:gd name="connsiteY5" fmla="*/ 32941 h 378676"/>
              <a:gd name="connsiteX6" fmla="*/ 255629 w 307819"/>
              <a:gd name="connsiteY6" fmla="*/ 5653 h 378676"/>
              <a:gd name="connsiteX7" fmla="*/ 282309 w 307819"/>
              <a:gd name="connsiteY7" fmla="*/ 94159 h 378676"/>
              <a:gd name="connsiteX8" fmla="*/ 202382 w 307819"/>
              <a:gd name="connsiteY8" fmla="*/ 228939 h 378676"/>
              <a:gd name="connsiteX9" fmla="*/ 62454 w 307819"/>
              <a:gd name="connsiteY9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47 w 307312"/>
              <a:gd name="connsiteY0" fmla="*/ 377723 h 378676"/>
              <a:gd name="connsiteX1" fmla="*/ 452 w 307312"/>
              <a:gd name="connsiteY1" fmla="*/ 304106 h 378676"/>
              <a:gd name="connsiteX2" fmla="*/ 43515 w 307312"/>
              <a:gd name="connsiteY2" fmla="*/ 195728 h 378676"/>
              <a:gd name="connsiteX3" fmla="*/ 140435 w 307312"/>
              <a:gd name="connsiteY3" fmla="*/ 94325 h 378676"/>
              <a:gd name="connsiteX4" fmla="*/ 194125 w 307312"/>
              <a:gd name="connsiteY4" fmla="*/ 32941 h 378676"/>
              <a:gd name="connsiteX5" fmla="*/ 255122 w 307312"/>
              <a:gd name="connsiteY5" fmla="*/ 5653 h 378676"/>
              <a:gd name="connsiteX6" fmla="*/ 281802 w 307312"/>
              <a:gd name="connsiteY6" fmla="*/ 94159 h 378676"/>
              <a:gd name="connsiteX7" fmla="*/ 201875 w 307312"/>
              <a:gd name="connsiteY7" fmla="*/ 228939 h 378676"/>
              <a:gd name="connsiteX8" fmla="*/ 61947 w 307312"/>
              <a:gd name="connsiteY8" fmla="*/ 377723 h 378676"/>
              <a:gd name="connsiteX0" fmla="*/ 61958 w 307323"/>
              <a:gd name="connsiteY0" fmla="*/ 375640 h 376593"/>
              <a:gd name="connsiteX1" fmla="*/ 463 w 307323"/>
              <a:gd name="connsiteY1" fmla="*/ 302023 h 376593"/>
              <a:gd name="connsiteX2" fmla="*/ 43526 w 307323"/>
              <a:gd name="connsiteY2" fmla="*/ 193645 h 376593"/>
              <a:gd name="connsiteX3" fmla="*/ 144712 w 307323"/>
              <a:gd name="connsiteY3" fmla="*/ 102480 h 376593"/>
              <a:gd name="connsiteX4" fmla="*/ 194136 w 307323"/>
              <a:gd name="connsiteY4" fmla="*/ 30858 h 376593"/>
              <a:gd name="connsiteX5" fmla="*/ 255133 w 307323"/>
              <a:gd name="connsiteY5" fmla="*/ 3570 h 376593"/>
              <a:gd name="connsiteX6" fmla="*/ 281813 w 307323"/>
              <a:gd name="connsiteY6" fmla="*/ 92076 h 376593"/>
              <a:gd name="connsiteX7" fmla="*/ 201886 w 307323"/>
              <a:gd name="connsiteY7" fmla="*/ 226856 h 376593"/>
              <a:gd name="connsiteX8" fmla="*/ 61958 w 307323"/>
              <a:gd name="connsiteY8" fmla="*/ 375640 h 376593"/>
              <a:gd name="connsiteX0" fmla="*/ 61945 w 307310"/>
              <a:gd name="connsiteY0" fmla="*/ 375587 h 376540"/>
              <a:gd name="connsiteX1" fmla="*/ 450 w 307310"/>
              <a:gd name="connsiteY1" fmla="*/ 301970 h 376540"/>
              <a:gd name="connsiteX2" fmla="*/ 43513 w 307310"/>
              <a:gd name="connsiteY2" fmla="*/ 193592 h 376540"/>
              <a:gd name="connsiteX3" fmla="*/ 139580 w 307310"/>
              <a:gd name="connsiteY3" fmla="*/ 99014 h 376540"/>
              <a:gd name="connsiteX4" fmla="*/ 194123 w 307310"/>
              <a:gd name="connsiteY4" fmla="*/ 30805 h 376540"/>
              <a:gd name="connsiteX5" fmla="*/ 255120 w 307310"/>
              <a:gd name="connsiteY5" fmla="*/ 3517 h 376540"/>
              <a:gd name="connsiteX6" fmla="*/ 281800 w 307310"/>
              <a:gd name="connsiteY6" fmla="*/ 92023 h 376540"/>
              <a:gd name="connsiteX7" fmla="*/ 201873 w 307310"/>
              <a:gd name="connsiteY7" fmla="*/ 226803 h 376540"/>
              <a:gd name="connsiteX8" fmla="*/ 61945 w 307310"/>
              <a:gd name="connsiteY8" fmla="*/ 375587 h 376540"/>
              <a:gd name="connsiteX0" fmla="*/ 61945 w 296935"/>
              <a:gd name="connsiteY0" fmla="*/ 381315 h 382268"/>
              <a:gd name="connsiteX1" fmla="*/ 450 w 296935"/>
              <a:gd name="connsiteY1" fmla="*/ 307698 h 382268"/>
              <a:gd name="connsiteX2" fmla="*/ 43513 w 296935"/>
              <a:gd name="connsiteY2" fmla="*/ 199320 h 382268"/>
              <a:gd name="connsiteX3" fmla="*/ 139580 w 296935"/>
              <a:gd name="connsiteY3" fmla="*/ 104742 h 382268"/>
              <a:gd name="connsiteX4" fmla="*/ 207774 w 296935"/>
              <a:gd name="connsiteY4" fmla="*/ 13496 h 382268"/>
              <a:gd name="connsiteX5" fmla="*/ 255120 w 296935"/>
              <a:gd name="connsiteY5" fmla="*/ 9245 h 382268"/>
              <a:gd name="connsiteX6" fmla="*/ 281800 w 296935"/>
              <a:gd name="connsiteY6" fmla="*/ 97751 h 382268"/>
              <a:gd name="connsiteX7" fmla="*/ 201873 w 296935"/>
              <a:gd name="connsiteY7" fmla="*/ 232531 h 382268"/>
              <a:gd name="connsiteX8" fmla="*/ 61945 w 296935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2268"/>
              <a:gd name="connsiteX1" fmla="*/ 494 w 296979"/>
              <a:gd name="connsiteY1" fmla="*/ 307698 h 382268"/>
              <a:gd name="connsiteX2" fmla="*/ 40997 w 296979"/>
              <a:gd name="connsiteY2" fmla="*/ 199320 h 382268"/>
              <a:gd name="connsiteX3" fmla="*/ 139624 w 296979"/>
              <a:gd name="connsiteY3" fmla="*/ 104742 h 382268"/>
              <a:gd name="connsiteX4" fmla="*/ 207818 w 296979"/>
              <a:gd name="connsiteY4" fmla="*/ 13496 h 382268"/>
              <a:gd name="connsiteX5" fmla="*/ 255164 w 296979"/>
              <a:gd name="connsiteY5" fmla="*/ 9245 h 382268"/>
              <a:gd name="connsiteX6" fmla="*/ 281844 w 296979"/>
              <a:gd name="connsiteY6" fmla="*/ 97751 h 382268"/>
              <a:gd name="connsiteX7" fmla="*/ 201917 w 296979"/>
              <a:gd name="connsiteY7" fmla="*/ 232531 h 382268"/>
              <a:gd name="connsiteX8" fmla="*/ 61989 w 296979"/>
              <a:gd name="connsiteY8" fmla="*/ 381315 h 382268"/>
              <a:gd name="connsiteX0" fmla="*/ 61989 w 296979"/>
              <a:gd name="connsiteY0" fmla="*/ 381315 h 381703"/>
              <a:gd name="connsiteX1" fmla="*/ 494 w 296979"/>
              <a:gd name="connsiteY1" fmla="*/ 307698 h 381703"/>
              <a:gd name="connsiteX2" fmla="*/ 40997 w 296979"/>
              <a:gd name="connsiteY2" fmla="*/ 199320 h 381703"/>
              <a:gd name="connsiteX3" fmla="*/ 139624 w 296979"/>
              <a:gd name="connsiteY3" fmla="*/ 104742 h 381703"/>
              <a:gd name="connsiteX4" fmla="*/ 207818 w 296979"/>
              <a:gd name="connsiteY4" fmla="*/ 13496 h 381703"/>
              <a:gd name="connsiteX5" fmla="*/ 255164 w 296979"/>
              <a:gd name="connsiteY5" fmla="*/ 9245 h 381703"/>
              <a:gd name="connsiteX6" fmla="*/ 281844 w 296979"/>
              <a:gd name="connsiteY6" fmla="*/ 97751 h 381703"/>
              <a:gd name="connsiteX7" fmla="*/ 201917 w 296979"/>
              <a:gd name="connsiteY7" fmla="*/ 232531 h 381703"/>
              <a:gd name="connsiteX8" fmla="*/ 61989 w 296979"/>
              <a:gd name="connsiteY8" fmla="*/ 381315 h 381703"/>
              <a:gd name="connsiteX0" fmla="*/ 61989 w 296979"/>
              <a:gd name="connsiteY0" fmla="*/ 381315 h 381582"/>
              <a:gd name="connsiteX1" fmla="*/ 494 w 296979"/>
              <a:gd name="connsiteY1" fmla="*/ 307698 h 381582"/>
              <a:gd name="connsiteX2" fmla="*/ 40997 w 296979"/>
              <a:gd name="connsiteY2" fmla="*/ 199320 h 381582"/>
              <a:gd name="connsiteX3" fmla="*/ 139624 w 296979"/>
              <a:gd name="connsiteY3" fmla="*/ 104742 h 381582"/>
              <a:gd name="connsiteX4" fmla="*/ 207818 w 296979"/>
              <a:gd name="connsiteY4" fmla="*/ 13496 h 381582"/>
              <a:gd name="connsiteX5" fmla="*/ 255164 w 296979"/>
              <a:gd name="connsiteY5" fmla="*/ 9245 h 381582"/>
              <a:gd name="connsiteX6" fmla="*/ 281844 w 296979"/>
              <a:gd name="connsiteY6" fmla="*/ 97751 h 381582"/>
              <a:gd name="connsiteX7" fmla="*/ 201917 w 296979"/>
              <a:gd name="connsiteY7" fmla="*/ 232531 h 381582"/>
              <a:gd name="connsiteX8" fmla="*/ 61989 w 296979"/>
              <a:gd name="connsiteY8" fmla="*/ 381315 h 38158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62"/>
              <a:gd name="connsiteX1" fmla="*/ 494 w 296979"/>
              <a:gd name="connsiteY1" fmla="*/ 307698 h 381362"/>
              <a:gd name="connsiteX2" fmla="*/ 40997 w 296979"/>
              <a:gd name="connsiteY2" fmla="*/ 199320 h 381362"/>
              <a:gd name="connsiteX3" fmla="*/ 139624 w 296979"/>
              <a:gd name="connsiteY3" fmla="*/ 104742 h 381362"/>
              <a:gd name="connsiteX4" fmla="*/ 207818 w 296979"/>
              <a:gd name="connsiteY4" fmla="*/ 13496 h 381362"/>
              <a:gd name="connsiteX5" fmla="*/ 255164 w 296979"/>
              <a:gd name="connsiteY5" fmla="*/ 9245 h 381362"/>
              <a:gd name="connsiteX6" fmla="*/ 281844 w 296979"/>
              <a:gd name="connsiteY6" fmla="*/ 97751 h 381362"/>
              <a:gd name="connsiteX7" fmla="*/ 201917 w 296979"/>
              <a:gd name="connsiteY7" fmla="*/ 232531 h 381362"/>
              <a:gd name="connsiteX8" fmla="*/ 61989 w 296979"/>
              <a:gd name="connsiteY8" fmla="*/ 381315 h 381362"/>
              <a:gd name="connsiteX0" fmla="*/ 61989 w 296979"/>
              <a:gd name="connsiteY0" fmla="*/ 381315 h 381373"/>
              <a:gd name="connsiteX1" fmla="*/ 494 w 296979"/>
              <a:gd name="connsiteY1" fmla="*/ 307698 h 381373"/>
              <a:gd name="connsiteX2" fmla="*/ 40997 w 296979"/>
              <a:gd name="connsiteY2" fmla="*/ 199320 h 381373"/>
              <a:gd name="connsiteX3" fmla="*/ 139624 w 296979"/>
              <a:gd name="connsiteY3" fmla="*/ 104742 h 381373"/>
              <a:gd name="connsiteX4" fmla="*/ 207818 w 296979"/>
              <a:gd name="connsiteY4" fmla="*/ 13496 h 381373"/>
              <a:gd name="connsiteX5" fmla="*/ 255164 w 296979"/>
              <a:gd name="connsiteY5" fmla="*/ 9245 h 381373"/>
              <a:gd name="connsiteX6" fmla="*/ 281844 w 296979"/>
              <a:gd name="connsiteY6" fmla="*/ 97751 h 381373"/>
              <a:gd name="connsiteX7" fmla="*/ 201917 w 296979"/>
              <a:gd name="connsiteY7" fmla="*/ 232531 h 381373"/>
              <a:gd name="connsiteX8" fmla="*/ 61989 w 296979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73"/>
              <a:gd name="connsiteX1" fmla="*/ 392 w 296877"/>
              <a:gd name="connsiteY1" fmla="*/ 307698 h 381373"/>
              <a:gd name="connsiteX2" fmla="*/ 40895 w 296877"/>
              <a:gd name="connsiteY2" fmla="*/ 199320 h 381373"/>
              <a:gd name="connsiteX3" fmla="*/ 139522 w 296877"/>
              <a:gd name="connsiteY3" fmla="*/ 104742 h 381373"/>
              <a:gd name="connsiteX4" fmla="*/ 207716 w 296877"/>
              <a:gd name="connsiteY4" fmla="*/ 13496 h 381373"/>
              <a:gd name="connsiteX5" fmla="*/ 255062 w 296877"/>
              <a:gd name="connsiteY5" fmla="*/ 9245 h 381373"/>
              <a:gd name="connsiteX6" fmla="*/ 281742 w 296877"/>
              <a:gd name="connsiteY6" fmla="*/ 97751 h 381373"/>
              <a:gd name="connsiteX7" fmla="*/ 201815 w 296877"/>
              <a:gd name="connsiteY7" fmla="*/ 232531 h 381373"/>
              <a:gd name="connsiteX8" fmla="*/ 61887 w 296877"/>
              <a:gd name="connsiteY8" fmla="*/ 381315 h 381373"/>
              <a:gd name="connsiteX0" fmla="*/ 61887 w 296877"/>
              <a:gd name="connsiteY0" fmla="*/ 381315 h 381351"/>
              <a:gd name="connsiteX1" fmla="*/ 392 w 296877"/>
              <a:gd name="connsiteY1" fmla="*/ 307698 h 381351"/>
              <a:gd name="connsiteX2" fmla="*/ 40895 w 296877"/>
              <a:gd name="connsiteY2" fmla="*/ 199320 h 381351"/>
              <a:gd name="connsiteX3" fmla="*/ 139522 w 296877"/>
              <a:gd name="connsiteY3" fmla="*/ 104742 h 381351"/>
              <a:gd name="connsiteX4" fmla="*/ 207716 w 296877"/>
              <a:gd name="connsiteY4" fmla="*/ 13496 h 381351"/>
              <a:gd name="connsiteX5" fmla="*/ 255062 w 296877"/>
              <a:gd name="connsiteY5" fmla="*/ 9245 h 381351"/>
              <a:gd name="connsiteX6" fmla="*/ 281742 w 296877"/>
              <a:gd name="connsiteY6" fmla="*/ 97751 h 381351"/>
              <a:gd name="connsiteX7" fmla="*/ 201815 w 296877"/>
              <a:gd name="connsiteY7" fmla="*/ 232531 h 381351"/>
              <a:gd name="connsiteX8" fmla="*/ 61887 w 296877"/>
              <a:gd name="connsiteY8" fmla="*/ 381315 h 381351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381315 h 381630"/>
              <a:gd name="connsiteX1" fmla="*/ 392 w 296877"/>
              <a:gd name="connsiteY1" fmla="*/ 307698 h 381630"/>
              <a:gd name="connsiteX2" fmla="*/ 40895 w 296877"/>
              <a:gd name="connsiteY2" fmla="*/ 199320 h 381630"/>
              <a:gd name="connsiteX3" fmla="*/ 139522 w 296877"/>
              <a:gd name="connsiteY3" fmla="*/ 104742 h 381630"/>
              <a:gd name="connsiteX4" fmla="*/ 207716 w 296877"/>
              <a:gd name="connsiteY4" fmla="*/ 13496 h 381630"/>
              <a:gd name="connsiteX5" fmla="*/ 255062 w 296877"/>
              <a:gd name="connsiteY5" fmla="*/ 9245 h 381630"/>
              <a:gd name="connsiteX6" fmla="*/ 281742 w 296877"/>
              <a:gd name="connsiteY6" fmla="*/ 97751 h 381630"/>
              <a:gd name="connsiteX7" fmla="*/ 201815 w 296877"/>
              <a:gd name="connsiteY7" fmla="*/ 232531 h 381630"/>
              <a:gd name="connsiteX8" fmla="*/ 61887 w 296877"/>
              <a:gd name="connsiteY8" fmla="*/ 381315 h 381630"/>
              <a:gd name="connsiteX0" fmla="*/ 61887 w 296877"/>
              <a:gd name="connsiteY0" fmla="*/ 404458 h 404773"/>
              <a:gd name="connsiteX1" fmla="*/ 392 w 296877"/>
              <a:gd name="connsiteY1" fmla="*/ 330841 h 404773"/>
              <a:gd name="connsiteX2" fmla="*/ 40895 w 296877"/>
              <a:gd name="connsiteY2" fmla="*/ 222463 h 404773"/>
              <a:gd name="connsiteX3" fmla="*/ 139522 w 296877"/>
              <a:gd name="connsiteY3" fmla="*/ 127885 h 404773"/>
              <a:gd name="connsiteX4" fmla="*/ 207716 w 296877"/>
              <a:gd name="connsiteY4" fmla="*/ 36639 h 404773"/>
              <a:gd name="connsiteX5" fmla="*/ 255062 w 296877"/>
              <a:gd name="connsiteY5" fmla="*/ 32388 h 404773"/>
              <a:gd name="connsiteX6" fmla="*/ 281742 w 296877"/>
              <a:gd name="connsiteY6" fmla="*/ 120894 h 404773"/>
              <a:gd name="connsiteX7" fmla="*/ 201815 w 296877"/>
              <a:gd name="connsiteY7" fmla="*/ 255674 h 404773"/>
              <a:gd name="connsiteX8" fmla="*/ 61887 w 296877"/>
              <a:gd name="connsiteY8" fmla="*/ 404458 h 404773"/>
              <a:gd name="connsiteX0" fmla="*/ 61887 w 341298"/>
              <a:gd name="connsiteY0" fmla="*/ 404458 h 404773"/>
              <a:gd name="connsiteX1" fmla="*/ 392 w 341298"/>
              <a:gd name="connsiteY1" fmla="*/ 330841 h 404773"/>
              <a:gd name="connsiteX2" fmla="*/ 40895 w 341298"/>
              <a:gd name="connsiteY2" fmla="*/ 222463 h 404773"/>
              <a:gd name="connsiteX3" fmla="*/ 139522 w 341298"/>
              <a:gd name="connsiteY3" fmla="*/ 127885 h 404773"/>
              <a:gd name="connsiteX4" fmla="*/ 207716 w 341298"/>
              <a:gd name="connsiteY4" fmla="*/ 36639 h 404773"/>
              <a:gd name="connsiteX5" fmla="*/ 255062 w 341298"/>
              <a:gd name="connsiteY5" fmla="*/ 32388 h 404773"/>
              <a:gd name="connsiteX6" fmla="*/ 281742 w 341298"/>
              <a:gd name="connsiteY6" fmla="*/ 120894 h 404773"/>
              <a:gd name="connsiteX7" fmla="*/ 201815 w 341298"/>
              <a:gd name="connsiteY7" fmla="*/ 255674 h 404773"/>
              <a:gd name="connsiteX8" fmla="*/ 61887 w 341298"/>
              <a:gd name="connsiteY8" fmla="*/ 404458 h 404773"/>
              <a:gd name="connsiteX0" fmla="*/ 62025 w 341436"/>
              <a:gd name="connsiteY0" fmla="*/ 383047 h 383362"/>
              <a:gd name="connsiteX1" fmla="*/ 530 w 341436"/>
              <a:gd name="connsiteY1" fmla="*/ 309430 h 383362"/>
              <a:gd name="connsiteX2" fmla="*/ 41033 w 341436"/>
              <a:gd name="connsiteY2" fmla="*/ 201052 h 383362"/>
              <a:gd name="connsiteX3" fmla="*/ 150374 w 341436"/>
              <a:gd name="connsiteY3" fmla="*/ 136231 h 383362"/>
              <a:gd name="connsiteX4" fmla="*/ 207854 w 341436"/>
              <a:gd name="connsiteY4" fmla="*/ 15228 h 383362"/>
              <a:gd name="connsiteX5" fmla="*/ 255200 w 341436"/>
              <a:gd name="connsiteY5" fmla="*/ 10977 h 383362"/>
              <a:gd name="connsiteX6" fmla="*/ 281880 w 341436"/>
              <a:gd name="connsiteY6" fmla="*/ 99483 h 383362"/>
              <a:gd name="connsiteX7" fmla="*/ 201953 w 341436"/>
              <a:gd name="connsiteY7" fmla="*/ 234263 h 383362"/>
              <a:gd name="connsiteX8" fmla="*/ 62025 w 341436"/>
              <a:gd name="connsiteY8" fmla="*/ 383047 h 383362"/>
              <a:gd name="connsiteX0" fmla="*/ 62119 w 341530"/>
              <a:gd name="connsiteY0" fmla="*/ 382333 h 382648"/>
              <a:gd name="connsiteX1" fmla="*/ 624 w 341530"/>
              <a:gd name="connsiteY1" fmla="*/ 308716 h 382648"/>
              <a:gd name="connsiteX2" fmla="*/ 41127 w 341530"/>
              <a:gd name="connsiteY2" fmla="*/ 200338 h 382648"/>
              <a:gd name="connsiteX3" fmla="*/ 173084 w 341530"/>
              <a:gd name="connsiteY3" fmla="*/ 123614 h 382648"/>
              <a:gd name="connsiteX4" fmla="*/ 207948 w 341530"/>
              <a:gd name="connsiteY4" fmla="*/ 14514 h 382648"/>
              <a:gd name="connsiteX5" fmla="*/ 255294 w 341530"/>
              <a:gd name="connsiteY5" fmla="*/ 10263 h 382648"/>
              <a:gd name="connsiteX6" fmla="*/ 281974 w 341530"/>
              <a:gd name="connsiteY6" fmla="*/ 98769 h 382648"/>
              <a:gd name="connsiteX7" fmla="*/ 202047 w 341530"/>
              <a:gd name="connsiteY7" fmla="*/ 233549 h 382648"/>
              <a:gd name="connsiteX8" fmla="*/ 62119 w 341530"/>
              <a:gd name="connsiteY8" fmla="*/ 382333 h 382648"/>
              <a:gd name="connsiteX0" fmla="*/ 62087 w 341498"/>
              <a:gd name="connsiteY0" fmla="*/ 382056 h 382371"/>
              <a:gd name="connsiteX1" fmla="*/ 592 w 341498"/>
              <a:gd name="connsiteY1" fmla="*/ 308439 h 382371"/>
              <a:gd name="connsiteX2" fmla="*/ 41095 w 341498"/>
              <a:gd name="connsiteY2" fmla="*/ 200061 h 382371"/>
              <a:gd name="connsiteX3" fmla="*/ 165910 w 341498"/>
              <a:gd name="connsiteY3" fmla="*/ 118577 h 382371"/>
              <a:gd name="connsiteX4" fmla="*/ 207916 w 341498"/>
              <a:gd name="connsiteY4" fmla="*/ 14237 h 382371"/>
              <a:gd name="connsiteX5" fmla="*/ 255262 w 341498"/>
              <a:gd name="connsiteY5" fmla="*/ 9986 h 382371"/>
              <a:gd name="connsiteX6" fmla="*/ 281942 w 341498"/>
              <a:gd name="connsiteY6" fmla="*/ 98492 h 382371"/>
              <a:gd name="connsiteX7" fmla="*/ 202015 w 341498"/>
              <a:gd name="connsiteY7" fmla="*/ 233272 h 382371"/>
              <a:gd name="connsiteX8" fmla="*/ 62087 w 341498"/>
              <a:gd name="connsiteY8" fmla="*/ 382056 h 382371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498"/>
              <a:gd name="connsiteY0" fmla="*/ 416400 h 416715"/>
              <a:gd name="connsiteX1" fmla="*/ 592 w 341498"/>
              <a:gd name="connsiteY1" fmla="*/ 342783 h 416715"/>
              <a:gd name="connsiteX2" fmla="*/ 41095 w 341498"/>
              <a:gd name="connsiteY2" fmla="*/ 234405 h 416715"/>
              <a:gd name="connsiteX3" fmla="*/ 165910 w 341498"/>
              <a:gd name="connsiteY3" fmla="*/ 152921 h 416715"/>
              <a:gd name="connsiteX4" fmla="*/ 207916 w 341498"/>
              <a:gd name="connsiteY4" fmla="*/ 48581 h 416715"/>
              <a:gd name="connsiteX5" fmla="*/ 255262 w 341498"/>
              <a:gd name="connsiteY5" fmla="*/ 44330 h 416715"/>
              <a:gd name="connsiteX6" fmla="*/ 281942 w 341498"/>
              <a:gd name="connsiteY6" fmla="*/ 132836 h 416715"/>
              <a:gd name="connsiteX7" fmla="*/ 202015 w 341498"/>
              <a:gd name="connsiteY7" fmla="*/ 267616 h 416715"/>
              <a:gd name="connsiteX8" fmla="*/ 62087 w 341498"/>
              <a:gd name="connsiteY8" fmla="*/ 416400 h 41671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  <a:gd name="connsiteX0" fmla="*/ 62087 w 341694"/>
              <a:gd name="connsiteY0" fmla="*/ 435570 h 435885"/>
              <a:gd name="connsiteX1" fmla="*/ 592 w 341694"/>
              <a:gd name="connsiteY1" fmla="*/ 361953 h 435885"/>
              <a:gd name="connsiteX2" fmla="*/ 41095 w 341694"/>
              <a:gd name="connsiteY2" fmla="*/ 253575 h 435885"/>
              <a:gd name="connsiteX3" fmla="*/ 165910 w 341694"/>
              <a:gd name="connsiteY3" fmla="*/ 172091 h 435885"/>
              <a:gd name="connsiteX4" fmla="*/ 201965 w 341694"/>
              <a:gd name="connsiteY4" fmla="*/ 42754 h 435885"/>
              <a:gd name="connsiteX5" fmla="*/ 255262 w 341694"/>
              <a:gd name="connsiteY5" fmla="*/ 63500 h 435885"/>
              <a:gd name="connsiteX6" fmla="*/ 281942 w 341694"/>
              <a:gd name="connsiteY6" fmla="*/ 152006 h 435885"/>
              <a:gd name="connsiteX7" fmla="*/ 202015 w 341694"/>
              <a:gd name="connsiteY7" fmla="*/ 286786 h 435885"/>
              <a:gd name="connsiteX8" fmla="*/ 62087 w 341694"/>
              <a:gd name="connsiteY8" fmla="*/ 435570 h 435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4" h="435885">
                <a:moveTo>
                  <a:pt x="62087" y="435570"/>
                </a:moveTo>
                <a:cubicBezTo>
                  <a:pt x="14696" y="430533"/>
                  <a:pt x="4633" y="408004"/>
                  <a:pt x="592" y="361953"/>
                </a:cubicBezTo>
                <a:cubicBezTo>
                  <a:pt x="-3449" y="315902"/>
                  <a:pt x="13542" y="285219"/>
                  <a:pt x="41095" y="253575"/>
                </a:cubicBezTo>
                <a:cubicBezTo>
                  <a:pt x="68648" y="221931"/>
                  <a:pt x="110530" y="207228"/>
                  <a:pt x="165910" y="172091"/>
                </a:cubicBezTo>
                <a:cubicBezTo>
                  <a:pt x="203230" y="148412"/>
                  <a:pt x="221592" y="141794"/>
                  <a:pt x="201965" y="42754"/>
                </a:cubicBezTo>
                <a:cubicBezTo>
                  <a:pt x="182338" y="-56286"/>
                  <a:pt x="241933" y="45291"/>
                  <a:pt x="255262" y="63500"/>
                </a:cubicBezTo>
                <a:cubicBezTo>
                  <a:pt x="268591" y="81709"/>
                  <a:pt x="424687" y="54850"/>
                  <a:pt x="281942" y="152006"/>
                </a:cubicBezTo>
                <a:cubicBezTo>
                  <a:pt x="242587" y="178792"/>
                  <a:pt x="223254" y="188582"/>
                  <a:pt x="202015" y="286786"/>
                </a:cubicBezTo>
                <a:cubicBezTo>
                  <a:pt x="180776" y="384990"/>
                  <a:pt x="109478" y="440607"/>
                  <a:pt x="62087" y="435570"/>
                </a:cubicBezTo>
                <a:close/>
              </a:path>
            </a:pathLst>
          </a:custGeom>
          <a:solidFill>
            <a:schemeClr val="bg2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F5CBB057-F5FB-47F7-97DE-4676F03A63C0}"/>
              </a:ext>
            </a:extLst>
          </p:cNvPr>
          <p:cNvSpPr/>
          <p:nvPr/>
        </p:nvSpPr>
        <p:spPr>
          <a:xfrm rot="3742173" flipH="1">
            <a:off x="4186223" y="4175882"/>
            <a:ext cx="103185" cy="57244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AF682541-1E14-46D1-A9FD-2B1C8CFC3488}"/>
              </a:ext>
            </a:extLst>
          </p:cNvPr>
          <p:cNvSpPr/>
          <p:nvPr/>
        </p:nvSpPr>
        <p:spPr>
          <a:xfrm rot="2096125" flipH="1">
            <a:off x="4172571" y="4194399"/>
            <a:ext cx="103185" cy="45719"/>
          </a:xfrm>
          <a:prstGeom prst="ellipse">
            <a:avLst/>
          </a:prstGeom>
          <a:solidFill>
            <a:srgbClr val="222A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자유형: 도형 247">
            <a:extLst>
              <a:ext uri="{FF2B5EF4-FFF2-40B4-BE49-F238E27FC236}">
                <a16:creationId xmlns:a16="http://schemas.microsoft.com/office/drawing/2014/main" id="{F987E0F3-2A89-4B88-B82E-D873AEB7DC84}"/>
              </a:ext>
            </a:extLst>
          </p:cNvPr>
          <p:cNvSpPr/>
          <p:nvPr/>
        </p:nvSpPr>
        <p:spPr>
          <a:xfrm flipH="1">
            <a:off x="3610281" y="2114762"/>
            <a:ext cx="1329209" cy="1397427"/>
          </a:xfrm>
          <a:custGeom>
            <a:avLst/>
            <a:gdLst>
              <a:gd name="connsiteX0" fmla="*/ 1339670 w 1339670"/>
              <a:gd name="connsiteY0" fmla="*/ 1125907 h 1394968"/>
              <a:gd name="connsiteX1" fmla="*/ 1241865 w 1339670"/>
              <a:gd name="connsiteY1" fmla="*/ 984153 h 1394968"/>
              <a:gd name="connsiteX2" fmla="*/ 1086882 w 1339670"/>
              <a:gd name="connsiteY2" fmla="*/ 740608 h 1394968"/>
              <a:gd name="connsiteX3" fmla="*/ 435289 w 1339670"/>
              <a:gd name="connsiteY3" fmla="*/ 147577 h 1394968"/>
              <a:gd name="connsiteX4" fmla="*/ 219419 w 1339670"/>
              <a:gd name="connsiteY4" fmla="*/ 56247 h 1394968"/>
              <a:gd name="connsiteX5" fmla="*/ 21207 w 1339670"/>
              <a:gd name="connsiteY5" fmla="*/ 18332 h 1394968"/>
              <a:gd name="connsiteX6" fmla="*/ 134566 w 1339670"/>
              <a:gd name="connsiteY6" fmla="*/ 402967 h 1394968"/>
              <a:gd name="connsiteX7" fmla="*/ 176079 w 1339670"/>
              <a:gd name="connsiteY7" fmla="*/ 707398 h 1394968"/>
              <a:gd name="connsiteX8" fmla="*/ 296523 w 1339670"/>
              <a:gd name="connsiteY8" fmla="*/ 906662 h 1394968"/>
              <a:gd name="connsiteX9" fmla="*/ 304992 w 1339670"/>
              <a:gd name="connsiteY9" fmla="*/ 1011829 h 1394968"/>
              <a:gd name="connsiteX10" fmla="*/ 523850 w 1339670"/>
              <a:gd name="connsiteY10" fmla="*/ 1349581 h 1394968"/>
              <a:gd name="connsiteX11" fmla="*/ 864868 w 1339670"/>
              <a:gd name="connsiteY11" fmla="*/ 1394969 h 1394968"/>
              <a:gd name="connsiteX0" fmla="*/ 1339670 w 1339670"/>
              <a:gd name="connsiteY0" fmla="*/ 1125907 h 1394969"/>
              <a:gd name="connsiteX1" fmla="*/ 1241865 w 1339670"/>
              <a:gd name="connsiteY1" fmla="*/ 984153 h 1394969"/>
              <a:gd name="connsiteX2" fmla="*/ 1086882 w 1339670"/>
              <a:gd name="connsiteY2" fmla="*/ 740608 h 1394969"/>
              <a:gd name="connsiteX3" fmla="*/ 435289 w 1339670"/>
              <a:gd name="connsiteY3" fmla="*/ 147577 h 1394969"/>
              <a:gd name="connsiteX4" fmla="*/ 219419 w 1339670"/>
              <a:gd name="connsiteY4" fmla="*/ 56247 h 1394969"/>
              <a:gd name="connsiteX5" fmla="*/ 21207 w 1339670"/>
              <a:gd name="connsiteY5" fmla="*/ 18332 h 1394969"/>
              <a:gd name="connsiteX6" fmla="*/ 134566 w 1339670"/>
              <a:gd name="connsiteY6" fmla="*/ 402967 h 1394969"/>
              <a:gd name="connsiteX7" fmla="*/ 176079 w 1339670"/>
              <a:gd name="connsiteY7" fmla="*/ 707398 h 1394969"/>
              <a:gd name="connsiteX8" fmla="*/ 296523 w 1339670"/>
              <a:gd name="connsiteY8" fmla="*/ 906662 h 1394969"/>
              <a:gd name="connsiteX9" fmla="*/ 304992 w 1339670"/>
              <a:gd name="connsiteY9" fmla="*/ 1011829 h 1394969"/>
              <a:gd name="connsiteX10" fmla="*/ 523850 w 1339670"/>
              <a:gd name="connsiteY10" fmla="*/ 1349581 h 1394969"/>
              <a:gd name="connsiteX11" fmla="*/ 864868 w 1339670"/>
              <a:gd name="connsiteY11" fmla="*/ 1394969 h 139496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1399"/>
              <a:gd name="connsiteX1" fmla="*/ 1231063 w 1328868"/>
              <a:gd name="connsiteY1" fmla="*/ 980583 h 1391399"/>
              <a:gd name="connsiteX2" fmla="*/ 1076080 w 1328868"/>
              <a:gd name="connsiteY2" fmla="*/ 737038 h 1391399"/>
              <a:gd name="connsiteX3" fmla="*/ 424487 w 1328868"/>
              <a:gd name="connsiteY3" fmla="*/ 144007 h 1391399"/>
              <a:gd name="connsiteX4" fmla="*/ 10405 w 1328868"/>
              <a:gd name="connsiteY4" fmla="*/ 14762 h 1391399"/>
              <a:gd name="connsiteX5" fmla="*/ 123764 w 1328868"/>
              <a:gd name="connsiteY5" fmla="*/ 399397 h 1391399"/>
              <a:gd name="connsiteX6" fmla="*/ 165277 w 1328868"/>
              <a:gd name="connsiteY6" fmla="*/ 703828 h 1391399"/>
              <a:gd name="connsiteX7" fmla="*/ 285721 w 1328868"/>
              <a:gd name="connsiteY7" fmla="*/ 903092 h 1391399"/>
              <a:gd name="connsiteX8" fmla="*/ 294190 w 1328868"/>
              <a:gd name="connsiteY8" fmla="*/ 1008259 h 1391399"/>
              <a:gd name="connsiteX9" fmla="*/ 513048 w 1328868"/>
              <a:gd name="connsiteY9" fmla="*/ 1346011 h 1391399"/>
              <a:gd name="connsiteX10" fmla="*/ 854066 w 1328868"/>
              <a:gd name="connsiteY10" fmla="*/ 1391399 h 1391399"/>
              <a:gd name="connsiteX0" fmla="*/ 1328868 w 1328868"/>
              <a:gd name="connsiteY0" fmla="*/ 1122337 h 1394012"/>
              <a:gd name="connsiteX1" fmla="*/ 1231063 w 1328868"/>
              <a:gd name="connsiteY1" fmla="*/ 980583 h 1394012"/>
              <a:gd name="connsiteX2" fmla="*/ 1076080 w 1328868"/>
              <a:gd name="connsiteY2" fmla="*/ 737038 h 1394012"/>
              <a:gd name="connsiteX3" fmla="*/ 424487 w 1328868"/>
              <a:gd name="connsiteY3" fmla="*/ 144007 h 1394012"/>
              <a:gd name="connsiteX4" fmla="*/ 10405 w 1328868"/>
              <a:gd name="connsiteY4" fmla="*/ 14762 h 1394012"/>
              <a:gd name="connsiteX5" fmla="*/ 123764 w 1328868"/>
              <a:gd name="connsiteY5" fmla="*/ 399397 h 1394012"/>
              <a:gd name="connsiteX6" fmla="*/ 165277 w 1328868"/>
              <a:gd name="connsiteY6" fmla="*/ 703828 h 1394012"/>
              <a:gd name="connsiteX7" fmla="*/ 285721 w 1328868"/>
              <a:gd name="connsiteY7" fmla="*/ 903092 h 1394012"/>
              <a:gd name="connsiteX8" fmla="*/ 294190 w 1328868"/>
              <a:gd name="connsiteY8" fmla="*/ 1008259 h 1394012"/>
              <a:gd name="connsiteX9" fmla="*/ 513048 w 1328868"/>
              <a:gd name="connsiteY9" fmla="*/ 1346011 h 1394012"/>
              <a:gd name="connsiteX10" fmla="*/ 838739 w 1328868"/>
              <a:gd name="connsiteY10" fmla="*/ 1390416 h 1394012"/>
              <a:gd name="connsiteX11" fmla="*/ 854066 w 1328868"/>
              <a:gd name="connsiteY11" fmla="*/ 1391399 h 1394012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1133"/>
              <a:gd name="connsiteX1" fmla="*/ 1231063 w 1328868"/>
              <a:gd name="connsiteY1" fmla="*/ 980583 h 1391133"/>
              <a:gd name="connsiteX2" fmla="*/ 1076080 w 1328868"/>
              <a:gd name="connsiteY2" fmla="*/ 737038 h 1391133"/>
              <a:gd name="connsiteX3" fmla="*/ 424487 w 1328868"/>
              <a:gd name="connsiteY3" fmla="*/ 144007 h 1391133"/>
              <a:gd name="connsiteX4" fmla="*/ 10405 w 1328868"/>
              <a:gd name="connsiteY4" fmla="*/ 14762 h 1391133"/>
              <a:gd name="connsiteX5" fmla="*/ 123764 w 1328868"/>
              <a:gd name="connsiteY5" fmla="*/ 399397 h 1391133"/>
              <a:gd name="connsiteX6" fmla="*/ 165277 w 1328868"/>
              <a:gd name="connsiteY6" fmla="*/ 703828 h 1391133"/>
              <a:gd name="connsiteX7" fmla="*/ 285721 w 1328868"/>
              <a:gd name="connsiteY7" fmla="*/ 903092 h 1391133"/>
              <a:gd name="connsiteX8" fmla="*/ 294190 w 1328868"/>
              <a:gd name="connsiteY8" fmla="*/ 1008259 h 1391133"/>
              <a:gd name="connsiteX9" fmla="*/ 513048 w 1328868"/>
              <a:gd name="connsiteY9" fmla="*/ 1346011 h 1391133"/>
              <a:gd name="connsiteX10" fmla="*/ 838739 w 1328868"/>
              <a:gd name="connsiteY10" fmla="*/ 1390416 h 1391133"/>
              <a:gd name="connsiteX11" fmla="*/ 1104269 w 1328868"/>
              <a:gd name="connsiteY11" fmla="*/ 1343407 h 1391133"/>
              <a:gd name="connsiteX0" fmla="*/ 1328868 w 1328868"/>
              <a:gd name="connsiteY0" fmla="*/ 1122337 h 1392088"/>
              <a:gd name="connsiteX1" fmla="*/ 1231063 w 1328868"/>
              <a:gd name="connsiteY1" fmla="*/ 980583 h 1392088"/>
              <a:gd name="connsiteX2" fmla="*/ 1076080 w 1328868"/>
              <a:gd name="connsiteY2" fmla="*/ 737038 h 1392088"/>
              <a:gd name="connsiteX3" fmla="*/ 424487 w 1328868"/>
              <a:gd name="connsiteY3" fmla="*/ 144007 h 1392088"/>
              <a:gd name="connsiteX4" fmla="*/ 10405 w 1328868"/>
              <a:gd name="connsiteY4" fmla="*/ 14762 h 1392088"/>
              <a:gd name="connsiteX5" fmla="*/ 123764 w 1328868"/>
              <a:gd name="connsiteY5" fmla="*/ 399397 h 1392088"/>
              <a:gd name="connsiteX6" fmla="*/ 165277 w 1328868"/>
              <a:gd name="connsiteY6" fmla="*/ 703828 h 1392088"/>
              <a:gd name="connsiteX7" fmla="*/ 285721 w 1328868"/>
              <a:gd name="connsiteY7" fmla="*/ 903092 h 1392088"/>
              <a:gd name="connsiteX8" fmla="*/ 294190 w 1328868"/>
              <a:gd name="connsiteY8" fmla="*/ 1008259 h 1392088"/>
              <a:gd name="connsiteX9" fmla="*/ 513048 w 1328868"/>
              <a:gd name="connsiteY9" fmla="*/ 1346011 h 1392088"/>
              <a:gd name="connsiteX10" fmla="*/ 838739 w 1328868"/>
              <a:gd name="connsiteY10" fmla="*/ 1390416 h 1392088"/>
              <a:gd name="connsiteX11" fmla="*/ 1104269 w 1328868"/>
              <a:gd name="connsiteY11" fmla="*/ 1343407 h 139208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2228"/>
              <a:gd name="connsiteX1" fmla="*/ 1231063 w 1328868"/>
              <a:gd name="connsiteY1" fmla="*/ 980583 h 1392228"/>
              <a:gd name="connsiteX2" fmla="*/ 1076080 w 1328868"/>
              <a:gd name="connsiteY2" fmla="*/ 737038 h 1392228"/>
              <a:gd name="connsiteX3" fmla="*/ 424487 w 1328868"/>
              <a:gd name="connsiteY3" fmla="*/ 144007 h 1392228"/>
              <a:gd name="connsiteX4" fmla="*/ 10405 w 1328868"/>
              <a:gd name="connsiteY4" fmla="*/ 14762 h 1392228"/>
              <a:gd name="connsiteX5" fmla="*/ 123764 w 1328868"/>
              <a:gd name="connsiteY5" fmla="*/ 399397 h 1392228"/>
              <a:gd name="connsiteX6" fmla="*/ 165277 w 1328868"/>
              <a:gd name="connsiteY6" fmla="*/ 703828 h 1392228"/>
              <a:gd name="connsiteX7" fmla="*/ 285721 w 1328868"/>
              <a:gd name="connsiteY7" fmla="*/ 903092 h 1392228"/>
              <a:gd name="connsiteX8" fmla="*/ 294190 w 1328868"/>
              <a:gd name="connsiteY8" fmla="*/ 1008259 h 1392228"/>
              <a:gd name="connsiteX9" fmla="*/ 513048 w 1328868"/>
              <a:gd name="connsiteY9" fmla="*/ 1346011 h 1392228"/>
              <a:gd name="connsiteX10" fmla="*/ 838739 w 1328868"/>
              <a:gd name="connsiteY10" fmla="*/ 1390416 h 1392228"/>
              <a:gd name="connsiteX11" fmla="*/ 1104269 w 1328868"/>
              <a:gd name="connsiteY11" fmla="*/ 1343407 h 139222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231063 w 1328868"/>
              <a:gd name="connsiteY1" fmla="*/ 980583 h 1394898"/>
              <a:gd name="connsiteX2" fmla="*/ 1076080 w 1328868"/>
              <a:gd name="connsiteY2" fmla="*/ 737038 h 1394898"/>
              <a:gd name="connsiteX3" fmla="*/ 424487 w 1328868"/>
              <a:gd name="connsiteY3" fmla="*/ 144007 h 1394898"/>
              <a:gd name="connsiteX4" fmla="*/ 10405 w 1328868"/>
              <a:gd name="connsiteY4" fmla="*/ 14762 h 1394898"/>
              <a:gd name="connsiteX5" fmla="*/ 123764 w 1328868"/>
              <a:gd name="connsiteY5" fmla="*/ 399397 h 1394898"/>
              <a:gd name="connsiteX6" fmla="*/ 165277 w 1328868"/>
              <a:gd name="connsiteY6" fmla="*/ 703828 h 1394898"/>
              <a:gd name="connsiteX7" fmla="*/ 285721 w 1328868"/>
              <a:gd name="connsiteY7" fmla="*/ 903092 h 1394898"/>
              <a:gd name="connsiteX8" fmla="*/ 294190 w 1328868"/>
              <a:gd name="connsiteY8" fmla="*/ 1008259 h 1394898"/>
              <a:gd name="connsiteX9" fmla="*/ 513048 w 1328868"/>
              <a:gd name="connsiteY9" fmla="*/ 1346011 h 1394898"/>
              <a:gd name="connsiteX10" fmla="*/ 838739 w 1328868"/>
              <a:gd name="connsiteY10" fmla="*/ 1390416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104269 w 1328868"/>
              <a:gd name="connsiteY10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104269 w 1328868"/>
              <a:gd name="connsiteY11" fmla="*/ 1343407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394898"/>
              <a:gd name="connsiteX1" fmla="*/ 1076080 w 1328868"/>
              <a:gd name="connsiteY1" fmla="*/ 737038 h 1394898"/>
              <a:gd name="connsiteX2" fmla="*/ 424487 w 1328868"/>
              <a:gd name="connsiteY2" fmla="*/ 144007 h 1394898"/>
              <a:gd name="connsiteX3" fmla="*/ 10405 w 1328868"/>
              <a:gd name="connsiteY3" fmla="*/ 14762 h 1394898"/>
              <a:gd name="connsiteX4" fmla="*/ 123764 w 1328868"/>
              <a:gd name="connsiteY4" fmla="*/ 399397 h 1394898"/>
              <a:gd name="connsiteX5" fmla="*/ 165277 w 1328868"/>
              <a:gd name="connsiteY5" fmla="*/ 703828 h 1394898"/>
              <a:gd name="connsiteX6" fmla="*/ 285721 w 1328868"/>
              <a:gd name="connsiteY6" fmla="*/ 903092 h 1394898"/>
              <a:gd name="connsiteX7" fmla="*/ 294190 w 1328868"/>
              <a:gd name="connsiteY7" fmla="*/ 1008259 h 1394898"/>
              <a:gd name="connsiteX8" fmla="*/ 513048 w 1328868"/>
              <a:gd name="connsiteY8" fmla="*/ 1346011 h 1394898"/>
              <a:gd name="connsiteX9" fmla="*/ 838739 w 1328868"/>
              <a:gd name="connsiteY9" fmla="*/ 1390416 h 1394898"/>
              <a:gd name="connsiteX10" fmla="*/ 1058464 w 1328868"/>
              <a:gd name="connsiteY10" fmla="*/ 1349930 h 1394898"/>
              <a:gd name="connsiteX11" fmla="*/ 1285197 w 1328868"/>
              <a:gd name="connsiteY11" fmla="*/ 1326743 h 1394898"/>
              <a:gd name="connsiteX0" fmla="*/ 1328868 w 1328868"/>
              <a:gd name="connsiteY0" fmla="*/ 1122337 h 1400227"/>
              <a:gd name="connsiteX1" fmla="*/ 1076080 w 1328868"/>
              <a:gd name="connsiteY1" fmla="*/ 737038 h 1400227"/>
              <a:gd name="connsiteX2" fmla="*/ 424487 w 1328868"/>
              <a:gd name="connsiteY2" fmla="*/ 144007 h 1400227"/>
              <a:gd name="connsiteX3" fmla="*/ 10405 w 1328868"/>
              <a:gd name="connsiteY3" fmla="*/ 14762 h 1400227"/>
              <a:gd name="connsiteX4" fmla="*/ 123764 w 1328868"/>
              <a:gd name="connsiteY4" fmla="*/ 399397 h 1400227"/>
              <a:gd name="connsiteX5" fmla="*/ 165277 w 1328868"/>
              <a:gd name="connsiteY5" fmla="*/ 703828 h 1400227"/>
              <a:gd name="connsiteX6" fmla="*/ 285721 w 1328868"/>
              <a:gd name="connsiteY6" fmla="*/ 903092 h 1400227"/>
              <a:gd name="connsiteX7" fmla="*/ 294190 w 1328868"/>
              <a:gd name="connsiteY7" fmla="*/ 1008259 h 1400227"/>
              <a:gd name="connsiteX8" fmla="*/ 513048 w 1328868"/>
              <a:gd name="connsiteY8" fmla="*/ 1346011 h 1400227"/>
              <a:gd name="connsiteX9" fmla="*/ 838739 w 1328868"/>
              <a:gd name="connsiteY9" fmla="*/ 1390416 h 1400227"/>
              <a:gd name="connsiteX10" fmla="*/ 1058464 w 1328868"/>
              <a:gd name="connsiteY10" fmla="*/ 1349930 h 1400227"/>
              <a:gd name="connsiteX11" fmla="*/ 1285197 w 1328868"/>
              <a:gd name="connsiteY11" fmla="*/ 1326743 h 1400227"/>
              <a:gd name="connsiteX0" fmla="*/ 1328868 w 1328868"/>
              <a:gd name="connsiteY0" fmla="*/ 1122337 h 1397068"/>
              <a:gd name="connsiteX1" fmla="*/ 1076080 w 1328868"/>
              <a:gd name="connsiteY1" fmla="*/ 737038 h 1397068"/>
              <a:gd name="connsiteX2" fmla="*/ 424487 w 1328868"/>
              <a:gd name="connsiteY2" fmla="*/ 144007 h 1397068"/>
              <a:gd name="connsiteX3" fmla="*/ 10405 w 1328868"/>
              <a:gd name="connsiteY3" fmla="*/ 14762 h 1397068"/>
              <a:gd name="connsiteX4" fmla="*/ 123764 w 1328868"/>
              <a:gd name="connsiteY4" fmla="*/ 399397 h 1397068"/>
              <a:gd name="connsiteX5" fmla="*/ 165277 w 1328868"/>
              <a:gd name="connsiteY5" fmla="*/ 703828 h 1397068"/>
              <a:gd name="connsiteX6" fmla="*/ 285721 w 1328868"/>
              <a:gd name="connsiteY6" fmla="*/ 903092 h 1397068"/>
              <a:gd name="connsiteX7" fmla="*/ 294190 w 1328868"/>
              <a:gd name="connsiteY7" fmla="*/ 1008259 h 1397068"/>
              <a:gd name="connsiteX8" fmla="*/ 513048 w 1328868"/>
              <a:gd name="connsiteY8" fmla="*/ 1346011 h 1397068"/>
              <a:gd name="connsiteX9" fmla="*/ 838739 w 1328868"/>
              <a:gd name="connsiteY9" fmla="*/ 1390416 h 1397068"/>
              <a:gd name="connsiteX10" fmla="*/ 1058464 w 1328868"/>
              <a:gd name="connsiteY10" fmla="*/ 1349930 h 1397068"/>
              <a:gd name="connsiteX11" fmla="*/ 1285197 w 1328868"/>
              <a:gd name="connsiteY11" fmla="*/ 1326743 h 139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8868" h="1397068">
                <a:moveTo>
                  <a:pt x="1328868" y="1122337"/>
                </a:moveTo>
                <a:cubicBezTo>
                  <a:pt x="1276204" y="1042067"/>
                  <a:pt x="1261792" y="980294"/>
                  <a:pt x="1076080" y="737038"/>
                </a:cubicBezTo>
                <a:cubicBezTo>
                  <a:pt x="890368" y="493782"/>
                  <a:pt x="602099" y="264386"/>
                  <a:pt x="424487" y="144007"/>
                </a:cubicBezTo>
                <a:cubicBezTo>
                  <a:pt x="246875" y="23628"/>
                  <a:pt x="60525" y="-27803"/>
                  <a:pt x="10405" y="14762"/>
                </a:cubicBezTo>
                <a:cubicBezTo>
                  <a:pt x="-39715" y="57327"/>
                  <a:pt x="106605" y="317256"/>
                  <a:pt x="123764" y="399397"/>
                </a:cubicBezTo>
                <a:cubicBezTo>
                  <a:pt x="144964" y="500800"/>
                  <a:pt x="129133" y="603753"/>
                  <a:pt x="165277" y="703828"/>
                </a:cubicBezTo>
                <a:cubicBezTo>
                  <a:pt x="192123" y="778053"/>
                  <a:pt x="262142" y="829641"/>
                  <a:pt x="285721" y="903092"/>
                </a:cubicBezTo>
                <a:cubicBezTo>
                  <a:pt x="296459" y="936579"/>
                  <a:pt x="289928" y="973664"/>
                  <a:pt x="294190" y="1008259"/>
                </a:cubicBezTo>
                <a:cubicBezTo>
                  <a:pt x="311404" y="1147467"/>
                  <a:pt x="388121" y="1274885"/>
                  <a:pt x="513048" y="1346011"/>
                </a:cubicBezTo>
                <a:cubicBezTo>
                  <a:pt x="603806" y="1409704"/>
                  <a:pt x="759739" y="1399286"/>
                  <a:pt x="838739" y="1390416"/>
                </a:cubicBezTo>
                <a:cubicBezTo>
                  <a:pt x="917739" y="1381546"/>
                  <a:pt x="995164" y="1357765"/>
                  <a:pt x="1058464" y="1349930"/>
                </a:cubicBezTo>
                <a:cubicBezTo>
                  <a:pt x="1121764" y="1342095"/>
                  <a:pt x="1277563" y="1327830"/>
                  <a:pt x="1285197" y="1326743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49" name="자유형: 도형 248">
            <a:extLst>
              <a:ext uri="{FF2B5EF4-FFF2-40B4-BE49-F238E27FC236}">
                <a16:creationId xmlns:a16="http://schemas.microsoft.com/office/drawing/2014/main" id="{ED82CB52-55D2-4F01-B27B-40759D9ED67A}"/>
              </a:ext>
            </a:extLst>
          </p:cNvPr>
          <p:cNvSpPr/>
          <p:nvPr/>
        </p:nvSpPr>
        <p:spPr>
          <a:xfrm flipH="1">
            <a:off x="3985042" y="3486369"/>
            <a:ext cx="407661" cy="786350"/>
          </a:xfrm>
          <a:custGeom>
            <a:avLst/>
            <a:gdLst>
              <a:gd name="connsiteX0" fmla="*/ 312607 w 312607"/>
              <a:gd name="connsiteY0" fmla="*/ 0 h 754047"/>
              <a:gd name="connsiteX1" fmla="*/ 113675 w 312607"/>
              <a:gd name="connsiteY1" fmla="*/ 180721 h 754047"/>
              <a:gd name="connsiteX2" fmla="*/ 14209 w 312607"/>
              <a:gd name="connsiteY2" fmla="*/ 496056 h 754047"/>
              <a:gd name="connsiteX3" fmla="*/ 77088 w 312607"/>
              <a:gd name="connsiteY3" fmla="*/ 612294 h 754047"/>
              <a:gd name="connsiteX4" fmla="*/ 106646 w 312607"/>
              <a:gd name="connsiteY4" fmla="*/ 754048 h 754047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76028 w 376028"/>
              <a:gd name="connsiteY0" fmla="*/ 0 h 776125"/>
              <a:gd name="connsiteX1" fmla="*/ 112466 w 376028"/>
              <a:gd name="connsiteY1" fmla="*/ 202798 h 776125"/>
              <a:gd name="connsiteX2" fmla="*/ 13000 w 376028"/>
              <a:gd name="connsiteY2" fmla="*/ 518133 h 776125"/>
              <a:gd name="connsiteX3" fmla="*/ 75879 w 376028"/>
              <a:gd name="connsiteY3" fmla="*/ 634371 h 776125"/>
              <a:gd name="connsiteX4" fmla="*/ 105437 w 376028"/>
              <a:gd name="connsiteY4" fmla="*/ 776125 h 776125"/>
              <a:gd name="connsiteX0" fmla="*/ 388054 w 388054"/>
              <a:gd name="connsiteY0" fmla="*/ 0 h 778365"/>
              <a:gd name="connsiteX1" fmla="*/ 112654 w 388054"/>
              <a:gd name="connsiteY1" fmla="*/ 205038 h 778365"/>
              <a:gd name="connsiteX2" fmla="*/ 13188 w 388054"/>
              <a:gd name="connsiteY2" fmla="*/ 520373 h 778365"/>
              <a:gd name="connsiteX3" fmla="*/ 76067 w 388054"/>
              <a:gd name="connsiteY3" fmla="*/ 636611 h 778365"/>
              <a:gd name="connsiteX4" fmla="*/ 105625 w 388054"/>
              <a:gd name="connsiteY4" fmla="*/ 778365 h 778365"/>
              <a:gd name="connsiteX0" fmla="*/ 364329 w 364329"/>
              <a:gd name="connsiteY0" fmla="*/ 0 h 774206"/>
              <a:gd name="connsiteX1" fmla="*/ 112286 w 364329"/>
              <a:gd name="connsiteY1" fmla="*/ 200879 h 774206"/>
              <a:gd name="connsiteX2" fmla="*/ 12820 w 364329"/>
              <a:gd name="connsiteY2" fmla="*/ 516214 h 774206"/>
              <a:gd name="connsiteX3" fmla="*/ 75699 w 364329"/>
              <a:gd name="connsiteY3" fmla="*/ 632452 h 774206"/>
              <a:gd name="connsiteX4" fmla="*/ 105257 w 364329"/>
              <a:gd name="connsiteY4" fmla="*/ 774206 h 774206"/>
              <a:gd name="connsiteX0" fmla="*/ 374077 w 374077"/>
              <a:gd name="connsiteY0" fmla="*/ 0 h 775806"/>
              <a:gd name="connsiteX1" fmla="*/ 112435 w 374077"/>
              <a:gd name="connsiteY1" fmla="*/ 202479 h 775806"/>
              <a:gd name="connsiteX2" fmla="*/ 12969 w 374077"/>
              <a:gd name="connsiteY2" fmla="*/ 517814 h 775806"/>
              <a:gd name="connsiteX3" fmla="*/ 75848 w 374077"/>
              <a:gd name="connsiteY3" fmla="*/ 634052 h 775806"/>
              <a:gd name="connsiteX4" fmla="*/ 105406 w 374077"/>
              <a:gd name="connsiteY4" fmla="*/ 775806 h 775806"/>
              <a:gd name="connsiteX0" fmla="*/ 385778 w 385778"/>
              <a:gd name="connsiteY0" fmla="*/ 0 h 778686"/>
              <a:gd name="connsiteX1" fmla="*/ 112618 w 385778"/>
              <a:gd name="connsiteY1" fmla="*/ 205359 h 778686"/>
              <a:gd name="connsiteX2" fmla="*/ 13152 w 385778"/>
              <a:gd name="connsiteY2" fmla="*/ 520694 h 778686"/>
              <a:gd name="connsiteX3" fmla="*/ 76031 w 385778"/>
              <a:gd name="connsiteY3" fmla="*/ 636932 h 778686"/>
              <a:gd name="connsiteX4" fmla="*/ 105589 w 385778"/>
              <a:gd name="connsiteY4" fmla="*/ 778686 h 778686"/>
              <a:gd name="connsiteX0" fmla="*/ 385778 w 385778"/>
              <a:gd name="connsiteY0" fmla="*/ 0 h 779966"/>
              <a:gd name="connsiteX1" fmla="*/ 112618 w 385778"/>
              <a:gd name="connsiteY1" fmla="*/ 206639 h 779966"/>
              <a:gd name="connsiteX2" fmla="*/ 13152 w 385778"/>
              <a:gd name="connsiteY2" fmla="*/ 521974 h 779966"/>
              <a:gd name="connsiteX3" fmla="*/ 76031 w 385778"/>
              <a:gd name="connsiteY3" fmla="*/ 638212 h 779966"/>
              <a:gd name="connsiteX4" fmla="*/ 105589 w 385778"/>
              <a:gd name="connsiteY4" fmla="*/ 779966 h 779966"/>
              <a:gd name="connsiteX0" fmla="*/ 385778 w 385778"/>
              <a:gd name="connsiteY0" fmla="*/ 0 h 779006"/>
              <a:gd name="connsiteX1" fmla="*/ 112618 w 385778"/>
              <a:gd name="connsiteY1" fmla="*/ 205679 h 779006"/>
              <a:gd name="connsiteX2" fmla="*/ 13152 w 385778"/>
              <a:gd name="connsiteY2" fmla="*/ 521014 h 779006"/>
              <a:gd name="connsiteX3" fmla="*/ 76031 w 385778"/>
              <a:gd name="connsiteY3" fmla="*/ 637252 h 779006"/>
              <a:gd name="connsiteX4" fmla="*/ 105589 w 385778"/>
              <a:gd name="connsiteY4" fmla="*/ 779006 h 779006"/>
              <a:gd name="connsiteX0" fmla="*/ 407557 w 407556"/>
              <a:gd name="connsiteY0" fmla="*/ 0 h 786148"/>
              <a:gd name="connsiteX1" fmla="*/ 112971 w 407556"/>
              <a:gd name="connsiteY1" fmla="*/ 212821 h 786148"/>
              <a:gd name="connsiteX2" fmla="*/ 13505 w 407556"/>
              <a:gd name="connsiteY2" fmla="*/ 528156 h 786148"/>
              <a:gd name="connsiteX3" fmla="*/ 76384 w 407556"/>
              <a:gd name="connsiteY3" fmla="*/ 644394 h 786148"/>
              <a:gd name="connsiteX4" fmla="*/ 105942 w 407556"/>
              <a:gd name="connsiteY4" fmla="*/ 786148 h 786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56" h="786148">
                <a:moveTo>
                  <a:pt x="407557" y="0"/>
                </a:moveTo>
                <a:cubicBezTo>
                  <a:pt x="312923" y="40054"/>
                  <a:pt x="178646" y="124795"/>
                  <a:pt x="112971" y="212821"/>
                </a:cubicBezTo>
                <a:cubicBezTo>
                  <a:pt x="47296" y="300847"/>
                  <a:pt x="-32159" y="416347"/>
                  <a:pt x="13505" y="528156"/>
                </a:cubicBezTo>
                <a:cubicBezTo>
                  <a:pt x="30222" y="569006"/>
                  <a:pt x="60056" y="603434"/>
                  <a:pt x="76384" y="644394"/>
                </a:cubicBezTo>
                <a:cubicBezTo>
                  <a:pt x="94761" y="690446"/>
                  <a:pt x="85351" y="740096"/>
                  <a:pt x="105942" y="786148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50" name="자유형: 도형 249">
            <a:extLst>
              <a:ext uri="{FF2B5EF4-FFF2-40B4-BE49-F238E27FC236}">
                <a16:creationId xmlns:a16="http://schemas.microsoft.com/office/drawing/2014/main" id="{A67EDC36-1549-43A4-A8D5-4AD72084D1C5}"/>
              </a:ext>
            </a:extLst>
          </p:cNvPr>
          <p:cNvSpPr/>
          <p:nvPr/>
        </p:nvSpPr>
        <p:spPr>
          <a:xfrm flipH="1">
            <a:off x="3609451" y="3579434"/>
            <a:ext cx="665213" cy="700813"/>
          </a:xfrm>
          <a:custGeom>
            <a:avLst/>
            <a:gdLst>
              <a:gd name="connsiteX0" fmla="*/ 665043 w 665043"/>
              <a:gd name="connsiteY0" fmla="*/ 0 h 700633"/>
              <a:gd name="connsiteX1" fmla="*/ 257991 w 665043"/>
              <a:gd name="connsiteY1" fmla="*/ 629619 h 700633"/>
              <a:gd name="connsiteX2" fmla="*/ 119614 w 665043"/>
              <a:gd name="connsiteY2" fmla="*/ 663494 h 700633"/>
              <a:gd name="connsiteX3" fmla="*/ 0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665043" y="0"/>
                </a:moveTo>
                <a:cubicBezTo>
                  <a:pt x="580080" y="194725"/>
                  <a:pt x="451554" y="528658"/>
                  <a:pt x="257991" y="629619"/>
                </a:cubicBezTo>
                <a:cubicBezTo>
                  <a:pt x="213323" y="652921"/>
                  <a:pt x="166939" y="651205"/>
                  <a:pt x="119614" y="663494"/>
                </a:cubicBezTo>
                <a:cubicBezTo>
                  <a:pt x="77602" y="674398"/>
                  <a:pt x="44724" y="696870"/>
                  <a:pt x="0" y="700634"/>
                </a:cubicBezTo>
              </a:path>
            </a:pathLst>
          </a:custGeom>
          <a:noFill/>
          <a:ln w="49723" cap="rnd">
            <a:solidFill>
              <a:schemeClr val="bg2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1" name="자유형: 도형 250">
            <a:extLst>
              <a:ext uri="{FF2B5EF4-FFF2-40B4-BE49-F238E27FC236}">
                <a16:creationId xmlns:a16="http://schemas.microsoft.com/office/drawing/2014/main" id="{10A4FC4E-99A2-46D3-A385-BD37D8CDF3D2}"/>
              </a:ext>
            </a:extLst>
          </p:cNvPr>
          <p:cNvSpPr/>
          <p:nvPr/>
        </p:nvSpPr>
        <p:spPr>
          <a:xfrm flipH="1">
            <a:off x="4194969" y="2197279"/>
            <a:ext cx="665780" cy="847051"/>
          </a:xfrm>
          <a:custGeom>
            <a:avLst/>
            <a:gdLst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43353 w 648100"/>
              <a:gd name="connsiteY14" fmla="*/ 91230 h 821590"/>
              <a:gd name="connsiteX15" fmla="*/ 293888 w 648100"/>
              <a:gd name="connsiteY15" fmla="*/ 120345 h 821590"/>
              <a:gd name="connsiteX16" fmla="*/ 332634 w 648100"/>
              <a:gd name="connsiteY16" fmla="*/ 142264 h 821590"/>
              <a:gd name="connsiteX17" fmla="*/ 400937 w 648100"/>
              <a:gd name="connsiteY17" fmla="*/ 189368 h 821590"/>
              <a:gd name="connsiteX18" fmla="*/ 440347 w 648100"/>
              <a:gd name="connsiteY18" fmla="*/ 221748 h 821590"/>
              <a:gd name="connsiteX19" fmla="*/ 484850 w 648100"/>
              <a:gd name="connsiteY19" fmla="*/ 257394 h 821590"/>
              <a:gd name="connsiteX20" fmla="*/ 551991 w 648100"/>
              <a:gd name="connsiteY20" fmla="*/ 309258 h 821590"/>
              <a:gd name="connsiteX21" fmla="*/ 589740 w 648100"/>
              <a:gd name="connsiteY21" fmla="*/ 418577 h 821590"/>
              <a:gd name="connsiteX22" fmla="*/ 496639 w 648100"/>
              <a:gd name="connsiteY22" fmla="*/ 592988 h 821590"/>
              <a:gd name="connsiteX23" fmla="*/ 506215 w 648100"/>
              <a:gd name="connsiteY23" fmla="*/ 631235 h 821590"/>
              <a:gd name="connsiteX24" fmla="*/ 579445 w 648100"/>
              <a:gd name="connsiteY24" fmla="*/ 765130 h 821590"/>
              <a:gd name="connsiteX25" fmla="*/ 558854 w 648100"/>
              <a:gd name="connsiteY25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332634 w 648100"/>
              <a:gd name="connsiteY15" fmla="*/ 142264 h 821590"/>
              <a:gd name="connsiteX16" fmla="*/ 400937 w 648100"/>
              <a:gd name="connsiteY16" fmla="*/ 189368 h 821590"/>
              <a:gd name="connsiteX17" fmla="*/ 440347 w 648100"/>
              <a:gd name="connsiteY17" fmla="*/ 221748 h 821590"/>
              <a:gd name="connsiteX18" fmla="*/ 484850 w 648100"/>
              <a:gd name="connsiteY18" fmla="*/ 257394 h 821590"/>
              <a:gd name="connsiteX19" fmla="*/ 551991 w 648100"/>
              <a:gd name="connsiteY19" fmla="*/ 309258 h 821590"/>
              <a:gd name="connsiteX20" fmla="*/ 589740 w 648100"/>
              <a:gd name="connsiteY20" fmla="*/ 418577 h 821590"/>
              <a:gd name="connsiteX21" fmla="*/ 496639 w 648100"/>
              <a:gd name="connsiteY21" fmla="*/ 592988 h 821590"/>
              <a:gd name="connsiteX22" fmla="*/ 506215 w 648100"/>
              <a:gd name="connsiteY22" fmla="*/ 631235 h 821590"/>
              <a:gd name="connsiteX23" fmla="*/ 579445 w 648100"/>
              <a:gd name="connsiteY23" fmla="*/ 765130 h 821590"/>
              <a:gd name="connsiteX24" fmla="*/ 558854 w 648100"/>
              <a:gd name="connsiteY24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40347 w 648100"/>
              <a:gd name="connsiteY16" fmla="*/ 221748 h 821590"/>
              <a:gd name="connsiteX17" fmla="*/ 484850 w 648100"/>
              <a:gd name="connsiteY17" fmla="*/ 257394 h 821590"/>
              <a:gd name="connsiteX18" fmla="*/ 551991 w 648100"/>
              <a:gd name="connsiteY18" fmla="*/ 309258 h 821590"/>
              <a:gd name="connsiteX19" fmla="*/ 589740 w 648100"/>
              <a:gd name="connsiteY19" fmla="*/ 418577 h 821590"/>
              <a:gd name="connsiteX20" fmla="*/ 496639 w 648100"/>
              <a:gd name="connsiteY20" fmla="*/ 592988 h 821590"/>
              <a:gd name="connsiteX21" fmla="*/ 506215 w 648100"/>
              <a:gd name="connsiteY21" fmla="*/ 631235 h 821590"/>
              <a:gd name="connsiteX22" fmla="*/ 579445 w 648100"/>
              <a:gd name="connsiteY22" fmla="*/ 765130 h 821590"/>
              <a:gd name="connsiteX23" fmla="*/ 558854 w 648100"/>
              <a:gd name="connsiteY23" fmla="*/ 820259 h 821590"/>
              <a:gd name="connsiteX0" fmla="*/ 558854 w 648100"/>
              <a:gd name="connsiteY0" fmla="*/ 820259 h 821590"/>
              <a:gd name="connsiteX1" fmla="*/ 533946 w 648100"/>
              <a:gd name="connsiteY1" fmla="*/ 816164 h 821590"/>
              <a:gd name="connsiteX2" fmla="*/ 463429 w 648100"/>
              <a:gd name="connsiteY2" fmla="*/ 811458 h 821590"/>
              <a:gd name="connsiteX3" fmla="*/ 405974 w 648100"/>
              <a:gd name="connsiteY3" fmla="*/ 808857 h 821590"/>
              <a:gd name="connsiteX4" fmla="*/ 360310 w 648100"/>
              <a:gd name="connsiteY4" fmla="*/ 806145 h 821590"/>
              <a:gd name="connsiteX5" fmla="*/ 296933 w 648100"/>
              <a:gd name="connsiteY5" fmla="*/ 797012 h 821590"/>
              <a:gd name="connsiteX6" fmla="*/ 231618 w 648100"/>
              <a:gd name="connsiteY6" fmla="*/ 733081 h 821590"/>
              <a:gd name="connsiteX7" fmla="*/ 200788 w 648100"/>
              <a:gd name="connsiteY7" fmla="*/ 688136 h 821590"/>
              <a:gd name="connsiteX8" fmla="*/ 129219 w 648100"/>
              <a:gd name="connsiteY8" fmla="*/ 443485 h 821590"/>
              <a:gd name="connsiteX9" fmla="*/ 79458 w 648100"/>
              <a:gd name="connsiteY9" fmla="*/ 235973 h 821590"/>
              <a:gd name="connsiteX10" fmla="*/ 66008 w 648100"/>
              <a:gd name="connsiteY10" fmla="*/ 205696 h 821590"/>
              <a:gd name="connsiteX11" fmla="*/ 49347 w 648100"/>
              <a:gd name="connsiteY11" fmla="*/ 170327 h 821590"/>
              <a:gd name="connsiteX12" fmla="*/ 97004 w 648100"/>
              <a:gd name="connsiteY12" fmla="*/ 22595 h 821590"/>
              <a:gd name="connsiteX13" fmla="*/ 176267 w 648100"/>
              <a:gd name="connsiteY13" fmla="*/ 57079 h 821590"/>
              <a:gd name="connsiteX14" fmla="*/ 293888 w 648100"/>
              <a:gd name="connsiteY14" fmla="*/ 120345 h 821590"/>
              <a:gd name="connsiteX15" fmla="*/ 400937 w 648100"/>
              <a:gd name="connsiteY15" fmla="*/ 189368 h 821590"/>
              <a:gd name="connsiteX16" fmla="*/ 484850 w 648100"/>
              <a:gd name="connsiteY16" fmla="*/ 257394 h 821590"/>
              <a:gd name="connsiteX17" fmla="*/ 551991 w 648100"/>
              <a:gd name="connsiteY17" fmla="*/ 309258 h 821590"/>
              <a:gd name="connsiteX18" fmla="*/ 589740 w 648100"/>
              <a:gd name="connsiteY18" fmla="*/ 418577 h 821590"/>
              <a:gd name="connsiteX19" fmla="*/ 496639 w 648100"/>
              <a:gd name="connsiteY19" fmla="*/ 592988 h 821590"/>
              <a:gd name="connsiteX20" fmla="*/ 506215 w 648100"/>
              <a:gd name="connsiteY20" fmla="*/ 631235 h 821590"/>
              <a:gd name="connsiteX21" fmla="*/ 579445 w 648100"/>
              <a:gd name="connsiteY21" fmla="*/ 765130 h 821590"/>
              <a:gd name="connsiteX22" fmla="*/ 558854 w 648100"/>
              <a:gd name="connsiteY22" fmla="*/ 820259 h 821590"/>
              <a:gd name="connsiteX0" fmla="*/ 558854 w 625859"/>
              <a:gd name="connsiteY0" fmla="*/ 820259 h 821590"/>
              <a:gd name="connsiteX1" fmla="*/ 533946 w 625859"/>
              <a:gd name="connsiteY1" fmla="*/ 816164 h 821590"/>
              <a:gd name="connsiteX2" fmla="*/ 463429 w 625859"/>
              <a:gd name="connsiteY2" fmla="*/ 811458 h 821590"/>
              <a:gd name="connsiteX3" fmla="*/ 405974 w 625859"/>
              <a:gd name="connsiteY3" fmla="*/ 808857 h 821590"/>
              <a:gd name="connsiteX4" fmla="*/ 360310 w 625859"/>
              <a:gd name="connsiteY4" fmla="*/ 806145 h 821590"/>
              <a:gd name="connsiteX5" fmla="*/ 296933 w 625859"/>
              <a:gd name="connsiteY5" fmla="*/ 797012 h 821590"/>
              <a:gd name="connsiteX6" fmla="*/ 231618 w 625859"/>
              <a:gd name="connsiteY6" fmla="*/ 733081 h 821590"/>
              <a:gd name="connsiteX7" fmla="*/ 200788 w 625859"/>
              <a:gd name="connsiteY7" fmla="*/ 688136 h 821590"/>
              <a:gd name="connsiteX8" fmla="*/ 129219 w 625859"/>
              <a:gd name="connsiteY8" fmla="*/ 443485 h 821590"/>
              <a:gd name="connsiteX9" fmla="*/ 79458 w 625859"/>
              <a:gd name="connsiteY9" fmla="*/ 235973 h 821590"/>
              <a:gd name="connsiteX10" fmla="*/ 66008 w 625859"/>
              <a:gd name="connsiteY10" fmla="*/ 205696 h 821590"/>
              <a:gd name="connsiteX11" fmla="*/ 49347 w 625859"/>
              <a:gd name="connsiteY11" fmla="*/ 170327 h 821590"/>
              <a:gd name="connsiteX12" fmla="*/ 97004 w 625859"/>
              <a:gd name="connsiteY12" fmla="*/ 22595 h 821590"/>
              <a:gd name="connsiteX13" fmla="*/ 176267 w 625859"/>
              <a:gd name="connsiteY13" fmla="*/ 57079 h 821590"/>
              <a:gd name="connsiteX14" fmla="*/ 293888 w 625859"/>
              <a:gd name="connsiteY14" fmla="*/ 120345 h 821590"/>
              <a:gd name="connsiteX15" fmla="*/ 400937 w 625859"/>
              <a:gd name="connsiteY15" fmla="*/ 189368 h 821590"/>
              <a:gd name="connsiteX16" fmla="*/ 551991 w 625859"/>
              <a:gd name="connsiteY16" fmla="*/ 309258 h 821590"/>
              <a:gd name="connsiteX17" fmla="*/ 589740 w 625859"/>
              <a:gd name="connsiteY17" fmla="*/ 418577 h 821590"/>
              <a:gd name="connsiteX18" fmla="*/ 496639 w 625859"/>
              <a:gd name="connsiteY18" fmla="*/ 592988 h 821590"/>
              <a:gd name="connsiteX19" fmla="*/ 506215 w 625859"/>
              <a:gd name="connsiteY19" fmla="*/ 631235 h 821590"/>
              <a:gd name="connsiteX20" fmla="*/ 579445 w 625859"/>
              <a:gd name="connsiteY20" fmla="*/ 765130 h 821590"/>
              <a:gd name="connsiteX21" fmla="*/ 558854 w 625859"/>
              <a:gd name="connsiteY21" fmla="*/ 820259 h 821590"/>
              <a:gd name="connsiteX0" fmla="*/ 558854 w 627424"/>
              <a:gd name="connsiteY0" fmla="*/ 820259 h 821590"/>
              <a:gd name="connsiteX1" fmla="*/ 533946 w 627424"/>
              <a:gd name="connsiteY1" fmla="*/ 816164 h 821590"/>
              <a:gd name="connsiteX2" fmla="*/ 463429 w 627424"/>
              <a:gd name="connsiteY2" fmla="*/ 811458 h 821590"/>
              <a:gd name="connsiteX3" fmla="*/ 405974 w 627424"/>
              <a:gd name="connsiteY3" fmla="*/ 808857 h 821590"/>
              <a:gd name="connsiteX4" fmla="*/ 360310 w 627424"/>
              <a:gd name="connsiteY4" fmla="*/ 806145 h 821590"/>
              <a:gd name="connsiteX5" fmla="*/ 296933 w 627424"/>
              <a:gd name="connsiteY5" fmla="*/ 797012 h 821590"/>
              <a:gd name="connsiteX6" fmla="*/ 231618 w 627424"/>
              <a:gd name="connsiteY6" fmla="*/ 733081 h 821590"/>
              <a:gd name="connsiteX7" fmla="*/ 200788 w 627424"/>
              <a:gd name="connsiteY7" fmla="*/ 688136 h 821590"/>
              <a:gd name="connsiteX8" fmla="*/ 129219 w 627424"/>
              <a:gd name="connsiteY8" fmla="*/ 443485 h 821590"/>
              <a:gd name="connsiteX9" fmla="*/ 79458 w 627424"/>
              <a:gd name="connsiteY9" fmla="*/ 235973 h 821590"/>
              <a:gd name="connsiteX10" fmla="*/ 66008 w 627424"/>
              <a:gd name="connsiteY10" fmla="*/ 205696 h 821590"/>
              <a:gd name="connsiteX11" fmla="*/ 49347 w 627424"/>
              <a:gd name="connsiteY11" fmla="*/ 170327 h 821590"/>
              <a:gd name="connsiteX12" fmla="*/ 97004 w 627424"/>
              <a:gd name="connsiteY12" fmla="*/ 22595 h 821590"/>
              <a:gd name="connsiteX13" fmla="*/ 176267 w 627424"/>
              <a:gd name="connsiteY13" fmla="*/ 57079 h 821590"/>
              <a:gd name="connsiteX14" fmla="*/ 293888 w 627424"/>
              <a:gd name="connsiteY14" fmla="*/ 120345 h 821590"/>
              <a:gd name="connsiteX15" fmla="*/ 400937 w 627424"/>
              <a:gd name="connsiteY15" fmla="*/ 189368 h 821590"/>
              <a:gd name="connsiteX16" fmla="*/ 551991 w 627424"/>
              <a:gd name="connsiteY16" fmla="*/ 309258 h 821590"/>
              <a:gd name="connsiteX17" fmla="*/ 626302 w 627424"/>
              <a:gd name="connsiteY17" fmla="*/ 395563 h 821590"/>
              <a:gd name="connsiteX18" fmla="*/ 589740 w 627424"/>
              <a:gd name="connsiteY18" fmla="*/ 418577 h 821590"/>
              <a:gd name="connsiteX19" fmla="*/ 496639 w 627424"/>
              <a:gd name="connsiteY19" fmla="*/ 592988 h 821590"/>
              <a:gd name="connsiteX20" fmla="*/ 506215 w 627424"/>
              <a:gd name="connsiteY20" fmla="*/ 631235 h 821590"/>
              <a:gd name="connsiteX21" fmla="*/ 579445 w 627424"/>
              <a:gd name="connsiteY21" fmla="*/ 765130 h 821590"/>
              <a:gd name="connsiteX22" fmla="*/ 558854 w 627424"/>
              <a:gd name="connsiteY22" fmla="*/ 820259 h 821590"/>
              <a:gd name="connsiteX0" fmla="*/ 558854 w 626302"/>
              <a:gd name="connsiteY0" fmla="*/ 820259 h 821590"/>
              <a:gd name="connsiteX1" fmla="*/ 533946 w 626302"/>
              <a:gd name="connsiteY1" fmla="*/ 816164 h 821590"/>
              <a:gd name="connsiteX2" fmla="*/ 463429 w 626302"/>
              <a:gd name="connsiteY2" fmla="*/ 811458 h 821590"/>
              <a:gd name="connsiteX3" fmla="*/ 405974 w 626302"/>
              <a:gd name="connsiteY3" fmla="*/ 808857 h 821590"/>
              <a:gd name="connsiteX4" fmla="*/ 360310 w 626302"/>
              <a:gd name="connsiteY4" fmla="*/ 806145 h 821590"/>
              <a:gd name="connsiteX5" fmla="*/ 296933 w 626302"/>
              <a:gd name="connsiteY5" fmla="*/ 797012 h 821590"/>
              <a:gd name="connsiteX6" fmla="*/ 231618 w 626302"/>
              <a:gd name="connsiteY6" fmla="*/ 733081 h 821590"/>
              <a:gd name="connsiteX7" fmla="*/ 200788 w 626302"/>
              <a:gd name="connsiteY7" fmla="*/ 688136 h 821590"/>
              <a:gd name="connsiteX8" fmla="*/ 129219 w 626302"/>
              <a:gd name="connsiteY8" fmla="*/ 443485 h 821590"/>
              <a:gd name="connsiteX9" fmla="*/ 79458 w 626302"/>
              <a:gd name="connsiteY9" fmla="*/ 235973 h 821590"/>
              <a:gd name="connsiteX10" fmla="*/ 66008 w 626302"/>
              <a:gd name="connsiteY10" fmla="*/ 205696 h 821590"/>
              <a:gd name="connsiteX11" fmla="*/ 49347 w 626302"/>
              <a:gd name="connsiteY11" fmla="*/ 170327 h 821590"/>
              <a:gd name="connsiteX12" fmla="*/ 97004 w 626302"/>
              <a:gd name="connsiteY12" fmla="*/ 22595 h 821590"/>
              <a:gd name="connsiteX13" fmla="*/ 176267 w 626302"/>
              <a:gd name="connsiteY13" fmla="*/ 57079 h 821590"/>
              <a:gd name="connsiteX14" fmla="*/ 293888 w 626302"/>
              <a:gd name="connsiteY14" fmla="*/ 120345 h 821590"/>
              <a:gd name="connsiteX15" fmla="*/ 400937 w 626302"/>
              <a:gd name="connsiteY15" fmla="*/ 189368 h 821590"/>
              <a:gd name="connsiteX16" fmla="*/ 551991 w 626302"/>
              <a:gd name="connsiteY16" fmla="*/ 309258 h 821590"/>
              <a:gd name="connsiteX17" fmla="*/ 626302 w 626302"/>
              <a:gd name="connsiteY17" fmla="*/ 395563 h 821590"/>
              <a:gd name="connsiteX18" fmla="*/ 589740 w 626302"/>
              <a:gd name="connsiteY18" fmla="*/ 418577 h 821590"/>
              <a:gd name="connsiteX19" fmla="*/ 496639 w 626302"/>
              <a:gd name="connsiteY19" fmla="*/ 592988 h 821590"/>
              <a:gd name="connsiteX20" fmla="*/ 506215 w 626302"/>
              <a:gd name="connsiteY20" fmla="*/ 631235 h 821590"/>
              <a:gd name="connsiteX21" fmla="*/ 579445 w 626302"/>
              <a:gd name="connsiteY21" fmla="*/ 765130 h 821590"/>
              <a:gd name="connsiteX22" fmla="*/ 558854 w 626302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16992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89740 w 632016"/>
              <a:gd name="connsiteY18" fmla="*/ 418577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32016"/>
              <a:gd name="connsiteY0" fmla="*/ 820259 h 821590"/>
              <a:gd name="connsiteX1" fmla="*/ 533946 w 632016"/>
              <a:gd name="connsiteY1" fmla="*/ 816164 h 821590"/>
              <a:gd name="connsiteX2" fmla="*/ 463429 w 632016"/>
              <a:gd name="connsiteY2" fmla="*/ 811458 h 821590"/>
              <a:gd name="connsiteX3" fmla="*/ 405974 w 632016"/>
              <a:gd name="connsiteY3" fmla="*/ 808857 h 821590"/>
              <a:gd name="connsiteX4" fmla="*/ 360310 w 632016"/>
              <a:gd name="connsiteY4" fmla="*/ 806145 h 821590"/>
              <a:gd name="connsiteX5" fmla="*/ 296933 w 632016"/>
              <a:gd name="connsiteY5" fmla="*/ 797012 h 821590"/>
              <a:gd name="connsiteX6" fmla="*/ 231618 w 632016"/>
              <a:gd name="connsiteY6" fmla="*/ 733081 h 821590"/>
              <a:gd name="connsiteX7" fmla="*/ 200788 w 632016"/>
              <a:gd name="connsiteY7" fmla="*/ 688136 h 821590"/>
              <a:gd name="connsiteX8" fmla="*/ 129219 w 632016"/>
              <a:gd name="connsiteY8" fmla="*/ 443485 h 821590"/>
              <a:gd name="connsiteX9" fmla="*/ 79458 w 632016"/>
              <a:gd name="connsiteY9" fmla="*/ 235973 h 821590"/>
              <a:gd name="connsiteX10" fmla="*/ 66008 w 632016"/>
              <a:gd name="connsiteY10" fmla="*/ 205696 h 821590"/>
              <a:gd name="connsiteX11" fmla="*/ 49347 w 632016"/>
              <a:gd name="connsiteY11" fmla="*/ 170327 h 821590"/>
              <a:gd name="connsiteX12" fmla="*/ 97004 w 632016"/>
              <a:gd name="connsiteY12" fmla="*/ 22595 h 821590"/>
              <a:gd name="connsiteX13" fmla="*/ 176267 w 632016"/>
              <a:gd name="connsiteY13" fmla="*/ 57079 h 821590"/>
              <a:gd name="connsiteX14" fmla="*/ 293888 w 632016"/>
              <a:gd name="connsiteY14" fmla="*/ 120345 h 821590"/>
              <a:gd name="connsiteX15" fmla="*/ 400937 w 632016"/>
              <a:gd name="connsiteY15" fmla="*/ 189368 h 821590"/>
              <a:gd name="connsiteX16" fmla="*/ 551991 w 632016"/>
              <a:gd name="connsiteY16" fmla="*/ 309258 h 821590"/>
              <a:gd name="connsiteX17" fmla="*/ 632016 w 632016"/>
              <a:gd name="connsiteY17" fmla="*/ 405563 h 821590"/>
              <a:gd name="connsiteX18" fmla="*/ 558171 w 632016"/>
              <a:gd name="connsiteY18" fmla="*/ 422416 h 821590"/>
              <a:gd name="connsiteX19" fmla="*/ 496639 w 632016"/>
              <a:gd name="connsiteY19" fmla="*/ 592988 h 821590"/>
              <a:gd name="connsiteX20" fmla="*/ 506215 w 632016"/>
              <a:gd name="connsiteY20" fmla="*/ 631235 h 821590"/>
              <a:gd name="connsiteX21" fmla="*/ 579445 w 632016"/>
              <a:gd name="connsiteY21" fmla="*/ 765130 h 821590"/>
              <a:gd name="connsiteX22" fmla="*/ 558854 w 632016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12389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58171 w 646947"/>
              <a:gd name="connsiteY18" fmla="*/ 422416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6947"/>
              <a:gd name="connsiteY0" fmla="*/ 820259 h 821590"/>
              <a:gd name="connsiteX1" fmla="*/ 533946 w 646947"/>
              <a:gd name="connsiteY1" fmla="*/ 816164 h 821590"/>
              <a:gd name="connsiteX2" fmla="*/ 463429 w 646947"/>
              <a:gd name="connsiteY2" fmla="*/ 811458 h 821590"/>
              <a:gd name="connsiteX3" fmla="*/ 405974 w 646947"/>
              <a:gd name="connsiteY3" fmla="*/ 808857 h 821590"/>
              <a:gd name="connsiteX4" fmla="*/ 360310 w 646947"/>
              <a:gd name="connsiteY4" fmla="*/ 806145 h 821590"/>
              <a:gd name="connsiteX5" fmla="*/ 296933 w 646947"/>
              <a:gd name="connsiteY5" fmla="*/ 797012 h 821590"/>
              <a:gd name="connsiteX6" fmla="*/ 231618 w 646947"/>
              <a:gd name="connsiteY6" fmla="*/ 733081 h 821590"/>
              <a:gd name="connsiteX7" fmla="*/ 200788 w 646947"/>
              <a:gd name="connsiteY7" fmla="*/ 688136 h 821590"/>
              <a:gd name="connsiteX8" fmla="*/ 129219 w 646947"/>
              <a:gd name="connsiteY8" fmla="*/ 443485 h 821590"/>
              <a:gd name="connsiteX9" fmla="*/ 79458 w 646947"/>
              <a:gd name="connsiteY9" fmla="*/ 235973 h 821590"/>
              <a:gd name="connsiteX10" fmla="*/ 66008 w 646947"/>
              <a:gd name="connsiteY10" fmla="*/ 205696 h 821590"/>
              <a:gd name="connsiteX11" fmla="*/ 49347 w 646947"/>
              <a:gd name="connsiteY11" fmla="*/ 170327 h 821590"/>
              <a:gd name="connsiteX12" fmla="*/ 97004 w 646947"/>
              <a:gd name="connsiteY12" fmla="*/ 22595 h 821590"/>
              <a:gd name="connsiteX13" fmla="*/ 176267 w 646947"/>
              <a:gd name="connsiteY13" fmla="*/ 57079 h 821590"/>
              <a:gd name="connsiteX14" fmla="*/ 293888 w 646947"/>
              <a:gd name="connsiteY14" fmla="*/ 120345 h 821590"/>
              <a:gd name="connsiteX15" fmla="*/ 400937 w 646947"/>
              <a:gd name="connsiteY15" fmla="*/ 189368 h 821590"/>
              <a:gd name="connsiteX16" fmla="*/ 551991 w 646947"/>
              <a:gd name="connsiteY16" fmla="*/ 309258 h 821590"/>
              <a:gd name="connsiteX17" fmla="*/ 646947 w 646947"/>
              <a:gd name="connsiteY17" fmla="*/ 408550 h 821590"/>
              <a:gd name="connsiteX18" fmla="*/ 542387 w 646947"/>
              <a:gd name="connsiteY18" fmla="*/ 432654 h 821590"/>
              <a:gd name="connsiteX19" fmla="*/ 496639 w 646947"/>
              <a:gd name="connsiteY19" fmla="*/ 592988 h 821590"/>
              <a:gd name="connsiteX20" fmla="*/ 506215 w 646947"/>
              <a:gd name="connsiteY20" fmla="*/ 631235 h 821590"/>
              <a:gd name="connsiteX21" fmla="*/ 579445 w 646947"/>
              <a:gd name="connsiteY21" fmla="*/ 765130 h 821590"/>
              <a:gd name="connsiteX22" fmla="*/ 558854 w 646947"/>
              <a:gd name="connsiteY22" fmla="*/ 820259 h 821590"/>
              <a:gd name="connsiteX0" fmla="*/ 558854 w 649154"/>
              <a:gd name="connsiteY0" fmla="*/ 820259 h 821590"/>
              <a:gd name="connsiteX1" fmla="*/ 533946 w 649154"/>
              <a:gd name="connsiteY1" fmla="*/ 816164 h 821590"/>
              <a:gd name="connsiteX2" fmla="*/ 463429 w 649154"/>
              <a:gd name="connsiteY2" fmla="*/ 811458 h 821590"/>
              <a:gd name="connsiteX3" fmla="*/ 405974 w 649154"/>
              <a:gd name="connsiteY3" fmla="*/ 808857 h 821590"/>
              <a:gd name="connsiteX4" fmla="*/ 360310 w 649154"/>
              <a:gd name="connsiteY4" fmla="*/ 806145 h 821590"/>
              <a:gd name="connsiteX5" fmla="*/ 296933 w 649154"/>
              <a:gd name="connsiteY5" fmla="*/ 797012 h 821590"/>
              <a:gd name="connsiteX6" fmla="*/ 231618 w 649154"/>
              <a:gd name="connsiteY6" fmla="*/ 733081 h 821590"/>
              <a:gd name="connsiteX7" fmla="*/ 200788 w 649154"/>
              <a:gd name="connsiteY7" fmla="*/ 688136 h 821590"/>
              <a:gd name="connsiteX8" fmla="*/ 129219 w 649154"/>
              <a:gd name="connsiteY8" fmla="*/ 443485 h 821590"/>
              <a:gd name="connsiteX9" fmla="*/ 79458 w 649154"/>
              <a:gd name="connsiteY9" fmla="*/ 235973 h 821590"/>
              <a:gd name="connsiteX10" fmla="*/ 66008 w 649154"/>
              <a:gd name="connsiteY10" fmla="*/ 205696 h 821590"/>
              <a:gd name="connsiteX11" fmla="*/ 49347 w 649154"/>
              <a:gd name="connsiteY11" fmla="*/ 170327 h 821590"/>
              <a:gd name="connsiteX12" fmla="*/ 97004 w 649154"/>
              <a:gd name="connsiteY12" fmla="*/ 22595 h 821590"/>
              <a:gd name="connsiteX13" fmla="*/ 176267 w 649154"/>
              <a:gd name="connsiteY13" fmla="*/ 57079 h 821590"/>
              <a:gd name="connsiteX14" fmla="*/ 293888 w 649154"/>
              <a:gd name="connsiteY14" fmla="*/ 120345 h 821590"/>
              <a:gd name="connsiteX15" fmla="*/ 400937 w 649154"/>
              <a:gd name="connsiteY15" fmla="*/ 189368 h 821590"/>
              <a:gd name="connsiteX16" fmla="*/ 551991 w 649154"/>
              <a:gd name="connsiteY16" fmla="*/ 309258 h 821590"/>
              <a:gd name="connsiteX17" fmla="*/ 646947 w 649154"/>
              <a:gd name="connsiteY17" fmla="*/ 408550 h 821590"/>
              <a:gd name="connsiteX18" fmla="*/ 542387 w 649154"/>
              <a:gd name="connsiteY18" fmla="*/ 432654 h 821590"/>
              <a:gd name="connsiteX19" fmla="*/ 496639 w 649154"/>
              <a:gd name="connsiteY19" fmla="*/ 592988 h 821590"/>
              <a:gd name="connsiteX20" fmla="*/ 506215 w 649154"/>
              <a:gd name="connsiteY20" fmla="*/ 631235 h 821590"/>
              <a:gd name="connsiteX21" fmla="*/ 579445 w 649154"/>
              <a:gd name="connsiteY21" fmla="*/ 765130 h 821590"/>
              <a:gd name="connsiteX22" fmla="*/ 558854 w 649154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06215 w 653969"/>
              <a:gd name="connsiteY20" fmla="*/ 631235 h 821590"/>
              <a:gd name="connsiteX21" fmla="*/ 579445 w 653969"/>
              <a:gd name="connsiteY21" fmla="*/ 765130 h 821590"/>
              <a:gd name="connsiteX22" fmla="*/ 558854 w 653969"/>
              <a:gd name="connsiteY22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6639 w 653969"/>
              <a:gd name="connsiteY19" fmla="*/ 592988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5786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590"/>
              <a:gd name="connsiteX1" fmla="*/ 533946 w 653969"/>
              <a:gd name="connsiteY1" fmla="*/ 816164 h 821590"/>
              <a:gd name="connsiteX2" fmla="*/ 463429 w 653969"/>
              <a:gd name="connsiteY2" fmla="*/ 811458 h 821590"/>
              <a:gd name="connsiteX3" fmla="*/ 405974 w 653969"/>
              <a:gd name="connsiteY3" fmla="*/ 808857 h 821590"/>
              <a:gd name="connsiteX4" fmla="*/ 360310 w 653969"/>
              <a:gd name="connsiteY4" fmla="*/ 806145 h 821590"/>
              <a:gd name="connsiteX5" fmla="*/ 296933 w 653969"/>
              <a:gd name="connsiteY5" fmla="*/ 797012 h 821590"/>
              <a:gd name="connsiteX6" fmla="*/ 231618 w 653969"/>
              <a:gd name="connsiteY6" fmla="*/ 733081 h 821590"/>
              <a:gd name="connsiteX7" fmla="*/ 200788 w 653969"/>
              <a:gd name="connsiteY7" fmla="*/ 688136 h 821590"/>
              <a:gd name="connsiteX8" fmla="*/ 129219 w 653969"/>
              <a:gd name="connsiteY8" fmla="*/ 443485 h 821590"/>
              <a:gd name="connsiteX9" fmla="*/ 79458 w 653969"/>
              <a:gd name="connsiteY9" fmla="*/ 235973 h 821590"/>
              <a:gd name="connsiteX10" fmla="*/ 66008 w 653969"/>
              <a:gd name="connsiteY10" fmla="*/ 205696 h 821590"/>
              <a:gd name="connsiteX11" fmla="*/ 49347 w 653969"/>
              <a:gd name="connsiteY11" fmla="*/ 170327 h 821590"/>
              <a:gd name="connsiteX12" fmla="*/ 97004 w 653969"/>
              <a:gd name="connsiteY12" fmla="*/ 22595 h 821590"/>
              <a:gd name="connsiteX13" fmla="*/ 176267 w 653969"/>
              <a:gd name="connsiteY13" fmla="*/ 57079 h 821590"/>
              <a:gd name="connsiteX14" fmla="*/ 293888 w 653969"/>
              <a:gd name="connsiteY14" fmla="*/ 120345 h 821590"/>
              <a:gd name="connsiteX15" fmla="*/ 400937 w 653969"/>
              <a:gd name="connsiteY15" fmla="*/ 189368 h 821590"/>
              <a:gd name="connsiteX16" fmla="*/ 551991 w 653969"/>
              <a:gd name="connsiteY16" fmla="*/ 309258 h 821590"/>
              <a:gd name="connsiteX17" fmla="*/ 646947 w 653969"/>
              <a:gd name="connsiteY17" fmla="*/ 408550 h 821590"/>
              <a:gd name="connsiteX18" fmla="*/ 542387 w 653969"/>
              <a:gd name="connsiteY18" fmla="*/ 432654 h 821590"/>
              <a:gd name="connsiteX19" fmla="*/ 491094 w 653969"/>
              <a:gd name="connsiteY19" fmla="*/ 606639 h 821590"/>
              <a:gd name="connsiteX20" fmla="*/ 579445 w 653969"/>
              <a:gd name="connsiteY20" fmla="*/ 765130 h 821590"/>
              <a:gd name="connsiteX21" fmla="*/ 558854 w 653969"/>
              <a:gd name="connsiteY21" fmla="*/ 820259 h 821590"/>
              <a:gd name="connsiteX0" fmla="*/ 558854 w 653969"/>
              <a:gd name="connsiteY0" fmla="*/ 820259 h 821126"/>
              <a:gd name="connsiteX1" fmla="*/ 533946 w 653969"/>
              <a:gd name="connsiteY1" fmla="*/ 816164 h 821126"/>
              <a:gd name="connsiteX2" fmla="*/ 463429 w 653969"/>
              <a:gd name="connsiteY2" fmla="*/ 811458 h 821126"/>
              <a:gd name="connsiteX3" fmla="*/ 405974 w 653969"/>
              <a:gd name="connsiteY3" fmla="*/ 808857 h 821126"/>
              <a:gd name="connsiteX4" fmla="*/ 360310 w 653969"/>
              <a:gd name="connsiteY4" fmla="*/ 806145 h 821126"/>
              <a:gd name="connsiteX5" fmla="*/ 296933 w 653969"/>
              <a:gd name="connsiteY5" fmla="*/ 797012 h 821126"/>
              <a:gd name="connsiteX6" fmla="*/ 231618 w 653969"/>
              <a:gd name="connsiteY6" fmla="*/ 733081 h 821126"/>
              <a:gd name="connsiteX7" fmla="*/ 200788 w 653969"/>
              <a:gd name="connsiteY7" fmla="*/ 688136 h 821126"/>
              <a:gd name="connsiteX8" fmla="*/ 129219 w 653969"/>
              <a:gd name="connsiteY8" fmla="*/ 443485 h 821126"/>
              <a:gd name="connsiteX9" fmla="*/ 79458 w 653969"/>
              <a:gd name="connsiteY9" fmla="*/ 235973 h 821126"/>
              <a:gd name="connsiteX10" fmla="*/ 66008 w 653969"/>
              <a:gd name="connsiteY10" fmla="*/ 205696 h 821126"/>
              <a:gd name="connsiteX11" fmla="*/ 49347 w 653969"/>
              <a:gd name="connsiteY11" fmla="*/ 170327 h 821126"/>
              <a:gd name="connsiteX12" fmla="*/ 97004 w 653969"/>
              <a:gd name="connsiteY12" fmla="*/ 22595 h 821126"/>
              <a:gd name="connsiteX13" fmla="*/ 176267 w 653969"/>
              <a:gd name="connsiteY13" fmla="*/ 57079 h 821126"/>
              <a:gd name="connsiteX14" fmla="*/ 293888 w 653969"/>
              <a:gd name="connsiteY14" fmla="*/ 120345 h 821126"/>
              <a:gd name="connsiteX15" fmla="*/ 400937 w 653969"/>
              <a:gd name="connsiteY15" fmla="*/ 189368 h 821126"/>
              <a:gd name="connsiteX16" fmla="*/ 551991 w 653969"/>
              <a:gd name="connsiteY16" fmla="*/ 309258 h 821126"/>
              <a:gd name="connsiteX17" fmla="*/ 646947 w 653969"/>
              <a:gd name="connsiteY17" fmla="*/ 408550 h 821126"/>
              <a:gd name="connsiteX18" fmla="*/ 542387 w 653969"/>
              <a:gd name="connsiteY18" fmla="*/ 432654 h 821126"/>
              <a:gd name="connsiteX19" fmla="*/ 491094 w 653969"/>
              <a:gd name="connsiteY19" fmla="*/ 606639 h 821126"/>
              <a:gd name="connsiteX20" fmla="*/ 579445 w 653969"/>
              <a:gd name="connsiteY20" fmla="*/ 765130 h 821126"/>
              <a:gd name="connsiteX21" fmla="*/ 599803 w 653969"/>
              <a:gd name="connsiteY21" fmla="*/ 815211 h 821126"/>
              <a:gd name="connsiteX22" fmla="*/ 558854 w 653969"/>
              <a:gd name="connsiteY22" fmla="*/ 820259 h 821126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0610"/>
              <a:gd name="connsiteX1" fmla="*/ 533946 w 653969"/>
              <a:gd name="connsiteY1" fmla="*/ 816164 h 820610"/>
              <a:gd name="connsiteX2" fmla="*/ 463429 w 653969"/>
              <a:gd name="connsiteY2" fmla="*/ 811458 h 820610"/>
              <a:gd name="connsiteX3" fmla="*/ 405974 w 653969"/>
              <a:gd name="connsiteY3" fmla="*/ 808857 h 820610"/>
              <a:gd name="connsiteX4" fmla="*/ 360310 w 653969"/>
              <a:gd name="connsiteY4" fmla="*/ 806145 h 820610"/>
              <a:gd name="connsiteX5" fmla="*/ 296933 w 653969"/>
              <a:gd name="connsiteY5" fmla="*/ 797012 h 820610"/>
              <a:gd name="connsiteX6" fmla="*/ 231618 w 653969"/>
              <a:gd name="connsiteY6" fmla="*/ 733081 h 820610"/>
              <a:gd name="connsiteX7" fmla="*/ 200788 w 653969"/>
              <a:gd name="connsiteY7" fmla="*/ 688136 h 820610"/>
              <a:gd name="connsiteX8" fmla="*/ 129219 w 653969"/>
              <a:gd name="connsiteY8" fmla="*/ 443485 h 820610"/>
              <a:gd name="connsiteX9" fmla="*/ 79458 w 653969"/>
              <a:gd name="connsiteY9" fmla="*/ 235973 h 820610"/>
              <a:gd name="connsiteX10" fmla="*/ 66008 w 653969"/>
              <a:gd name="connsiteY10" fmla="*/ 205696 h 820610"/>
              <a:gd name="connsiteX11" fmla="*/ 49347 w 653969"/>
              <a:gd name="connsiteY11" fmla="*/ 170327 h 820610"/>
              <a:gd name="connsiteX12" fmla="*/ 97004 w 653969"/>
              <a:gd name="connsiteY12" fmla="*/ 22595 h 820610"/>
              <a:gd name="connsiteX13" fmla="*/ 176267 w 653969"/>
              <a:gd name="connsiteY13" fmla="*/ 57079 h 820610"/>
              <a:gd name="connsiteX14" fmla="*/ 293888 w 653969"/>
              <a:gd name="connsiteY14" fmla="*/ 120345 h 820610"/>
              <a:gd name="connsiteX15" fmla="*/ 400937 w 653969"/>
              <a:gd name="connsiteY15" fmla="*/ 189368 h 820610"/>
              <a:gd name="connsiteX16" fmla="*/ 551991 w 653969"/>
              <a:gd name="connsiteY16" fmla="*/ 309258 h 820610"/>
              <a:gd name="connsiteX17" fmla="*/ 646947 w 653969"/>
              <a:gd name="connsiteY17" fmla="*/ 408550 h 820610"/>
              <a:gd name="connsiteX18" fmla="*/ 542387 w 653969"/>
              <a:gd name="connsiteY18" fmla="*/ 432654 h 820610"/>
              <a:gd name="connsiteX19" fmla="*/ 491094 w 653969"/>
              <a:gd name="connsiteY19" fmla="*/ 606639 h 820610"/>
              <a:gd name="connsiteX20" fmla="*/ 579445 w 653969"/>
              <a:gd name="connsiteY20" fmla="*/ 765130 h 820610"/>
              <a:gd name="connsiteX21" fmla="*/ 626679 w 653969"/>
              <a:gd name="connsiteY21" fmla="*/ 813931 h 820610"/>
              <a:gd name="connsiteX22" fmla="*/ 558854 w 653969"/>
              <a:gd name="connsiteY22" fmla="*/ 820259 h 820610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79445 w 653969"/>
              <a:gd name="connsiteY20" fmla="*/ 76513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555982 w 653969"/>
              <a:gd name="connsiteY20" fmla="*/ 74124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9109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639051 w 653969"/>
              <a:gd name="connsiteY20" fmla="*/ 820757 h 824682"/>
              <a:gd name="connsiteX21" fmla="*/ 558854 w 653969"/>
              <a:gd name="connsiteY21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0743 w 653969"/>
              <a:gd name="connsiteY20" fmla="*/ 731170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20078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49890 w 653969"/>
              <a:gd name="connsiteY20" fmla="*/ 727757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8849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4682"/>
              <a:gd name="connsiteX1" fmla="*/ 533946 w 653969"/>
              <a:gd name="connsiteY1" fmla="*/ 816164 h 824682"/>
              <a:gd name="connsiteX2" fmla="*/ 463429 w 653969"/>
              <a:gd name="connsiteY2" fmla="*/ 811458 h 824682"/>
              <a:gd name="connsiteX3" fmla="*/ 405974 w 653969"/>
              <a:gd name="connsiteY3" fmla="*/ 808857 h 824682"/>
              <a:gd name="connsiteX4" fmla="*/ 360310 w 653969"/>
              <a:gd name="connsiteY4" fmla="*/ 806145 h 824682"/>
              <a:gd name="connsiteX5" fmla="*/ 296933 w 653969"/>
              <a:gd name="connsiteY5" fmla="*/ 797012 h 824682"/>
              <a:gd name="connsiteX6" fmla="*/ 231618 w 653969"/>
              <a:gd name="connsiteY6" fmla="*/ 733081 h 824682"/>
              <a:gd name="connsiteX7" fmla="*/ 200788 w 653969"/>
              <a:gd name="connsiteY7" fmla="*/ 688136 h 824682"/>
              <a:gd name="connsiteX8" fmla="*/ 129219 w 653969"/>
              <a:gd name="connsiteY8" fmla="*/ 443485 h 824682"/>
              <a:gd name="connsiteX9" fmla="*/ 79458 w 653969"/>
              <a:gd name="connsiteY9" fmla="*/ 235973 h 824682"/>
              <a:gd name="connsiteX10" fmla="*/ 66008 w 653969"/>
              <a:gd name="connsiteY10" fmla="*/ 205696 h 824682"/>
              <a:gd name="connsiteX11" fmla="*/ 49347 w 653969"/>
              <a:gd name="connsiteY11" fmla="*/ 170327 h 824682"/>
              <a:gd name="connsiteX12" fmla="*/ 97004 w 653969"/>
              <a:gd name="connsiteY12" fmla="*/ 22595 h 824682"/>
              <a:gd name="connsiteX13" fmla="*/ 176267 w 653969"/>
              <a:gd name="connsiteY13" fmla="*/ 57079 h 824682"/>
              <a:gd name="connsiteX14" fmla="*/ 293888 w 653969"/>
              <a:gd name="connsiteY14" fmla="*/ 120345 h 824682"/>
              <a:gd name="connsiteX15" fmla="*/ 400937 w 653969"/>
              <a:gd name="connsiteY15" fmla="*/ 189368 h 824682"/>
              <a:gd name="connsiteX16" fmla="*/ 551991 w 653969"/>
              <a:gd name="connsiteY16" fmla="*/ 309258 h 824682"/>
              <a:gd name="connsiteX17" fmla="*/ 646947 w 653969"/>
              <a:gd name="connsiteY17" fmla="*/ 408550 h 824682"/>
              <a:gd name="connsiteX18" fmla="*/ 542387 w 653969"/>
              <a:gd name="connsiteY18" fmla="*/ 432654 h 824682"/>
              <a:gd name="connsiteX19" fmla="*/ 489814 w 653969"/>
              <a:gd name="connsiteY19" fmla="*/ 606639 h 824682"/>
              <a:gd name="connsiteX20" fmla="*/ 555436 w 653969"/>
              <a:gd name="connsiteY20" fmla="*/ 730743 h 824682"/>
              <a:gd name="connsiteX21" fmla="*/ 639051 w 653969"/>
              <a:gd name="connsiteY21" fmla="*/ 820757 h 824682"/>
              <a:gd name="connsiteX22" fmla="*/ 558854 w 653969"/>
              <a:gd name="connsiteY22" fmla="*/ 820259 h 824682"/>
              <a:gd name="connsiteX0" fmla="*/ 558854 w 653969"/>
              <a:gd name="connsiteY0" fmla="*/ 820259 h 826576"/>
              <a:gd name="connsiteX1" fmla="*/ 533946 w 653969"/>
              <a:gd name="connsiteY1" fmla="*/ 816164 h 826576"/>
              <a:gd name="connsiteX2" fmla="*/ 463429 w 653969"/>
              <a:gd name="connsiteY2" fmla="*/ 811458 h 826576"/>
              <a:gd name="connsiteX3" fmla="*/ 405974 w 653969"/>
              <a:gd name="connsiteY3" fmla="*/ 808857 h 826576"/>
              <a:gd name="connsiteX4" fmla="*/ 360310 w 653969"/>
              <a:gd name="connsiteY4" fmla="*/ 806145 h 826576"/>
              <a:gd name="connsiteX5" fmla="*/ 296933 w 653969"/>
              <a:gd name="connsiteY5" fmla="*/ 797012 h 826576"/>
              <a:gd name="connsiteX6" fmla="*/ 231618 w 653969"/>
              <a:gd name="connsiteY6" fmla="*/ 733081 h 826576"/>
              <a:gd name="connsiteX7" fmla="*/ 200788 w 653969"/>
              <a:gd name="connsiteY7" fmla="*/ 688136 h 826576"/>
              <a:gd name="connsiteX8" fmla="*/ 129219 w 653969"/>
              <a:gd name="connsiteY8" fmla="*/ 443485 h 826576"/>
              <a:gd name="connsiteX9" fmla="*/ 79458 w 653969"/>
              <a:gd name="connsiteY9" fmla="*/ 235973 h 826576"/>
              <a:gd name="connsiteX10" fmla="*/ 66008 w 653969"/>
              <a:gd name="connsiteY10" fmla="*/ 205696 h 826576"/>
              <a:gd name="connsiteX11" fmla="*/ 49347 w 653969"/>
              <a:gd name="connsiteY11" fmla="*/ 170327 h 826576"/>
              <a:gd name="connsiteX12" fmla="*/ 97004 w 653969"/>
              <a:gd name="connsiteY12" fmla="*/ 22595 h 826576"/>
              <a:gd name="connsiteX13" fmla="*/ 176267 w 653969"/>
              <a:gd name="connsiteY13" fmla="*/ 57079 h 826576"/>
              <a:gd name="connsiteX14" fmla="*/ 293888 w 653969"/>
              <a:gd name="connsiteY14" fmla="*/ 120345 h 826576"/>
              <a:gd name="connsiteX15" fmla="*/ 400937 w 653969"/>
              <a:gd name="connsiteY15" fmla="*/ 189368 h 826576"/>
              <a:gd name="connsiteX16" fmla="*/ 551991 w 653969"/>
              <a:gd name="connsiteY16" fmla="*/ 309258 h 826576"/>
              <a:gd name="connsiteX17" fmla="*/ 646947 w 653969"/>
              <a:gd name="connsiteY17" fmla="*/ 408550 h 826576"/>
              <a:gd name="connsiteX18" fmla="*/ 542387 w 653969"/>
              <a:gd name="connsiteY18" fmla="*/ 432654 h 826576"/>
              <a:gd name="connsiteX19" fmla="*/ 489814 w 653969"/>
              <a:gd name="connsiteY19" fmla="*/ 606639 h 826576"/>
              <a:gd name="connsiteX20" fmla="*/ 555436 w 653969"/>
              <a:gd name="connsiteY20" fmla="*/ 730743 h 826576"/>
              <a:gd name="connsiteX21" fmla="*/ 639051 w 653969"/>
              <a:gd name="connsiteY21" fmla="*/ 820757 h 826576"/>
              <a:gd name="connsiteX22" fmla="*/ 558854 w 653969"/>
              <a:gd name="connsiteY22" fmla="*/ 820259 h 826576"/>
              <a:gd name="connsiteX0" fmla="*/ 558854 w 653969"/>
              <a:gd name="connsiteY0" fmla="*/ 820259 h 821663"/>
              <a:gd name="connsiteX1" fmla="*/ 533946 w 653969"/>
              <a:gd name="connsiteY1" fmla="*/ 816164 h 821663"/>
              <a:gd name="connsiteX2" fmla="*/ 463429 w 653969"/>
              <a:gd name="connsiteY2" fmla="*/ 811458 h 821663"/>
              <a:gd name="connsiteX3" fmla="*/ 405974 w 653969"/>
              <a:gd name="connsiteY3" fmla="*/ 808857 h 821663"/>
              <a:gd name="connsiteX4" fmla="*/ 360310 w 653969"/>
              <a:gd name="connsiteY4" fmla="*/ 806145 h 821663"/>
              <a:gd name="connsiteX5" fmla="*/ 296933 w 653969"/>
              <a:gd name="connsiteY5" fmla="*/ 797012 h 821663"/>
              <a:gd name="connsiteX6" fmla="*/ 231618 w 653969"/>
              <a:gd name="connsiteY6" fmla="*/ 733081 h 821663"/>
              <a:gd name="connsiteX7" fmla="*/ 200788 w 653969"/>
              <a:gd name="connsiteY7" fmla="*/ 688136 h 821663"/>
              <a:gd name="connsiteX8" fmla="*/ 129219 w 653969"/>
              <a:gd name="connsiteY8" fmla="*/ 443485 h 821663"/>
              <a:gd name="connsiteX9" fmla="*/ 79458 w 653969"/>
              <a:gd name="connsiteY9" fmla="*/ 235973 h 821663"/>
              <a:gd name="connsiteX10" fmla="*/ 66008 w 653969"/>
              <a:gd name="connsiteY10" fmla="*/ 205696 h 821663"/>
              <a:gd name="connsiteX11" fmla="*/ 49347 w 653969"/>
              <a:gd name="connsiteY11" fmla="*/ 170327 h 821663"/>
              <a:gd name="connsiteX12" fmla="*/ 97004 w 653969"/>
              <a:gd name="connsiteY12" fmla="*/ 22595 h 821663"/>
              <a:gd name="connsiteX13" fmla="*/ 176267 w 653969"/>
              <a:gd name="connsiteY13" fmla="*/ 57079 h 821663"/>
              <a:gd name="connsiteX14" fmla="*/ 293888 w 653969"/>
              <a:gd name="connsiteY14" fmla="*/ 120345 h 821663"/>
              <a:gd name="connsiteX15" fmla="*/ 400937 w 653969"/>
              <a:gd name="connsiteY15" fmla="*/ 189368 h 821663"/>
              <a:gd name="connsiteX16" fmla="*/ 551991 w 653969"/>
              <a:gd name="connsiteY16" fmla="*/ 309258 h 821663"/>
              <a:gd name="connsiteX17" fmla="*/ 646947 w 653969"/>
              <a:gd name="connsiteY17" fmla="*/ 408550 h 821663"/>
              <a:gd name="connsiteX18" fmla="*/ 542387 w 653969"/>
              <a:gd name="connsiteY18" fmla="*/ 432654 h 821663"/>
              <a:gd name="connsiteX19" fmla="*/ 489814 w 653969"/>
              <a:gd name="connsiteY19" fmla="*/ 606639 h 821663"/>
              <a:gd name="connsiteX20" fmla="*/ 555436 w 653969"/>
              <a:gd name="connsiteY20" fmla="*/ 730743 h 821663"/>
              <a:gd name="connsiteX21" fmla="*/ 639051 w 653969"/>
              <a:gd name="connsiteY21" fmla="*/ 820757 h 821663"/>
              <a:gd name="connsiteX22" fmla="*/ 558854 w 653969"/>
              <a:gd name="connsiteY22" fmla="*/ 820259 h 821663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30441"/>
              <a:gd name="connsiteX1" fmla="*/ 533946 w 653969"/>
              <a:gd name="connsiteY1" fmla="*/ 816164 h 830441"/>
              <a:gd name="connsiteX2" fmla="*/ 463429 w 653969"/>
              <a:gd name="connsiteY2" fmla="*/ 811458 h 830441"/>
              <a:gd name="connsiteX3" fmla="*/ 405974 w 653969"/>
              <a:gd name="connsiteY3" fmla="*/ 808857 h 830441"/>
              <a:gd name="connsiteX4" fmla="*/ 360310 w 653969"/>
              <a:gd name="connsiteY4" fmla="*/ 806145 h 830441"/>
              <a:gd name="connsiteX5" fmla="*/ 296933 w 653969"/>
              <a:gd name="connsiteY5" fmla="*/ 797012 h 830441"/>
              <a:gd name="connsiteX6" fmla="*/ 231618 w 653969"/>
              <a:gd name="connsiteY6" fmla="*/ 733081 h 830441"/>
              <a:gd name="connsiteX7" fmla="*/ 200788 w 653969"/>
              <a:gd name="connsiteY7" fmla="*/ 688136 h 830441"/>
              <a:gd name="connsiteX8" fmla="*/ 129219 w 653969"/>
              <a:gd name="connsiteY8" fmla="*/ 443485 h 830441"/>
              <a:gd name="connsiteX9" fmla="*/ 79458 w 653969"/>
              <a:gd name="connsiteY9" fmla="*/ 235973 h 830441"/>
              <a:gd name="connsiteX10" fmla="*/ 66008 w 653969"/>
              <a:gd name="connsiteY10" fmla="*/ 205696 h 830441"/>
              <a:gd name="connsiteX11" fmla="*/ 49347 w 653969"/>
              <a:gd name="connsiteY11" fmla="*/ 170327 h 830441"/>
              <a:gd name="connsiteX12" fmla="*/ 97004 w 653969"/>
              <a:gd name="connsiteY12" fmla="*/ 22595 h 830441"/>
              <a:gd name="connsiteX13" fmla="*/ 176267 w 653969"/>
              <a:gd name="connsiteY13" fmla="*/ 57079 h 830441"/>
              <a:gd name="connsiteX14" fmla="*/ 293888 w 653969"/>
              <a:gd name="connsiteY14" fmla="*/ 120345 h 830441"/>
              <a:gd name="connsiteX15" fmla="*/ 400937 w 653969"/>
              <a:gd name="connsiteY15" fmla="*/ 189368 h 830441"/>
              <a:gd name="connsiteX16" fmla="*/ 551991 w 653969"/>
              <a:gd name="connsiteY16" fmla="*/ 309258 h 830441"/>
              <a:gd name="connsiteX17" fmla="*/ 646947 w 653969"/>
              <a:gd name="connsiteY17" fmla="*/ 408550 h 830441"/>
              <a:gd name="connsiteX18" fmla="*/ 542387 w 653969"/>
              <a:gd name="connsiteY18" fmla="*/ 432654 h 830441"/>
              <a:gd name="connsiteX19" fmla="*/ 489814 w 653969"/>
              <a:gd name="connsiteY19" fmla="*/ 606639 h 830441"/>
              <a:gd name="connsiteX20" fmla="*/ 555436 w 653969"/>
              <a:gd name="connsiteY20" fmla="*/ 730743 h 830441"/>
              <a:gd name="connsiteX21" fmla="*/ 644597 w 653969"/>
              <a:gd name="connsiteY21" fmla="*/ 830142 h 830441"/>
              <a:gd name="connsiteX22" fmla="*/ 558854 w 653969"/>
              <a:gd name="connsiteY22" fmla="*/ 820259 h 830441"/>
              <a:gd name="connsiteX0" fmla="*/ 558854 w 653969"/>
              <a:gd name="connsiteY0" fmla="*/ 820259 h 820259"/>
              <a:gd name="connsiteX1" fmla="*/ 533946 w 653969"/>
              <a:gd name="connsiteY1" fmla="*/ 816164 h 820259"/>
              <a:gd name="connsiteX2" fmla="*/ 463429 w 653969"/>
              <a:gd name="connsiteY2" fmla="*/ 811458 h 820259"/>
              <a:gd name="connsiteX3" fmla="*/ 405974 w 653969"/>
              <a:gd name="connsiteY3" fmla="*/ 808857 h 820259"/>
              <a:gd name="connsiteX4" fmla="*/ 360310 w 653969"/>
              <a:gd name="connsiteY4" fmla="*/ 806145 h 820259"/>
              <a:gd name="connsiteX5" fmla="*/ 296933 w 653969"/>
              <a:gd name="connsiteY5" fmla="*/ 797012 h 820259"/>
              <a:gd name="connsiteX6" fmla="*/ 231618 w 653969"/>
              <a:gd name="connsiteY6" fmla="*/ 733081 h 820259"/>
              <a:gd name="connsiteX7" fmla="*/ 200788 w 653969"/>
              <a:gd name="connsiteY7" fmla="*/ 688136 h 820259"/>
              <a:gd name="connsiteX8" fmla="*/ 129219 w 653969"/>
              <a:gd name="connsiteY8" fmla="*/ 443485 h 820259"/>
              <a:gd name="connsiteX9" fmla="*/ 79458 w 653969"/>
              <a:gd name="connsiteY9" fmla="*/ 235973 h 820259"/>
              <a:gd name="connsiteX10" fmla="*/ 66008 w 653969"/>
              <a:gd name="connsiteY10" fmla="*/ 205696 h 820259"/>
              <a:gd name="connsiteX11" fmla="*/ 49347 w 653969"/>
              <a:gd name="connsiteY11" fmla="*/ 170327 h 820259"/>
              <a:gd name="connsiteX12" fmla="*/ 97004 w 653969"/>
              <a:gd name="connsiteY12" fmla="*/ 22595 h 820259"/>
              <a:gd name="connsiteX13" fmla="*/ 176267 w 653969"/>
              <a:gd name="connsiteY13" fmla="*/ 57079 h 820259"/>
              <a:gd name="connsiteX14" fmla="*/ 293888 w 653969"/>
              <a:gd name="connsiteY14" fmla="*/ 120345 h 820259"/>
              <a:gd name="connsiteX15" fmla="*/ 400937 w 653969"/>
              <a:gd name="connsiteY15" fmla="*/ 189368 h 820259"/>
              <a:gd name="connsiteX16" fmla="*/ 551991 w 653969"/>
              <a:gd name="connsiteY16" fmla="*/ 309258 h 820259"/>
              <a:gd name="connsiteX17" fmla="*/ 646947 w 653969"/>
              <a:gd name="connsiteY17" fmla="*/ 408550 h 820259"/>
              <a:gd name="connsiteX18" fmla="*/ 542387 w 653969"/>
              <a:gd name="connsiteY18" fmla="*/ 432654 h 820259"/>
              <a:gd name="connsiteX19" fmla="*/ 489814 w 653969"/>
              <a:gd name="connsiteY19" fmla="*/ 606639 h 820259"/>
              <a:gd name="connsiteX20" fmla="*/ 555436 w 653969"/>
              <a:gd name="connsiteY20" fmla="*/ 730743 h 820259"/>
              <a:gd name="connsiteX21" fmla="*/ 636918 w 653969"/>
              <a:gd name="connsiteY21" fmla="*/ 816491 h 820259"/>
              <a:gd name="connsiteX22" fmla="*/ 558854 w 653969"/>
              <a:gd name="connsiteY22" fmla="*/ 820259 h 820259"/>
              <a:gd name="connsiteX0" fmla="*/ 636918 w 653969"/>
              <a:gd name="connsiteY0" fmla="*/ 816491 h 816491"/>
              <a:gd name="connsiteX1" fmla="*/ 533946 w 653969"/>
              <a:gd name="connsiteY1" fmla="*/ 816164 h 816491"/>
              <a:gd name="connsiteX2" fmla="*/ 463429 w 653969"/>
              <a:gd name="connsiteY2" fmla="*/ 811458 h 816491"/>
              <a:gd name="connsiteX3" fmla="*/ 405974 w 653969"/>
              <a:gd name="connsiteY3" fmla="*/ 808857 h 816491"/>
              <a:gd name="connsiteX4" fmla="*/ 360310 w 653969"/>
              <a:gd name="connsiteY4" fmla="*/ 806145 h 816491"/>
              <a:gd name="connsiteX5" fmla="*/ 296933 w 653969"/>
              <a:gd name="connsiteY5" fmla="*/ 797012 h 816491"/>
              <a:gd name="connsiteX6" fmla="*/ 231618 w 653969"/>
              <a:gd name="connsiteY6" fmla="*/ 733081 h 816491"/>
              <a:gd name="connsiteX7" fmla="*/ 200788 w 653969"/>
              <a:gd name="connsiteY7" fmla="*/ 688136 h 816491"/>
              <a:gd name="connsiteX8" fmla="*/ 129219 w 653969"/>
              <a:gd name="connsiteY8" fmla="*/ 443485 h 816491"/>
              <a:gd name="connsiteX9" fmla="*/ 79458 w 653969"/>
              <a:gd name="connsiteY9" fmla="*/ 235973 h 816491"/>
              <a:gd name="connsiteX10" fmla="*/ 66008 w 653969"/>
              <a:gd name="connsiteY10" fmla="*/ 205696 h 816491"/>
              <a:gd name="connsiteX11" fmla="*/ 49347 w 653969"/>
              <a:gd name="connsiteY11" fmla="*/ 170327 h 816491"/>
              <a:gd name="connsiteX12" fmla="*/ 97004 w 653969"/>
              <a:gd name="connsiteY12" fmla="*/ 22595 h 816491"/>
              <a:gd name="connsiteX13" fmla="*/ 176267 w 653969"/>
              <a:gd name="connsiteY13" fmla="*/ 57079 h 816491"/>
              <a:gd name="connsiteX14" fmla="*/ 293888 w 653969"/>
              <a:gd name="connsiteY14" fmla="*/ 120345 h 816491"/>
              <a:gd name="connsiteX15" fmla="*/ 400937 w 653969"/>
              <a:gd name="connsiteY15" fmla="*/ 189368 h 816491"/>
              <a:gd name="connsiteX16" fmla="*/ 551991 w 653969"/>
              <a:gd name="connsiteY16" fmla="*/ 309258 h 816491"/>
              <a:gd name="connsiteX17" fmla="*/ 646947 w 653969"/>
              <a:gd name="connsiteY17" fmla="*/ 408550 h 816491"/>
              <a:gd name="connsiteX18" fmla="*/ 542387 w 653969"/>
              <a:gd name="connsiteY18" fmla="*/ 432654 h 816491"/>
              <a:gd name="connsiteX19" fmla="*/ 489814 w 653969"/>
              <a:gd name="connsiteY19" fmla="*/ 606639 h 816491"/>
              <a:gd name="connsiteX20" fmla="*/ 555436 w 653969"/>
              <a:gd name="connsiteY20" fmla="*/ 730743 h 816491"/>
              <a:gd name="connsiteX21" fmla="*/ 636918 w 653969"/>
              <a:gd name="connsiteY21" fmla="*/ 816491 h 816491"/>
              <a:gd name="connsiteX0" fmla="*/ 636918 w 653969"/>
              <a:gd name="connsiteY0" fmla="*/ 816491 h 816797"/>
              <a:gd name="connsiteX1" fmla="*/ 533946 w 653969"/>
              <a:gd name="connsiteY1" fmla="*/ 816164 h 816797"/>
              <a:gd name="connsiteX2" fmla="*/ 405974 w 653969"/>
              <a:gd name="connsiteY2" fmla="*/ 808857 h 816797"/>
              <a:gd name="connsiteX3" fmla="*/ 360310 w 653969"/>
              <a:gd name="connsiteY3" fmla="*/ 806145 h 816797"/>
              <a:gd name="connsiteX4" fmla="*/ 296933 w 653969"/>
              <a:gd name="connsiteY4" fmla="*/ 797012 h 816797"/>
              <a:gd name="connsiteX5" fmla="*/ 231618 w 653969"/>
              <a:gd name="connsiteY5" fmla="*/ 733081 h 816797"/>
              <a:gd name="connsiteX6" fmla="*/ 200788 w 653969"/>
              <a:gd name="connsiteY6" fmla="*/ 688136 h 816797"/>
              <a:gd name="connsiteX7" fmla="*/ 129219 w 653969"/>
              <a:gd name="connsiteY7" fmla="*/ 443485 h 816797"/>
              <a:gd name="connsiteX8" fmla="*/ 79458 w 653969"/>
              <a:gd name="connsiteY8" fmla="*/ 235973 h 816797"/>
              <a:gd name="connsiteX9" fmla="*/ 66008 w 653969"/>
              <a:gd name="connsiteY9" fmla="*/ 205696 h 816797"/>
              <a:gd name="connsiteX10" fmla="*/ 49347 w 653969"/>
              <a:gd name="connsiteY10" fmla="*/ 170327 h 816797"/>
              <a:gd name="connsiteX11" fmla="*/ 97004 w 653969"/>
              <a:gd name="connsiteY11" fmla="*/ 22595 h 816797"/>
              <a:gd name="connsiteX12" fmla="*/ 176267 w 653969"/>
              <a:gd name="connsiteY12" fmla="*/ 57079 h 816797"/>
              <a:gd name="connsiteX13" fmla="*/ 293888 w 653969"/>
              <a:gd name="connsiteY13" fmla="*/ 120345 h 816797"/>
              <a:gd name="connsiteX14" fmla="*/ 400937 w 653969"/>
              <a:gd name="connsiteY14" fmla="*/ 189368 h 816797"/>
              <a:gd name="connsiteX15" fmla="*/ 551991 w 653969"/>
              <a:gd name="connsiteY15" fmla="*/ 309258 h 816797"/>
              <a:gd name="connsiteX16" fmla="*/ 646947 w 653969"/>
              <a:gd name="connsiteY16" fmla="*/ 408550 h 816797"/>
              <a:gd name="connsiteX17" fmla="*/ 542387 w 653969"/>
              <a:gd name="connsiteY17" fmla="*/ 432654 h 816797"/>
              <a:gd name="connsiteX18" fmla="*/ 489814 w 653969"/>
              <a:gd name="connsiteY18" fmla="*/ 606639 h 816797"/>
              <a:gd name="connsiteX19" fmla="*/ 555436 w 653969"/>
              <a:gd name="connsiteY19" fmla="*/ 730743 h 816797"/>
              <a:gd name="connsiteX20" fmla="*/ 636918 w 653969"/>
              <a:gd name="connsiteY20" fmla="*/ 816491 h 816797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05974 w 653969"/>
              <a:gd name="connsiteY2" fmla="*/ 808857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60310 w 653969"/>
              <a:gd name="connsiteY3" fmla="*/ 806145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96933 w 653969"/>
              <a:gd name="connsiteY4" fmla="*/ 797012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17492 w 653969"/>
              <a:gd name="connsiteY2" fmla="*/ 803738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9746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1386 w 653969"/>
              <a:gd name="connsiteY1" fmla="*/ 811472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33519 w 653969"/>
              <a:gd name="connsiteY1" fmla="*/ 805073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16491"/>
              <a:gd name="connsiteX1" fmla="*/ 541625 w 653969"/>
              <a:gd name="connsiteY1" fmla="*/ 809766 h 816491"/>
              <a:gd name="connsiteX2" fmla="*/ 435836 w 653969"/>
              <a:gd name="connsiteY2" fmla="*/ 798619 h 816491"/>
              <a:gd name="connsiteX3" fmla="*/ 351351 w 653969"/>
              <a:gd name="connsiteY3" fmla="*/ 796333 h 816491"/>
              <a:gd name="connsiteX4" fmla="*/ 277736 w 653969"/>
              <a:gd name="connsiteY4" fmla="*/ 791466 h 816491"/>
              <a:gd name="connsiteX5" fmla="*/ 231618 w 653969"/>
              <a:gd name="connsiteY5" fmla="*/ 733081 h 816491"/>
              <a:gd name="connsiteX6" fmla="*/ 200788 w 653969"/>
              <a:gd name="connsiteY6" fmla="*/ 688136 h 816491"/>
              <a:gd name="connsiteX7" fmla="*/ 129219 w 653969"/>
              <a:gd name="connsiteY7" fmla="*/ 443485 h 816491"/>
              <a:gd name="connsiteX8" fmla="*/ 79458 w 653969"/>
              <a:gd name="connsiteY8" fmla="*/ 235973 h 816491"/>
              <a:gd name="connsiteX9" fmla="*/ 66008 w 653969"/>
              <a:gd name="connsiteY9" fmla="*/ 205696 h 816491"/>
              <a:gd name="connsiteX10" fmla="*/ 49347 w 653969"/>
              <a:gd name="connsiteY10" fmla="*/ 170327 h 816491"/>
              <a:gd name="connsiteX11" fmla="*/ 97004 w 653969"/>
              <a:gd name="connsiteY11" fmla="*/ 22595 h 816491"/>
              <a:gd name="connsiteX12" fmla="*/ 176267 w 653969"/>
              <a:gd name="connsiteY12" fmla="*/ 57079 h 816491"/>
              <a:gd name="connsiteX13" fmla="*/ 293888 w 653969"/>
              <a:gd name="connsiteY13" fmla="*/ 120345 h 816491"/>
              <a:gd name="connsiteX14" fmla="*/ 400937 w 653969"/>
              <a:gd name="connsiteY14" fmla="*/ 189368 h 816491"/>
              <a:gd name="connsiteX15" fmla="*/ 551991 w 653969"/>
              <a:gd name="connsiteY15" fmla="*/ 309258 h 816491"/>
              <a:gd name="connsiteX16" fmla="*/ 646947 w 653969"/>
              <a:gd name="connsiteY16" fmla="*/ 408550 h 816491"/>
              <a:gd name="connsiteX17" fmla="*/ 542387 w 653969"/>
              <a:gd name="connsiteY17" fmla="*/ 432654 h 816491"/>
              <a:gd name="connsiteX18" fmla="*/ 489814 w 653969"/>
              <a:gd name="connsiteY18" fmla="*/ 606639 h 816491"/>
              <a:gd name="connsiteX19" fmla="*/ 555436 w 653969"/>
              <a:gd name="connsiteY19" fmla="*/ 730743 h 816491"/>
              <a:gd name="connsiteX20" fmla="*/ 636918 w 653969"/>
              <a:gd name="connsiteY20" fmla="*/ 816491 h 816491"/>
              <a:gd name="connsiteX0" fmla="*/ 636918 w 653969"/>
              <a:gd name="connsiteY0" fmla="*/ 816491 h 822858"/>
              <a:gd name="connsiteX1" fmla="*/ 541625 w 653969"/>
              <a:gd name="connsiteY1" fmla="*/ 809766 h 822858"/>
              <a:gd name="connsiteX2" fmla="*/ 435836 w 653969"/>
              <a:gd name="connsiteY2" fmla="*/ 798619 h 822858"/>
              <a:gd name="connsiteX3" fmla="*/ 351351 w 653969"/>
              <a:gd name="connsiteY3" fmla="*/ 796333 h 822858"/>
              <a:gd name="connsiteX4" fmla="*/ 277736 w 653969"/>
              <a:gd name="connsiteY4" fmla="*/ 791466 h 822858"/>
              <a:gd name="connsiteX5" fmla="*/ 231618 w 653969"/>
              <a:gd name="connsiteY5" fmla="*/ 733081 h 822858"/>
              <a:gd name="connsiteX6" fmla="*/ 200788 w 653969"/>
              <a:gd name="connsiteY6" fmla="*/ 688136 h 822858"/>
              <a:gd name="connsiteX7" fmla="*/ 129219 w 653969"/>
              <a:gd name="connsiteY7" fmla="*/ 443485 h 822858"/>
              <a:gd name="connsiteX8" fmla="*/ 79458 w 653969"/>
              <a:gd name="connsiteY8" fmla="*/ 235973 h 822858"/>
              <a:gd name="connsiteX9" fmla="*/ 66008 w 653969"/>
              <a:gd name="connsiteY9" fmla="*/ 205696 h 822858"/>
              <a:gd name="connsiteX10" fmla="*/ 49347 w 653969"/>
              <a:gd name="connsiteY10" fmla="*/ 170327 h 822858"/>
              <a:gd name="connsiteX11" fmla="*/ 97004 w 653969"/>
              <a:gd name="connsiteY11" fmla="*/ 22595 h 822858"/>
              <a:gd name="connsiteX12" fmla="*/ 176267 w 653969"/>
              <a:gd name="connsiteY12" fmla="*/ 57079 h 822858"/>
              <a:gd name="connsiteX13" fmla="*/ 293888 w 653969"/>
              <a:gd name="connsiteY13" fmla="*/ 120345 h 822858"/>
              <a:gd name="connsiteX14" fmla="*/ 400937 w 653969"/>
              <a:gd name="connsiteY14" fmla="*/ 189368 h 822858"/>
              <a:gd name="connsiteX15" fmla="*/ 551991 w 653969"/>
              <a:gd name="connsiteY15" fmla="*/ 309258 h 822858"/>
              <a:gd name="connsiteX16" fmla="*/ 646947 w 653969"/>
              <a:gd name="connsiteY16" fmla="*/ 408550 h 822858"/>
              <a:gd name="connsiteX17" fmla="*/ 542387 w 653969"/>
              <a:gd name="connsiteY17" fmla="*/ 432654 h 822858"/>
              <a:gd name="connsiteX18" fmla="*/ 489814 w 653969"/>
              <a:gd name="connsiteY18" fmla="*/ 606639 h 822858"/>
              <a:gd name="connsiteX19" fmla="*/ 555436 w 653969"/>
              <a:gd name="connsiteY19" fmla="*/ 730743 h 822858"/>
              <a:gd name="connsiteX20" fmla="*/ 636918 w 653969"/>
              <a:gd name="connsiteY20" fmla="*/ 816491 h 822858"/>
              <a:gd name="connsiteX0" fmla="*/ 636918 w 653969"/>
              <a:gd name="connsiteY0" fmla="*/ 816491 h 831007"/>
              <a:gd name="connsiteX1" fmla="*/ 541625 w 653969"/>
              <a:gd name="connsiteY1" fmla="*/ 809766 h 831007"/>
              <a:gd name="connsiteX2" fmla="*/ 435836 w 653969"/>
              <a:gd name="connsiteY2" fmla="*/ 798619 h 831007"/>
              <a:gd name="connsiteX3" fmla="*/ 351351 w 653969"/>
              <a:gd name="connsiteY3" fmla="*/ 796333 h 831007"/>
              <a:gd name="connsiteX4" fmla="*/ 277736 w 653969"/>
              <a:gd name="connsiteY4" fmla="*/ 791466 h 831007"/>
              <a:gd name="connsiteX5" fmla="*/ 231618 w 653969"/>
              <a:gd name="connsiteY5" fmla="*/ 733081 h 831007"/>
              <a:gd name="connsiteX6" fmla="*/ 200788 w 653969"/>
              <a:gd name="connsiteY6" fmla="*/ 688136 h 831007"/>
              <a:gd name="connsiteX7" fmla="*/ 129219 w 653969"/>
              <a:gd name="connsiteY7" fmla="*/ 443485 h 831007"/>
              <a:gd name="connsiteX8" fmla="*/ 79458 w 653969"/>
              <a:gd name="connsiteY8" fmla="*/ 235973 h 831007"/>
              <a:gd name="connsiteX9" fmla="*/ 66008 w 653969"/>
              <a:gd name="connsiteY9" fmla="*/ 205696 h 831007"/>
              <a:gd name="connsiteX10" fmla="*/ 49347 w 653969"/>
              <a:gd name="connsiteY10" fmla="*/ 170327 h 831007"/>
              <a:gd name="connsiteX11" fmla="*/ 97004 w 653969"/>
              <a:gd name="connsiteY11" fmla="*/ 22595 h 831007"/>
              <a:gd name="connsiteX12" fmla="*/ 176267 w 653969"/>
              <a:gd name="connsiteY12" fmla="*/ 57079 h 831007"/>
              <a:gd name="connsiteX13" fmla="*/ 293888 w 653969"/>
              <a:gd name="connsiteY13" fmla="*/ 120345 h 831007"/>
              <a:gd name="connsiteX14" fmla="*/ 400937 w 653969"/>
              <a:gd name="connsiteY14" fmla="*/ 189368 h 831007"/>
              <a:gd name="connsiteX15" fmla="*/ 551991 w 653969"/>
              <a:gd name="connsiteY15" fmla="*/ 309258 h 831007"/>
              <a:gd name="connsiteX16" fmla="*/ 646947 w 653969"/>
              <a:gd name="connsiteY16" fmla="*/ 408550 h 831007"/>
              <a:gd name="connsiteX17" fmla="*/ 542387 w 653969"/>
              <a:gd name="connsiteY17" fmla="*/ 432654 h 831007"/>
              <a:gd name="connsiteX18" fmla="*/ 489814 w 653969"/>
              <a:gd name="connsiteY18" fmla="*/ 606639 h 831007"/>
              <a:gd name="connsiteX19" fmla="*/ 555436 w 653969"/>
              <a:gd name="connsiteY19" fmla="*/ 730743 h 831007"/>
              <a:gd name="connsiteX20" fmla="*/ 636918 w 653969"/>
              <a:gd name="connsiteY20" fmla="*/ 816491 h 831007"/>
              <a:gd name="connsiteX0" fmla="*/ 636918 w 653969"/>
              <a:gd name="connsiteY0" fmla="*/ 816491 h 830071"/>
              <a:gd name="connsiteX1" fmla="*/ 541625 w 653969"/>
              <a:gd name="connsiteY1" fmla="*/ 809766 h 830071"/>
              <a:gd name="connsiteX2" fmla="*/ 440102 w 653969"/>
              <a:gd name="connsiteY2" fmla="*/ 797766 h 830071"/>
              <a:gd name="connsiteX3" fmla="*/ 351351 w 653969"/>
              <a:gd name="connsiteY3" fmla="*/ 796333 h 830071"/>
              <a:gd name="connsiteX4" fmla="*/ 277736 w 653969"/>
              <a:gd name="connsiteY4" fmla="*/ 791466 h 830071"/>
              <a:gd name="connsiteX5" fmla="*/ 231618 w 653969"/>
              <a:gd name="connsiteY5" fmla="*/ 733081 h 830071"/>
              <a:gd name="connsiteX6" fmla="*/ 200788 w 653969"/>
              <a:gd name="connsiteY6" fmla="*/ 688136 h 830071"/>
              <a:gd name="connsiteX7" fmla="*/ 129219 w 653969"/>
              <a:gd name="connsiteY7" fmla="*/ 443485 h 830071"/>
              <a:gd name="connsiteX8" fmla="*/ 79458 w 653969"/>
              <a:gd name="connsiteY8" fmla="*/ 235973 h 830071"/>
              <a:gd name="connsiteX9" fmla="*/ 66008 w 653969"/>
              <a:gd name="connsiteY9" fmla="*/ 205696 h 830071"/>
              <a:gd name="connsiteX10" fmla="*/ 49347 w 653969"/>
              <a:gd name="connsiteY10" fmla="*/ 170327 h 830071"/>
              <a:gd name="connsiteX11" fmla="*/ 97004 w 653969"/>
              <a:gd name="connsiteY11" fmla="*/ 22595 h 830071"/>
              <a:gd name="connsiteX12" fmla="*/ 176267 w 653969"/>
              <a:gd name="connsiteY12" fmla="*/ 57079 h 830071"/>
              <a:gd name="connsiteX13" fmla="*/ 293888 w 653969"/>
              <a:gd name="connsiteY13" fmla="*/ 120345 h 830071"/>
              <a:gd name="connsiteX14" fmla="*/ 400937 w 653969"/>
              <a:gd name="connsiteY14" fmla="*/ 189368 h 830071"/>
              <a:gd name="connsiteX15" fmla="*/ 551991 w 653969"/>
              <a:gd name="connsiteY15" fmla="*/ 309258 h 830071"/>
              <a:gd name="connsiteX16" fmla="*/ 646947 w 653969"/>
              <a:gd name="connsiteY16" fmla="*/ 408550 h 830071"/>
              <a:gd name="connsiteX17" fmla="*/ 542387 w 653969"/>
              <a:gd name="connsiteY17" fmla="*/ 432654 h 830071"/>
              <a:gd name="connsiteX18" fmla="*/ 489814 w 653969"/>
              <a:gd name="connsiteY18" fmla="*/ 606639 h 830071"/>
              <a:gd name="connsiteX19" fmla="*/ 555436 w 653969"/>
              <a:gd name="connsiteY19" fmla="*/ 730743 h 830071"/>
              <a:gd name="connsiteX20" fmla="*/ 636918 w 653969"/>
              <a:gd name="connsiteY20" fmla="*/ 816491 h 830071"/>
              <a:gd name="connsiteX0" fmla="*/ 636918 w 653969"/>
              <a:gd name="connsiteY0" fmla="*/ 816491 h 833092"/>
              <a:gd name="connsiteX1" fmla="*/ 541625 w 653969"/>
              <a:gd name="connsiteY1" fmla="*/ 809766 h 833092"/>
              <a:gd name="connsiteX2" fmla="*/ 440102 w 653969"/>
              <a:gd name="connsiteY2" fmla="*/ 797766 h 833092"/>
              <a:gd name="connsiteX3" fmla="*/ 351351 w 653969"/>
              <a:gd name="connsiteY3" fmla="*/ 796333 h 833092"/>
              <a:gd name="connsiteX4" fmla="*/ 277736 w 653969"/>
              <a:gd name="connsiteY4" fmla="*/ 791466 h 833092"/>
              <a:gd name="connsiteX5" fmla="*/ 231618 w 653969"/>
              <a:gd name="connsiteY5" fmla="*/ 733081 h 833092"/>
              <a:gd name="connsiteX6" fmla="*/ 200788 w 653969"/>
              <a:gd name="connsiteY6" fmla="*/ 688136 h 833092"/>
              <a:gd name="connsiteX7" fmla="*/ 129219 w 653969"/>
              <a:gd name="connsiteY7" fmla="*/ 443485 h 833092"/>
              <a:gd name="connsiteX8" fmla="*/ 79458 w 653969"/>
              <a:gd name="connsiteY8" fmla="*/ 235973 h 833092"/>
              <a:gd name="connsiteX9" fmla="*/ 66008 w 653969"/>
              <a:gd name="connsiteY9" fmla="*/ 205696 h 833092"/>
              <a:gd name="connsiteX10" fmla="*/ 49347 w 653969"/>
              <a:gd name="connsiteY10" fmla="*/ 170327 h 833092"/>
              <a:gd name="connsiteX11" fmla="*/ 97004 w 653969"/>
              <a:gd name="connsiteY11" fmla="*/ 22595 h 833092"/>
              <a:gd name="connsiteX12" fmla="*/ 176267 w 653969"/>
              <a:gd name="connsiteY12" fmla="*/ 57079 h 833092"/>
              <a:gd name="connsiteX13" fmla="*/ 293888 w 653969"/>
              <a:gd name="connsiteY13" fmla="*/ 120345 h 833092"/>
              <a:gd name="connsiteX14" fmla="*/ 400937 w 653969"/>
              <a:gd name="connsiteY14" fmla="*/ 189368 h 833092"/>
              <a:gd name="connsiteX15" fmla="*/ 551991 w 653969"/>
              <a:gd name="connsiteY15" fmla="*/ 309258 h 833092"/>
              <a:gd name="connsiteX16" fmla="*/ 646947 w 653969"/>
              <a:gd name="connsiteY16" fmla="*/ 408550 h 833092"/>
              <a:gd name="connsiteX17" fmla="*/ 542387 w 653969"/>
              <a:gd name="connsiteY17" fmla="*/ 432654 h 833092"/>
              <a:gd name="connsiteX18" fmla="*/ 489814 w 653969"/>
              <a:gd name="connsiteY18" fmla="*/ 606639 h 833092"/>
              <a:gd name="connsiteX19" fmla="*/ 555436 w 653969"/>
              <a:gd name="connsiteY19" fmla="*/ 730743 h 833092"/>
              <a:gd name="connsiteX20" fmla="*/ 636918 w 653969"/>
              <a:gd name="connsiteY20" fmla="*/ 816491 h 833092"/>
              <a:gd name="connsiteX0" fmla="*/ 636918 w 653969"/>
              <a:gd name="connsiteY0" fmla="*/ 816491 h 833880"/>
              <a:gd name="connsiteX1" fmla="*/ 541625 w 653969"/>
              <a:gd name="connsiteY1" fmla="*/ 809766 h 833880"/>
              <a:gd name="connsiteX2" fmla="*/ 440102 w 653969"/>
              <a:gd name="connsiteY2" fmla="*/ 797766 h 833880"/>
              <a:gd name="connsiteX3" fmla="*/ 351351 w 653969"/>
              <a:gd name="connsiteY3" fmla="*/ 796333 h 833880"/>
              <a:gd name="connsiteX4" fmla="*/ 277736 w 653969"/>
              <a:gd name="connsiteY4" fmla="*/ 791466 h 833880"/>
              <a:gd name="connsiteX5" fmla="*/ 231618 w 653969"/>
              <a:gd name="connsiteY5" fmla="*/ 733081 h 833880"/>
              <a:gd name="connsiteX6" fmla="*/ 200788 w 653969"/>
              <a:gd name="connsiteY6" fmla="*/ 688136 h 833880"/>
              <a:gd name="connsiteX7" fmla="*/ 129219 w 653969"/>
              <a:gd name="connsiteY7" fmla="*/ 443485 h 833880"/>
              <a:gd name="connsiteX8" fmla="*/ 79458 w 653969"/>
              <a:gd name="connsiteY8" fmla="*/ 235973 h 833880"/>
              <a:gd name="connsiteX9" fmla="*/ 66008 w 653969"/>
              <a:gd name="connsiteY9" fmla="*/ 205696 h 833880"/>
              <a:gd name="connsiteX10" fmla="*/ 49347 w 653969"/>
              <a:gd name="connsiteY10" fmla="*/ 170327 h 833880"/>
              <a:gd name="connsiteX11" fmla="*/ 97004 w 653969"/>
              <a:gd name="connsiteY11" fmla="*/ 22595 h 833880"/>
              <a:gd name="connsiteX12" fmla="*/ 176267 w 653969"/>
              <a:gd name="connsiteY12" fmla="*/ 57079 h 833880"/>
              <a:gd name="connsiteX13" fmla="*/ 293888 w 653969"/>
              <a:gd name="connsiteY13" fmla="*/ 120345 h 833880"/>
              <a:gd name="connsiteX14" fmla="*/ 400937 w 653969"/>
              <a:gd name="connsiteY14" fmla="*/ 189368 h 833880"/>
              <a:gd name="connsiteX15" fmla="*/ 551991 w 653969"/>
              <a:gd name="connsiteY15" fmla="*/ 309258 h 833880"/>
              <a:gd name="connsiteX16" fmla="*/ 646947 w 653969"/>
              <a:gd name="connsiteY16" fmla="*/ 408550 h 833880"/>
              <a:gd name="connsiteX17" fmla="*/ 542387 w 653969"/>
              <a:gd name="connsiteY17" fmla="*/ 432654 h 833880"/>
              <a:gd name="connsiteX18" fmla="*/ 489814 w 653969"/>
              <a:gd name="connsiteY18" fmla="*/ 606639 h 833880"/>
              <a:gd name="connsiteX19" fmla="*/ 555436 w 653969"/>
              <a:gd name="connsiteY19" fmla="*/ 730743 h 833880"/>
              <a:gd name="connsiteX20" fmla="*/ 636918 w 653969"/>
              <a:gd name="connsiteY20" fmla="*/ 816491 h 833880"/>
              <a:gd name="connsiteX0" fmla="*/ 636918 w 653969"/>
              <a:gd name="connsiteY0" fmla="*/ 816491 h 837768"/>
              <a:gd name="connsiteX1" fmla="*/ 541625 w 653969"/>
              <a:gd name="connsiteY1" fmla="*/ 809766 h 837768"/>
              <a:gd name="connsiteX2" fmla="*/ 440102 w 653969"/>
              <a:gd name="connsiteY2" fmla="*/ 797766 h 837768"/>
              <a:gd name="connsiteX3" fmla="*/ 351351 w 653969"/>
              <a:gd name="connsiteY3" fmla="*/ 796333 h 837768"/>
              <a:gd name="connsiteX4" fmla="*/ 277736 w 653969"/>
              <a:gd name="connsiteY4" fmla="*/ 791466 h 837768"/>
              <a:gd name="connsiteX5" fmla="*/ 231618 w 653969"/>
              <a:gd name="connsiteY5" fmla="*/ 733081 h 837768"/>
              <a:gd name="connsiteX6" fmla="*/ 200788 w 653969"/>
              <a:gd name="connsiteY6" fmla="*/ 688136 h 837768"/>
              <a:gd name="connsiteX7" fmla="*/ 129219 w 653969"/>
              <a:gd name="connsiteY7" fmla="*/ 443485 h 837768"/>
              <a:gd name="connsiteX8" fmla="*/ 79458 w 653969"/>
              <a:gd name="connsiteY8" fmla="*/ 235973 h 837768"/>
              <a:gd name="connsiteX9" fmla="*/ 66008 w 653969"/>
              <a:gd name="connsiteY9" fmla="*/ 205696 h 837768"/>
              <a:gd name="connsiteX10" fmla="*/ 49347 w 653969"/>
              <a:gd name="connsiteY10" fmla="*/ 170327 h 837768"/>
              <a:gd name="connsiteX11" fmla="*/ 97004 w 653969"/>
              <a:gd name="connsiteY11" fmla="*/ 22595 h 837768"/>
              <a:gd name="connsiteX12" fmla="*/ 176267 w 653969"/>
              <a:gd name="connsiteY12" fmla="*/ 57079 h 837768"/>
              <a:gd name="connsiteX13" fmla="*/ 293888 w 653969"/>
              <a:gd name="connsiteY13" fmla="*/ 120345 h 837768"/>
              <a:gd name="connsiteX14" fmla="*/ 400937 w 653969"/>
              <a:gd name="connsiteY14" fmla="*/ 189368 h 837768"/>
              <a:gd name="connsiteX15" fmla="*/ 551991 w 653969"/>
              <a:gd name="connsiteY15" fmla="*/ 309258 h 837768"/>
              <a:gd name="connsiteX16" fmla="*/ 646947 w 653969"/>
              <a:gd name="connsiteY16" fmla="*/ 408550 h 837768"/>
              <a:gd name="connsiteX17" fmla="*/ 542387 w 653969"/>
              <a:gd name="connsiteY17" fmla="*/ 432654 h 837768"/>
              <a:gd name="connsiteX18" fmla="*/ 489814 w 653969"/>
              <a:gd name="connsiteY18" fmla="*/ 606639 h 837768"/>
              <a:gd name="connsiteX19" fmla="*/ 555436 w 653969"/>
              <a:gd name="connsiteY19" fmla="*/ 730743 h 837768"/>
              <a:gd name="connsiteX20" fmla="*/ 636918 w 653969"/>
              <a:gd name="connsiteY20" fmla="*/ 816491 h 837768"/>
              <a:gd name="connsiteX0" fmla="*/ 636918 w 653969"/>
              <a:gd name="connsiteY0" fmla="*/ 816491 h 833135"/>
              <a:gd name="connsiteX1" fmla="*/ 541625 w 653969"/>
              <a:gd name="connsiteY1" fmla="*/ 809766 h 833135"/>
              <a:gd name="connsiteX2" fmla="*/ 440102 w 653969"/>
              <a:gd name="connsiteY2" fmla="*/ 796486 h 833135"/>
              <a:gd name="connsiteX3" fmla="*/ 351351 w 653969"/>
              <a:gd name="connsiteY3" fmla="*/ 796333 h 833135"/>
              <a:gd name="connsiteX4" fmla="*/ 277736 w 653969"/>
              <a:gd name="connsiteY4" fmla="*/ 791466 h 833135"/>
              <a:gd name="connsiteX5" fmla="*/ 231618 w 653969"/>
              <a:gd name="connsiteY5" fmla="*/ 733081 h 833135"/>
              <a:gd name="connsiteX6" fmla="*/ 200788 w 653969"/>
              <a:gd name="connsiteY6" fmla="*/ 688136 h 833135"/>
              <a:gd name="connsiteX7" fmla="*/ 129219 w 653969"/>
              <a:gd name="connsiteY7" fmla="*/ 443485 h 833135"/>
              <a:gd name="connsiteX8" fmla="*/ 79458 w 653969"/>
              <a:gd name="connsiteY8" fmla="*/ 235973 h 833135"/>
              <a:gd name="connsiteX9" fmla="*/ 66008 w 653969"/>
              <a:gd name="connsiteY9" fmla="*/ 205696 h 833135"/>
              <a:gd name="connsiteX10" fmla="*/ 49347 w 653969"/>
              <a:gd name="connsiteY10" fmla="*/ 170327 h 833135"/>
              <a:gd name="connsiteX11" fmla="*/ 97004 w 653969"/>
              <a:gd name="connsiteY11" fmla="*/ 22595 h 833135"/>
              <a:gd name="connsiteX12" fmla="*/ 176267 w 653969"/>
              <a:gd name="connsiteY12" fmla="*/ 57079 h 833135"/>
              <a:gd name="connsiteX13" fmla="*/ 293888 w 653969"/>
              <a:gd name="connsiteY13" fmla="*/ 120345 h 833135"/>
              <a:gd name="connsiteX14" fmla="*/ 400937 w 653969"/>
              <a:gd name="connsiteY14" fmla="*/ 189368 h 833135"/>
              <a:gd name="connsiteX15" fmla="*/ 551991 w 653969"/>
              <a:gd name="connsiteY15" fmla="*/ 309258 h 833135"/>
              <a:gd name="connsiteX16" fmla="*/ 646947 w 653969"/>
              <a:gd name="connsiteY16" fmla="*/ 408550 h 833135"/>
              <a:gd name="connsiteX17" fmla="*/ 542387 w 653969"/>
              <a:gd name="connsiteY17" fmla="*/ 432654 h 833135"/>
              <a:gd name="connsiteX18" fmla="*/ 489814 w 653969"/>
              <a:gd name="connsiteY18" fmla="*/ 606639 h 833135"/>
              <a:gd name="connsiteX19" fmla="*/ 555436 w 653969"/>
              <a:gd name="connsiteY19" fmla="*/ 730743 h 833135"/>
              <a:gd name="connsiteX20" fmla="*/ 636918 w 653969"/>
              <a:gd name="connsiteY20" fmla="*/ 816491 h 833135"/>
              <a:gd name="connsiteX0" fmla="*/ 636918 w 653969"/>
              <a:gd name="connsiteY0" fmla="*/ 816491 h 834640"/>
              <a:gd name="connsiteX1" fmla="*/ 541625 w 653969"/>
              <a:gd name="connsiteY1" fmla="*/ 809766 h 834640"/>
              <a:gd name="connsiteX2" fmla="*/ 440102 w 653969"/>
              <a:gd name="connsiteY2" fmla="*/ 796486 h 834640"/>
              <a:gd name="connsiteX3" fmla="*/ 351351 w 653969"/>
              <a:gd name="connsiteY3" fmla="*/ 796333 h 834640"/>
              <a:gd name="connsiteX4" fmla="*/ 277736 w 653969"/>
              <a:gd name="connsiteY4" fmla="*/ 791466 h 834640"/>
              <a:gd name="connsiteX5" fmla="*/ 231618 w 653969"/>
              <a:gd name="connsiteY5" fmla="*/ 733081 h 834640"/>
              <a:gd name="connsiteX6" fmla="*/ 200788 w 653969"/>
              <a:gd name="connsiteY6" fmla="*/ 688136 h 834640"/>
              <a:gd name="connsiteX7" fmla="*/ 129219 w 653969"/>
              <a:gd name="connsiteY7" fmla="*/ 443485 h 834640"/>
              <a:gd name="connsiteX8" fmla="*/ 79458 w 653969"/>
              <a:gd name="connsiteY8" fmla="*/ 235973 h 834640"/>
              <a:gd name="connsiteX9" fmla="*/ 66008 w 653969"/>
              <a:gd name="connsiteY9" fmla="*/ 205696 h 834640"/>
              <a:gd name="connsiteX10" fmla="*/ 49347 w 653969"/>
              <a:gd name="connsiteY10" fmla="*/ 170327 h 834640"/>
              <a:gd name="connsiteX11" fmla="*/ 97004 w 653969"/>
              <a:gd name="connsiteY11" fmla="*/ 22595 h 834640"/>
              <a:gd name="connsiteX12" fmla="*/ 176267 w 653969"/>
              <a:gd name="connsiteY12" fmla="*/ 57079 h 834640"/>
              <a:gd name="connsiteX13" fmla="*/ 293888 w 653969"/>
              <a:gd name="connsiteY13" fmla="*/ 120345 h 834640"/>
              <a:gd name="connsiteX14" fmla="*/ 400937 w 653969"/>
              <a:gd name="connsiteY14" fmla="*/ 189368 h 834640"/>
              <a:gd name="connsiteX15" fmla="*/ 551991 w 653969"/>
              <a:gd name="connsiteY15" fmla="*/ 309258 h 834640"/>
              <a:gd name="connsiteX16" fmla="*/ 646947 w 653969"/>
              <a:gd name="connsiteY16" fmla="*/ 408550 h 834640"/>
              <a:gd name="connsiteX17" fmla="*/ 542387 w 653969"/>
              <a:gd name="connsiteY17" fmla="*/ 432654 h 834640"/>
              <a:gd name="connsiteX18" fmla="*/ 489814 w 653969"/>
              <a:gd name="connsiteY18" fmla="*/ 606639 h 834640"/>
              <a:gd name="connsiteX19" fmla="*/ 555436 w 653969"/>
              <a:gd name="connsiteY19" fmla="*/ 730743 h 834640"/>
              <a:gd name="connsiteX20" fmla="*/ 636918 w 653969"/>
              <a:gd name="connsiteY20" fmla="*/ 816491 h 834640"/>
              <a:gd name="connsiteX0" fmla="*/ 636918 w 653969"/>
              <a:gd name="connsiteY0" fmla="*/ 816491 h 834188"/>
              <a:gd name="connsiteX1" fmla="*/ 541625 w 653969"/>
              <a:gd name="connsiteY1" fmla="*/ 809766 h 834188"/>
              <a:gd name="connsiteX2" fmla="*/ 440102 w 653969"/>
              <a:gd name="connsiteY2" fmla="*/ 796486 h 834188"/>
              <a:gd name="connsiteX3" fmla="*/ 351351 w 653969"/>
              <a:gd name="connsiteY3" fmla="*/ 796333 h 834188"/>
              <a:gd name="connsiteX4" fmla="*/ 277736 w 653969"/>
              <a:gd name="connsiteY4" fmla="*/ 791466 h 834188"/>
              <a:gd name="connsiteX5" fmla="*/ 231618 w 653969"/>
              <a:gd name="connsiteY5" fmla="*/ 733081 h 834188"/>
              <a:gd name="connsiteX6" fmla="*/ 200788 w 653969"/>
              <a:gd name="connsiteY6" fmla="*/ 688136 h 834188"/>
              <a:gd name="connsiteX7" fmla="*/ 129219 w 653969"/>
              <a:gd name="connsiteY7" fmla="*/ 443485 h 834188"/>
              <a:gd name="connsiteX8" fmla="*/ 79458 w 653969"/>
              <a:gd name="connsiteY8" fmla="*/ 235973 h 834188"/>
              <a:gd name="connsiteX9" fmla="*/ 66008 w 653969"/>
              <a:gd name="connsiteY9" fmla="*/ 205696 h 834188"/>
              <a:gd name="connsiteX10" fmla="*/ 49347 w 653969"/>
              <a:gd name="connsiteY10" fmla="*/ 170327 h 834188"/>
              <a:gd name="connsiteX11" fmla="*/ 97004 w 653969"/>
              <a:gd name="connsiteY11" fmla="*/ 22595 h 834188"/>
              <a:gd name="connsiteX12" fmla="*/ 176267 w 653969"/>
              <a:gd name="connsiteY12" fmla="*/ 57079 h 834188"/>
              <a:gd name="connsiteX13" fmla="*/ 293888 w 653969"/>
              <a:gd name="connsiteY13" fmla="*/ 120345 h 834188"/>
              <a:gd name="connsiteX14" fmla="*/ 400937 w 653969"/>
              <a:gd name="connsiteY14" fmla="*/ 189368 h 834188"/>
              <a:gd name="connsiteX15" fmla="*/ 551991 w 653969"/>
              <a:gd name="connsiteY15" fmla="*/ 309258 h 834188"/>
              <a:gd name="connsiteX16" fmla="*/ 646947 w 653969"/>
              <a:gd name="connsiteY16" fmla="*/ 408550 h 834188"/>
              <a:gd name="connsiteX17" fmla="*/ 542387 w 653969"/>
              <a:gd name="connsiteY17" fmla="*/ 432654 h 834188"/>
              <a:gd name="connsiteX18" fmla="*/ 489814 w 653969"/>
              <a:gd name="connsiteY18" fmla="*/ 606639 h 834188"/>
              <a:gd name="connsiteX19" fmla="*/ 555436 w 653969"/>
              <a:gd name="connsiteY19" fmla="*/ 730743 h 834188"/>
              <a:gd name="connsiteX20" fmla="*/ 636918 w 653969"/>
              <a:gd name="connsiteY20" fmla="*/ 816491 h 834188"/>
              <a:gd name="connsiteX0" fmla="*/ 636918 w 653969"/>
              <a:gd name="connsiteY0" fmla="*/ 816491 h 833064"/>
              <a:gd name="connsiteX1" fmla="*/ 541625 w 653969"/>
              <a:gd name="connsiteY1" fmla="*/ 809766 h 833064"/>
              <a:gd name="connsiteX2" fmla="*/ 437116 w 653969"/>
              <a:gd name="connsiteY2" fmla="*/ 798619 h 833064"/>
              <a:gd name="connsiteX3" fmla="*/ 351351 w 653969"/>
              <a:gd name="connsiteY3" fmla="*/ 796333 h 833064"/>
              <a:gd name="connsiteX4" fmla="*/ 277736 w 653969"/>
              <a:gd name="connsiteY4" fmla="*/ 791466 h 833064"/>
              <a:gd name="connsiteX5" fmla="*/ 231618 w 653969"/>
              <a:gd name="connsiteY5" fmla="*/ 733081 h 833064"/>
              <a:gd name="connsiteX6" fmla="*/ 200788 w 653969"/>
              <a:gd name="connsiteY6" fmla="*/ 688136 h 833064"/>
              <a:gd name="connsiteX7" fmla="*/ 129219 w 653969"/>
              <a:gd name="connsiteY7" fmla="*/ 443485 h 833064"/>
              <a:gd name="connsiteX8" fmla="*/ 79458 w 653969"/>
              <a:gd name="connsiteY8" fmla="*/ 235973 h 833064"/>
              <a:gd name="connsiteX9" fmla="*/ 66008 w 653969"/>
              <a:gd name="connsiteY9" fmla="*/ 205696 h 833064"/>
              <a:gd name="connsiteX10" fmla="*/ 49347 w 653969"/>
              <a:gd name="connsiteY10" fmla="*/ 170327 h 833064"/>
              <a:gd name="connsiteX11" fmla="*/ 97004 w 653969"/>
              <a:gd name="connsiteY11" fmla="*/ 22595 h 833064"/>
              <a:gd name="connsiteX12" fmla="*/ 176267 w 653969"/>
              <a:gd name="connsiteY12" fmla="*/ 57079 h 833064"/>
              <a:gd name="connsiteX13" fmla="*/ 293888 w 653969"/>
              <a:gd name="connsiteY13" fmla="*/ 120345 h 833064"/>
              <a:gd name="connsiteX14" fmla="*/ 400937 w 653969"/>
              <a:gd name="connsiteY14" fmla="*/ 189368 h 833064"/>
              <a:gd name="connsiteX15" fmla="*/ 551991 w 653969"/>
              <a:gd name="connsiteY15" fmla="*/ 309258 h 833064"/>
              <a:gd name="connsiteX16" fmla="*/ 646947 w 653969"/>
              <a:gd name="connsiteY16" fmla="*/ 408550 h 833064"/>
              <a:gd name="connsiteX17" fmla="*/ 542387 w 653969"/>
              <a:gd name="connsiteY17" fmla="*/ 432654 h 833064"/>
              <a:gd name="connsiteX18" fmla="*/ 489814 w 653969"/>
              <a:gd name="connsiteY18" fmla="*/ 606639 h 833064"/>
              <a:gd name="connsiteX19" fmla="*/ 555436 w 653969"/>
              <a:gd name="connsiteY19" fmla="*/ 730743 h 833064"/>
              <a:gd name="connsiteX20" fmla="*/ 636918 w 653969"/>
              <a:gd name="connsiteY20" fmla="*/ 816491 h 833064"/>
              <a:gd name="connsiteX0" fmla="*/ 636918 w 653969"/>
              <a:gd name="connsiteY0" fmla="*/ 816491 h 834416"/>
              <a:gd name="connsiteX1" fmla="*/ 541625 w 653969"/>
              <a:gd name="connsiteY1" fmla="*/ 809766 h 834416"/>
              <a:gd name="connsiteX2" fmla="*/ 437116 w 653969"/>
              <a:gd name="connsiteY2" fmla="*/ 798619 h 834416"/>
              <a:gd name="connsiteX3" fmla="*/ 351351 w 653969"/>
              <a:gd name="connsiteY3" fmla="*/ 796333 h 834416"/>
              <a:gd name="connsiteX4" fmla="*/ 277736 w 653969"/>
              <a:gd name="connsiteY4" fmla="*/ 791466 h 834416"/>
              <a:gd name="connsiteX5" fmla="*/ 231618 w 653969"/>
              <a:gd name="connsiteY5" fmla="*/ 733081 h 834416"/>
              <a:gd name="connsiteX6" fmla="*/ 200788 w 653969"/>
              <a:gd name="connsiteY6" fmla="*/ 688136 h 834416"/>
              <a:gd name="connsiteX7" fmla="*/ 129219 w 653969"/>
              <a:gd name="connsiteY7" fmla="*/ 443485 h 834416"/>
              <a:gd name="connsiteX8" fmla="*/ 79458 w 653969"/>
              <a:gd name="connsiteY8" fmla="*/ 235973 h 834416"/>
              <a:gd name="connsiteX9" fmla="*/ 66008 w 653969"/>
              <a:gd name="connsiteY9" fmla="*/ 205696 h 834416"/>
              <a:gd name="connsiteX10" fmla="*/ 49347 w 653969"/>
              <a:gd name="connsiteY10" fmla="*/ 170327 h 834416"/>
              <a:gd name="connsiteX11" fmla="*/ 97004 w 653969"/>
              <a:gd name="connsiteY11" fmla="*/ 22595 h 834416"/>
              <a:gd name="connsiteX12" fmla="*/ 176267 w 653969"/>
              <a:gd name="connsiteY12" fmla="*/ 57079 h 834416"/>
              <a:gd name="connsiteX13" fmla="*/ 293888 w 653969"/>
              <a:gd name="connsiteY13" fmla="*/ 120345 h 834416"/>
              <a:gd name="connsiteX14" fmla="*/ 400937 w 653969"/>
              <a:gd name="connsiteY14" fmla="*/ 189368 h 834416"/>
              <a:gd name="connsiteX15" fmla="*/ 551991 w 653969"/>
              <a:gd name="connsiteY15" fmla="*/ 309258 h 834416"/>
              <a:gd name="connsiteX16" fmla="*/ 646947 w 653969"/>
              <a:gd name="connsiteY16" fmla="*/ 408550 h 834416"/>
              <a:gd name="connsiteX17" fmla="*/ 542387 w 653969"/>
              <a:gd name="connsiteY17" fmla="*/ 432654 h 834416"/>
              <a:gd name="connsiteX18" fmla="*/ 489814 w 653969"/>
              <a:gd name="connsiteY18" fmla="*/ 606639 h 834416"/>
              <a:gd name="connsiteX19" fmla="*/ 555436 w 653969"/>
              <a:gd name="connsiteY19" fmla="*/ 730743 h 834416"/>
              <a:gd name="connsiteX20" fmla="*/ 636918 w 653969"/>
              <a:gd name="connsiteY20" fmla="*/ 816491 h 834416"/>
              <a:gd name="connsiteX0" fmla="*/ 636918 w 653969"/>
              <a:gd name="connsiteY0" fmla="*/ 816491 h 833149"/>
              <a:gd name="connsiteX1" fmla="*/ 541625 w 653969"/>
              <a:gd name="connsiteY1" fmla="*/ 809766 h 833149"/>
              <a:gd name="connsiteX2" fmla="*/ 437116 w 653969"/>
              <a:gd name="connsiteY2" fmla="*/ 798619 h 833149"/>
              <a:gd name="connsiteX3" fmla="*/ 351351 w 653969"/>
              <a:gd name="connsiteY3" fmla="*/ 796333 h 833149"/>
              <a:gd name="connsiteX4" fmla="*/ 277736 w 653969"/>
              <a:gd name="connsiteY4" fmla="*/ 791466 h 833149"/>
              <a:gd name="connsiteX5" fmla="*/ 231618 w 653969"/>
              <a:gd name="connsiteY5" fmla="*/ 733081 h 833149"/>
              <a:gd name="connsiteX6" fmla="*/ 200788 w 653969"/>
              <a:gd name="connsiteY6" fmla="*/ 688136 h 833149"/>
              <a:gd name="connsiteX7" fmla="*/ 129219 w 653969"/>
              <a:gd name="connsiteY7" fmla="*/ 443485 h 833149"/>
              <a:gd name="connsiteX8" fmla="*/ 79458 w 653969"/>
              <a:gd name="connsiteY8" fmla="*/ 235973 h 833149"/>
              <a:gd name="connsiteX9" fmla="*/ 66008 w 653969"/>
              <a:gd name="connsiteY9" fmla="*/ 205696 h 833149"/>
              <a:gd name="connsiteX10" fmla="*/ 49347 w 653969"/>
              <a:gd name="connsiteY10" fmla="*/ 170327 h 833149"/>
              <a:gd name="connsiteX11" fmla="*/ 97004 w 653969"/>
              <a:gd name="connsiteY11" fmla="*/ 22595 h 833149"/>
              <a:gd name="connsiteX12" fmla="*/ 176267 w 653969"/>
              <a:gd name="connsiteY12" fmla="*/ 57079 h 833149"/>
              <a:gd name="connsiteX13" fmla="*/ 293888 w 653969"/>
              <a:gd name="connsiteY13" fmla="*/ 120345 h 833149"/>
              <a:gd name="connsiteX14" fmla="*/ 400937 w 653969"/>
              <a:gd name="connsiteY14" fmla="*/ 189368 h 833149"/>
              <a:gd name="connsiteX15" fmla="*/ 551991 w 653969"/>
              <a:gd name="connsiteY15" fmla="*/ 309258 h 833149"/>
              <a:gd name="connsiteX16" fmla="*/ 646947 w 653969"/>
              <a:gd name="connsiteY16" fmla="*/ 408550 h 833149"/>
              <a:gd name="connsiteX17" fmla="*/ 542387 w 653969"/>
              <a:gd name="connsiteY17" fmla="*/ 432654 h 833149"/>
              <a:gd name="connsiteX18" fmla="*/ 489814 w 653969"/>
              <a:gd name="connsiteY18" fmla="*/ 606639 h 833149"/>
              <a:gd name="connsiteX19" fmla="*/ 555436 w 653969"/>
              <a:gd name="connsiteY19" fmla="*/ 730743 h 833149"/>
              <a:gd name="connsiteX20" fmla="*/ 636918 w 653969"/>
              <a:gd name="connsiteY20" fmla="*/ 816491 h 833149"/>
              <a:gd name="connsiteX0" fmla="*/ 636918 w 653969"/>
              <a:gd name="connsiteY0" fmla="*/ 816491 h 833576"/>
              <a:gd name="connsiteX1" fmla="*/ 541625 w 653969"/>
              <a:gd name="connsiteY1" fmla="*/ 809766 h 833576"/>
              <a:gd name="connsiteX2" fmla="*/ 437116 w 653969"/>
              <a:gd name="connsiteY2" fmla="*/ 798619 h 833576"/>
              <a:gd name="connsiteX3" fmla="*/ 351351 w 653969"/>
              <a:gd name="connsiteY3" fmla="*/ 796333 h 833576"/>
              <a:gd name="connsiteX4" fmla="*/ 277736 w 653969"/>
              <a:gd name="connsiteY4" fmla="*/ 791466 h 833576"/>
              <a:gd name="connsiteX5" fmla="*/ 231618 w 653969"/>
              <a:gd name="connsiteY5" fmla="*/ 733081 h 833576"/>
              <a:gd name="connsiteX6" fmla="*/ 200788 w 653969"/>
              <a:gd name="connsiteY6" fmla="*/ 688136 h 833576"/>
              <a:gd name="connsiteX7" fmla="*/ 129219 w 653969"/>
              <a:gd name="connsiteY7" fmla="*/ 443485 h 833576"/>
              <a:gd name="connsiteX8" fmla="*/ 79458 w 653969"/>
              <a:gd name="connsiteY8" fmla="*/ 235973 h 833576"/>
              <a:gd name="connsiteX9" fmla="*/ 66008 w 653969"/>
              <a:gd name="connsiteY9" fmla="*/ 205696 h 833576"/>
              <a:gd name="connsiteX10" fmla="*/ 49347 w 653969"/>
              <a:gd name="connsiteY10" fmla="*/ 170327 h 833576"/>
              <a:gd name="connsiteX11" fmla="*/ 97004 w 653969"/>
              <a:gd name="connsiteY11" fmla="*/ 22595 h 833576"/>
              <a:gd name="connsiteX12" fmla="*/ 176267 w 653969"/>
              <a:gd name="connsiteY12" fmla="*/ 57079 h 833576"/>
              <a:gd name="connsiteX13" fmla="*/ 293888 w 653969"/>
              <a:gd name="connsiteY13" fmla="*/ 120345 h 833576"/>
              <a:gd name="connsiteX14" fmla="*/ 400937 w 653969"/>
              <a:gd name="connsiteY14" fmla="*/ 189368 h 833576"/>
              <a:gd name="connsiteX15" fmla="*/ 551991 w 653969"/>
              <a:gd name="connsiteY15" fmla="*/ 309258 h 833576"/>
              <a:gd name="connsiteX16" fmla="*/ 646947 w 653969"/>
              <a:gd name="connsiteY16" fmla="*/ 408550 h 833576"/>
              <a:gd name="connsiteX17" fmla="*/ 542387 w 653969"/>
              <a:gd name="connsiteY17" fmla="*/ 432654 h 833576"/>
              <a:gd name="connsiteX18" fmla="*/ 489814 w 653969"/>
              <a:gd name="connsiteY18" fmla="*/ 606639 h 833576"/>
              <a:gd name="connsiteX19" fmla="*/ 555436 w 653969"/>
              <a:gd name="connsiteY19" fmla="*/ 730743 h 833576"/>
              <a:gd name="connsiteX20" fmla="*/ 636918 w 653969"/>
              <a:gd name="connsiteY20" fmla="*/ 816491 h 833576"/>
              <a:gd name="connsiteX0" fmla="*/ 636918 w 653969"/>
              <a:gd name="connsiteY0" fmla="*/ 816491 h 833289"/>
              <a:gd name="connsiteX1" fmla="*/ 541625 w 653969"/>
              <a:gd name="connsiteY1" fmla="*/ 809766 h 833289"/>
              <a:gd name="connsiteX2" fmla="*/ 437116 w 653969"/>
              <a:gd name="connsiteY2" fmla="*/ 798619 h 833289"/>
              <a:gd name="connsiteX3" fmla="*/ 351351 w 653969"/>
              <a:gd name="connsiteY3" fmla="*/ 796333 h 833289"/>
              <a:gd name="connsiteX4" fmla="*/ 277736 w 653969"/>
              <a:gd name="connsiteY4" fmla="*/ 791466 h 833289"/>
              <a:gd name="connsiteX5" fmla="*/ 231618 w 653969"/>
              <a:gd name="connsiteY5" fmla="*/ 733081 h 833289"/>
              <a:gd name="connsiteX6" fmla="*/ 200788 w 653969"/>
              <a:gd name="connsiteY6" fmla="*/ 688136 h 833289"/>
              <a:gd name="connsiteX7" fmla="*/ 129219 w 653969"/>
              <a:gd name="connsiteY7" fmla="*/ 443485 h 833289"/>
              <a:gd name="connsiteX8" fmla="*/ 79458 w 653969"/>
              <a:gd name="connsiteY8" fmla="*/ 235973 h 833289"/>
              <a:gd name="connsiteX9" fmla="*/ 66008 w 653969"/>
              <a:gd name="connsiteY9" fmla="*/ 205696 h 833289"/>
              <a:gd name="connsiteX10" fmla="*/ 49347 w 653969"/>
              <a:gd name="connsiteY10" fmla="*/ 170327 h 833289"/>
              <a:gd name="connsiteX11" fmla="*/ 97004 w 653969"/>
              <a:gd name="connsiteY11" fmla="*/ 22595 h 833289"/>
              <a:gd name="connsiteX12" fmla="*/ 176267 w 653969"/>
              <a:gd name="connsiteY12" fmla="*/ 57079 h 833289"/>
              <a:gd name="connsiteX13" fmla="*/ 293888 w 653969"/>
              <a:gd name="connsiteY13" fmla="*/ 120345 h 833289"/>
              <a:gd name="connsiteX14" fmla="*/ 400937 w 653969"/>
              <a:gd name="connsiteY14" fmla="*/ 189368 h 833289"/>
              <a:gd name="connsiteX15" fmla="*/ 551991 w 653969"/>
              <a:gd name="connsiteY15" fmla="*/ 309258 h 833289"/>
              <a:gd name="connsiteX16" fmla="*/ 646947 w 653969"/>
              <a:gd name="connsiteY16" fmla="*/ 408550 h 833289"/>
              <a:gd name="connsiteX17" fmla="*/ 542387 w 653969"/>
              <a:gd name="connsiteY17" fmla="*/ 432654 h 833289"/>
              <a:gd name="connsiteX18" fmla="*/ 489814 w 653969"/>
              <a:gd name="connsiteY18" fmla="*/ 606639 h 833289"/>
              <a:gd name="connsiteX19" fmla="*/ 555436 w 653969"/>
              <a:gd name="connsiteY19" fmla="*/ 730743 h 833289"/>
              <a:gd name="connsiteX20" fmla="*/ 636918 w 653969"/>
              <a:gd name="connsiteY20" fmla="*/ 816491 h 833289"/>
              <a:gd name="connsiteX0" fmla="*/ 646303 w 655902"/>
              <a:gd name="connsiteY0" fmla="*/ 829289 h 843686"/>
              <a:gd name="connsiteX1" fmla="*/ 541625 w 655902"/>
              <a:gd name="connsiteY1" fmla="*/ 809766 h 843686"/>
              <a:gd name="connsiteX2" fmla="*/ 437116 w 655902"/>
              <a:gd name="connsiteY2" fmla="*/ 798619 h 843686"/>
              <a:gd name="connsiteX3" fmla="*/ 351351 w 655902"/>
              <a:gd name="connsiteY3" fmla="*/ 796333 h 843686"/>
              <a:gd name="connsiteX4" fmla="*/ 277736 w 655902"/>
              <a:gd name="connsiteY4" fmla="*/ 791466 h 843686"/>
              <a:gd name="connsiteX5" fmla="*/ 231618 w 655902"/>
              <a:gd name="connsiteY5" fmla="*/ 733081 h 843686"/>
              <a:gd name="connsiteX6" fmla="*/ 200788 w 655902"/>
              <a:gd name="connsiteY6" fmla="*/ 688136 h 843686"/>
              <a:gd name="connsiteX7" fmla="*/ 129219 w 655902"/>
              <a:gd name="connsiteY7" fmla="*/ 443485 h 843686"/>
              <a:gd name="connsiteX8" fmla="*/ 79458 w 655902"/>
              <a:gd name="connsiteY8" fmla="*/ 235973 h 843686"/>
              <a:gd name="connsiteX9" fmla="*/ 66008 w 655902"/>
              <a:gd name="connsiteY9" fmla="*/ 205696 h 843686"/>
              <a:gd name="connsiteX10" fmla="*/ 49347 w 655902"/>
              <a:gd name="connsiteY10" fmla="*/ 170327 h 843686"/>
              <a:gd name="connsiteX11" fmla="*/ 97004 w 655902"/>
              <a:gd name="connsiteY11" fmla="*/ 22595 h 843686"/>
              <a:gd name="connsiteX12" fmla="*/ 176267 w 655902"/>
              <a:gd name="connsiteY12" fmla="*/ 57079 h 843686"/>
              <a:gd name="connsiteX13" fmla="*/ 293888 w 655902"/>
              <a:gd name="connsiteY13" fmla="*/ 120345 h 843686"/>
              <a:gd name="connsiteX14" fmla="*/ 400937 w 655902"/>
              <a:gd name="connsiteY14" fmla="*/ 189368 h 843686"/>
              <a:gd name="connsiteX15" fmla="*/ 551991 w 655902"/>
              <a:gd name="connsiteY15" fmla="*/ 309258 h 843686"/>
              <a:gd name="connsiteX16" fmla="*/ 646947 w 655902"/>
              <a:gd name="connsiteY16" fmla="*/ 408550 h 843686"/>
              <a:gd name="connsiteX17" fmla="*/ 542387 w 655902"/>
              <a:gd name="connsiteY17" fmla="*/ 432654 h 843686"/>
              <a:gd name="connsiteX18" fmla="*/ 489814 w 655902"/>
              <a:gd name="connsiteY18" fmla="*/ 606639 h 843686"/>
              <a:gd name="connsiteX19" fmla="*/ 555436 w 655902"/>
              <a:gd name="connsiteY19" fmla="*/ 730743 h 843686"/>
              <a:gd name="connsiteX20" fmla="*/ 646303 w 655902"/>
              <a:gd name="connsiteY20" fmla="*/ 829289 h 843686"/>
              <a:gd name="connsiteX0" fmla="*/ 646303 w 662741"/>
              <a:gd name="connsiteY0" fmla="*/ 829289 h 845663"/>
              <a:gd name="connsiteX1" fmla="*/ 541625 w 662741"/>
              <a:gd name="connsiteY1" fmla="*/ 809766 h 845663"/>
              <a:gd name="connsiteX2" fmla="*/ 437116 w 662741"/>
              <a:gd name="connsiteY2" fmla="*/ 798619 h 845663"/>
              <a:gd name="connsiteX3" fmla="*/ 351351 w 662741"/>
              <a:gd name="connsiteY3" fmla="*/ 796333 h 845663"/>
              <a:gd name="connsiteX4" fmla="*/ 277736 w 662741"/>
              <a:gd name="connsiteY4" fmla="*/ 791466 h 845663"/>
              <a:gd name="connsiteX5" fmla="*/ 231618 w 662741"/>
              <a:gd name="connsiteY5" fmla="*/ 733081 h 845663"/>
              <a:gd name="connsiteX6" fmla="*/ 200788 w 662741"/>
              <a:gd name="connsiteY6" fmla="*/ 688136 h 845663"/>
              <a:gd name="connsiteX7" fmla="*/ 129219 w 662741"/>
              <a:gd name="connsiteY7" fmla="*/ 443485 h 845663"/>
              <a:gd name="connsiteX8" fmla="*/ 79458 w 662741"/>
              <a:gd name="connsiteY8" fmla="*/ 235973 h 845663"/>
              <a:gd name="connsiteX9" fmla="*/ 66008 w 662741"/>
              <a:gd name="connsiteY9" fmla="*/ 205696 h 845663"/>
              <a:gd name="connsiteX10" fmla="*/ 49347 w 662741"/>
              <a:gd name="connsiteY10" fmla="*/ 170327 h 845663"/>
              <a:gd name="connsiteX11" fmla="*/ 97004 w 662741"/>
              <a:gd name="connsiteY11" fmla="*/ 22595 h 845663"/>
              <a:gd name="connsiteX12" fmla="*/ 176267 w 662741"/>
              <a:gd name="connsiteY12" fmla="*/ 57079 h 845663"/>
              <a:gd name="connsiteX13" fmla="*/ 293888 w 662741"/>
              <a:gd name="connsiteY13" fmla="*/ 120345 h 845663"/>
              <a:gd name="connsiteX14" fmla="*/ 400937 w 662741"/>
              <a:gd name="connsiteY14" fmla="*/ 189368 h 845663"/>
              <a:gd name="connsiteX15" fmla="*/ 551991 w 662741"/>
              <a:gd name="connsiteY15" fmla="*/ 309258 h 845663"/>
              <a:gd name="connsiteX16" fmla="*/ 646947 w 662741"/>
              <a:gd name="connsiteY16" fmla="*/ 408550 h 845663"/>
              <a:gd name="connsiteX17" fmla="*/ 542387 w 662741"/>
              <a:gd name="connsiteY17" fmla="*/ 432654 h 845663"/>
              <a:gd name="connsiteX18" fmla="*/ 489814 w 662741"/>
              <a:gd name="connsiteY18" fmla="*/ 606639 h 845663"/>
              <a:gd name="connsiteX19" fmla="*/ 555436 w 662741"/>
              <a:gd name="connsiteY19" fmla="*/ 730743 h 845663"/>
              <a:gd name="connsiteX20" fmla="*/ 646303 w 662741"/>
              <a:gd name="connsiteY20" fmla="*/ 829289 h 845663"/>
              <a:gd name="connsiteX0" fmla="*/ 646303 w 660613"/>
              <a:gd name="connsiteY0" fmla="*/ 829289 h 845423"/>
              <a:gd name="connsiteX1" fmla="*/ 541625 w 660613"/>
              <a:gd name="connsiteY1" fmla="*/ 809766 h 845423"/>
              <a:gd name="connsiteX2" fmla="*/ 437116 w 660613"/>
              <a:gd name="connsiteY2" fmla="*/ 798619 h 845423"/>
              <a:gd name="connsiteX3" fmla="*/ 351351 w 660613"/>
              <a:gd name="connsiteY3" fmla="*/ 796333 h 845423"/>
              <a:gd name="connsiteX4" fmla="*/ 277736 w 660613"/>
              <a:gd name="connsiteY4" fmla="*/ 791466 h 845423"/>
              <a:gd name="connsiteX5" fmla="*/ 231618 w 660613"/>
              <a:gd name="connsiteY5" fmla="*/ 733081 h 845423"/>
              <a:gd name="connsiteX6" fmla="*/ 200788 w 660613"/>
              <a:gd name="connsiteY6" fmla="*/ 688136 h 845423"/>
              <a:gd name="connsiteX7" fmla="*/ 129219 w 660613"/>
              <a:gd name="connsiteY7" fmla="*/ 443485 h 845423"/>
              <a:gd name="connsiteX8" fmla="*/ 79458 w 660613"/>
              <a:gd name="connsiteY8" fmla="*/ 235973 h 845423"/>
              <a:gd name="connsiteX9" fmla="*/ 66008 w 660613"/>
              <a:gd name="connsiteY9" fmla="*/ 205696 h 845423"/>
              <a:gd name="connsiteX10" fmla="*/ 49347 w 660613"/>
              <a:gd name="connsiteY10" fmla="*/ 170327 h 845423"/>
              <a:gd name="connsiteX11" fmla="*/ 97004 w 660613"/>
              <a:gd name="connsiteY11" fmla="*/ 22595 h 845423"/>
              <a:gd name="connsiteX12" fmla="*/ 176267 w 660613"/>
              <a:gd name="connsiteY12" fmla="*/ 57079 h 845423"/>
              <a:gd name="connsiteX13" fmla="*/ 293888 w 660613"/>
              <a:gd name="connsiteY13" fmla="*/ 120345 h 845423"/>
              <a:gd name="connsiteX14" fmla="*/ 400937 w 660613"/>
              <a:gd name="connsiteY14" fmla="*/ 189368 h 845423"/>
              <a:gd name="connsiteX15" fmla="*/ 551991 w 660613"/>
              <a:gd name="connsiteY15" fmla="*/ 309258 h 845423"/>
              <a:gd name="connsiteX16" fmla="*/ 646947 w 660613"/>
              <a:gd name="connsiteY16" fmla="*/ 408550 h 845423"/>
              <a:gd name="connsiteX17" fmla="*/ 542387 w 660613"/>
              <a:gd name="connsiteY17" fmla="*/ 432654 h 845423"/>
              <a:gd name="connsiteX18" fmla="*/ 489814 w 660613"/>
              <a:gd name="connsiteY18" fmla="*/ 606639 h 845423"/>
              <a:gd name="connsiteX19" fmla="*/ 555436 w 660613"/>
              <a:gd name="connsiteY19" fmla="*/ 730743 h 845423"/>
              <a:gd name="connsiteX20" fmla="*/ 646303 w 660613"/>
              <a:gd name="connsiteY20" fmla="*/ 829289 h 845423"/>
              <a:gd name="connsiteX0" fmla="*/ 646303 w 660307"/>
              <a:gd name="connsiteY0" fmla="*/ 829289 h 845423"/>
              <a:gd name="connsiteX1" fmla="*/ 541625 w 660307"/>
              <a:gd name="connsiteY1" fmla="*/ 809766 h 845423"/>
              <a:gd name="connsiteX2" fmla="*/ 437116 w 660307"/>
              <a:gd name="connsiteY2" fmla="*/ 798619 h 845423"/>
              <a:gd name="connsiteX3" fmla="*/ 351351 w 660307"/>
              <a:gd name="connsiteY3" fmla="*/ 796333 h 845423"/>
              <a:gd name="connsiteX4" fmla="*/ 277736 w 660307"/>
              <a:gd name="connsiteY4" fmla="*/ 791466 h 845423"/>
              <a:gd name="connsiteX5" fmla="*/ 231618 w 660307"/>
              <a:gd name="connsiteY5" fmla="*/ 733081 h 845423"/>
              <a:gd name="connsiteX6" fmla="*/ 200788 w 660307"/>
              <a:gd name="connsiteY6" fmla="*/ 688136 h 845423"/>
              <a:gd name="connsiteX7" fmla="*/ 129219 w 660307"/>
              <a:gd name="connsiteY7" fmla="*/ 443485 h 845423"/>
              <a:gd name="connsiteX8" fmla="*/ 79458 w 660307"/>
              <a:gd name="connsiteY8" fmla="*/ 235973 h 845423"/>
              <a:gd name="connsiteX9" fmla="*/ 66008 w 660307"/>
              <a:gd name="connsiteY9" fmla="*/ 205696 h 845423"/>
              <a:gd name="connsiteX10" fmla="*/ 49347 w 660307"/>
              <a:gd name="connsiteY10" fmla="*/ 170327 h 845423"/>
              <a:gd name="connsiteX11" fmla="*/ 97004 w 660307"/>
              <a:gd name="connsiteY11" fmla="*/ 22595 h 845423"/>
              <a:gd name="connsiteX12" fmla="*/ 176267 w 660307"/>
              <a:gd name="connsiteY12" fmla="*/ 57079 h 845423"/>
              <a:gd name="connsiteX13" fmla="*/ 293888 w 660307"/>
              <a:gd name="connsiteY13" fmla="*/ 120345 h 845423"/>
              <a:gd name="connsiteX14" fmla="*/ 400937 w 660307"/>
              <a:gd name="connsiteY14" fmla="*/ 189368 h 845423"/>
              <a:gd name="connsiteX15" fmla="*/ 551991 w 660307"/>
              <a:gd name="connsiteY15" fmla="*/ 309258 h 845423"/>
              <a:gd name="connsiteX16" fmla="*/ 646947 w 660307"/>
              <a:gd name="connsiteY16" fmla="*/ 408550 h 845423"/>
              <a:gd name="connsiteX17" fmla="*/ 542387 w 660307"/>
              <a:gd name="connsiteY17" fmla="*/ 432654 h 845423"/>
              <a:gd name="connsiteX18" fmla="*/ 489814 w 660307"/>
              <a:gd name="connsiteY18" fmla="*/ 606639 h 845423"/>
              <a:gd name="connsiteX19" fmla="*/ 555436 w 660307"/>
              <a:gd name="connsiteY19" fmla="*/ 730743 h 845423"/>
              <a:gd name="connsiteX20" fmla="*/ 646303 w 660307"/>
              <a:gd name="connsiteY20" fmla="*/ 829289 h 845423"/>
              <a:gd name="connsiteX0" fmla="*/ 646303 w 660447"/>
              <a:gd name="connsiteY0" fmla="*/ 829289 h 843767"/>
              <a:gd name="connsiteX1" fmla="*/ 541625 w 660447"/>
              <a:gd name="connsiteY1" fmla="*/ 809766 h 843767"/>
              <a:gd name="connsiteX2" fmla="*/ 437116 w 660447"/>
              <a:gd name="connsiteY2" fmla="*/ 798619 h 843767"/>
              <a:gd name="connsiteX3" fmla="*/ 351351 w 660447"/>
              <a:gd name="connsiteY3" fmla="*/ 796333 h 843767"/>
              <a:gd name="connsiteX4" fmla="*/ 277736 w 660447"/>
              <a:gd name="connsiteY4" fmla="*/ 791466 h 843767"/>
              <a:gd name="connsiteX5" fmla="*/ 231618 w 660447"/>
              <a:gd name="connsiteY5" fmla="*/ 733081 h 843767"/>
              <a:gd name="connsiteX6" fmla="*/ 200788 w 660447"/>
              <a:gd name="connsiteY6" fmla="*/ 688136 h 843767"/>
              <a:gd name="connsiteX7" fmla="*/ 129219 w 660447"/>
              <a:gd name="connsiteY7" fmla="*/ 443485 h 843767"/>
              <a:gd name="connsiteX8" fmla="*/ 79458 w 660447"/>
              <a:gd name="connsiteY8" fmla="*/ 235973 h 843767"/>
              <a:gd name="connsiteX9" fmla="*/ 66008 w 660447"/>
              <a:gd name="connsiteY9" fmla="*/ 205696 h 843767"/>
              <a:gd name="connsiteX10" fmla="*/ 49347 w 660447"/>
              <a:gd name="connsiteY10" fmla="*/ 170327 h 843767"/>
              <a:gd name="connsiteX11" fmla="*/ 97004 w 660447"/>
              <a:gd name="connsiteY11" fmla="*/ 22595 h 843767"/>
              <a:gd name="connsiteX12" fmla="*/ 176267 w 660447"/>
              <a:gd name="connsiteY12" fmla="*/ 57079 h 843767"/>
              <a:gd name="connsiteX13" fmla="*/ 293888 w 660447"/>
              <a:gd name="connsiteY13" fmla="*/ 120345 h 843767"/>
              <a:gd name="connsiteX14" fmla="*/ 400937 w 660447"/>
              <a:gd name="connsiteY14" fmla="*/ 189368 h 843767"/>
              <a:gd name="connsiteX15" fmla="*/ 551991 w 660447"/>
              <a:gd name="connsiteY15" fmla="*/ 309258 h 843767"/>
              <a:gd name="connsiteX16" fmla="*/ 646947 w 660447"/>
              <a:gd name="connsiteY16" fmla="*/ 408550 h 843767"/>
              <a:gd name="connsiteX17" fmla="*/ 542387 w 660447"/>
              <a:gd name="connsiteY17" fmla="*/ 432654 h 843767"/>
              <a:gd name="connsiteX18" fmla="*/ 489814 w 660447"/>
              <a:gd name="connsiteY18" fmla="*/ 606639 h 843767"/>
              <a:gd name="connsiteX19" fmla="*/ 555436 w 660447"/>
              <a:gd name="connsiteY19" fmla="*/ 730743 h 843767"/>
              <a:gd name="connsiteX20" fmla="*/ 646303 w 660447"/>
              <a:gd name="connsiteY20" fmla="*/ 829289 h 843767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863"/>
              <a:gd name="connsiteY0" fmla="*/ 829289 h 843746"/>
              <a:gd name="connsiteX1" fmla="*/ 541625 w 656863"/>
              <a:gd name="connsiteY1" fmla="*/ 809766 h 843746"/>
              <a:gd name="connsiteX2" fmla="*/ 351351 w 656863"/>
              <a:gd name="connsiteY2" fmla="*/ 796333 h 843746"/>
              <a:gd name="connsiteX3" fmla="*/ 277736 w 656863"/>
              <a:gd name="connsiteY3" fmla="*/ 791466 h 843746"/>
              <a:gd name="connsiteX4" fmla="*/ 231618 w 656863"/>
              <a:gd name="connsiteY4" fmla="*/ 733081 h 843746"/>
              <a:gd name="connsiteX5" fmla="*/ 200788 w 656863"/>
              <a:gd name="connsiteY5" fmla="*/ 688136 h 843746"/>
              <a:gd name="connsiteX6" fmla="*/ 129219 w 656863"/>
              <a:gd name="connsiteY6" fmla="*/ 443485 h 843746"/>
              <a:gd name="connsiteX7" fmla="*/ 79458 w 656863"/>
              <a:gd name="connsiteY7" fmla="*/ 235973 h 843746"/>
              <a:gd name="connsiteX8" fmla="*/ 66008 w 656863"/>
              <a:gd name="connsiteY8" fmla="*/ 205696 h 843746"/>
              <a:gd name="connsiteX9" fmla="*/ 49347 w 656863"/>
              <a:gd name="connsiteY9" fmla="*/ 170327 h 843746"/>
              <a:gd name="connsiteX10" fmla="*/ 97004 w 656863"/>
              <a:gd name="connsiteY10" fmla="*/ 22595 h 843746"/>
              <a:gd name="connsiteX11" fmla="*/ 176267 w 656863"/>
              <a:gd name="connsiteY11" fmla="*/ 57079 h 843746"/>
              <a:gd name="connsiteX12" fmla="*/ 293888 w 656863"/>
              <a:gd name="connsiteY12" fmla="*/ 120345 h 843746"/>
              <a:gd name="connsiteX13" fmla="*/ 400937 w 656863"/>
              <a:gd name="connsiteY13" fmla="*/ 189368 h 843746"/>
              <a:gd name="connsiteX14" fmla="*/ 551991 w 656863"/>
              <a:gd name="connsiteY14" fmla="*/ 309258 h 843746"/>
              <a:gd name="connsiteX15" fmla="*/ 646947 w 656863"/>
              <a:gd name="connsiteY15" fmla="*/ 408550 h 843746"/>
              <a:gd name="connsiteX16" fmla="*/ 542387 w 656863"/>
              <a:gd name="connsiteY16" fmla="*/ 432654 h 843746"/>
              <a:gd name="connsiteX17" fmla="*/ 489814 w 656863"/>
              <a:gd name="connsiteY17" fmla="*/ 606639 h 843746"/>
              <a:gd name="connsiteX18" fmla="*/ 555436 w 656863"/>
              <a:gd name="connsiteY18" fmla="*/ 730743 h 843746"/>
              <a:gd name="connsiteX19" fmla="*/ 646303 w 656863"/>
              <a:gd name="connsiteY19" fmla="*/ 829289 h 843746"/>
              <a:gd name="connsiteX0" fmla="*/ 646303 w 656717"/>
              <a:gd name="connsiteY0" fmla="*/ 829289 h 845355"/>
              <a:gd name="connsiteX1" fmla="*/ 541625 w 656717"/>
              <a:gd name="connsiteY1" fmla="*/ 809766 h 845355"/>
              <a:gd name="connsiteX2" fmla="*/ 351351 w 656717"/>
              <a:gd name="connsiteY2" fmla="*/ 796333 h 845355"/>
              <a:gd name="connsiteX3" fmla="*/ 277736 w 656717"/>
              <a:gd name="connsiteY3" fmla="*/ 791466 h 845355"/>
              <a:gd name="connsiteX4" fmla="*/ 231618 w 656717"/>
              <a:gd name="connsiteY4" fmla="*/ 733081 h 845355"/>
              <a:gd name="connsiteX5" fmla="*/ 200788 w 656717"/>
              <a:gd name="connsiteY5" fmla="*/ 688136 h 845355"/>
              <a:gd name="connsiteX6" fmla="*/ 129219 w 656717"/>
              <a:gd name="connsiteY6" fmla="*/ 443485 h 845355"/>
              <a:gd name="connsiteX7" fmla="*/ 79458 w 656717"/>
              <a:gd name="connsiteY7" fmla="*/ 235973 h 845355"/>
              <a:gd name="connsiteX8" fmla="*/ 66008 w 656717"/>
              <a:gd name="connsiteY8" fmla="*/ 205696 h 845355"/>
              <a:gd name="connsiteX9" fmla="*/ 49347 w 656717"/>
              <a:gd name="connsiteY9" fmla="*/ 170327 h 845355"/>
              <a:gd name="connsiteX10" fmla="*/ 97004 w 656717"/>
              <a:gd name="connsiteY10" fmla="*/ 22595 h 845355"/>
              <a:gd name="connsiteX11" fmla="*/ 176267 w 656717"/>
              <a:gd name="connsiteY11" fmla="*/ 57079 h 845355"/>
              <a:gd name="connsiteX12" fmla="*/ 293888 w 656717"/>
              <a:gd name="connsiteY12" fmla="*/ 120345 h 845355"/>
              <a:gd name="connsiteX13" fmla="*/ 400937 w 656717"/>
              <a:gd name="connsiteY13" fmla="*/ 189368 h 845355"/>
              <a:gd name="connsiteX14" fmla="*/ 551991 w 656717"/>
              <a:gd name="connsiteY14" fmla="*/ 309258 h 845355"/>
              <a:gd name="connsiteX15" fmla="*/ 646947 w 656717"/>
              <a:gd name="connsiteY15" fmla="*/ 408550 h 845355"/>
              <a:gd name="connsiteX16" fmla="*/ 542387 w 656717"/>
              <a:gd name="connsiteY16" fmla="*/ 432654 h 845355"/>
              <a:gd name="connsiteX17" fmla="*/ 489814 w 656717"/>
              <a:gd name="connsiteY17" fmla="*/ 606639 h 845355"/>
              <a:gd name="connsiteX18" fmla="*/ 555436 w 656717"/>
              <a:gd name="connsiteY18" fmla="*/ 730743 h 845355"/>
              <a:gd name="connsiteX19" fmla="*/ 646303 w 656717"/>
              <a:gd name="connsiteY19" fmla="*/ 829289 h 845355"/>
              <a:gd name="connsiteX0" fmla="*/ 646303 w 654730"/>
              <a:gd name="connsiteY0" fmla="*/ 829289 h 845355"/>
              <a:gd name="connsiteX1" fmla="*/ 509630 w 654730"/>
              <a:gd name="connsiteY1" fmla="*/ 809766 h 845355"/>
              <a:gd name="connsiteX2" fmla="*/ 351351 w 654730"/>
              <a:gd name="connsiteY2" fmla="*/ 796333 h 845355"/>
              <a:gd name="connsiteX3" fmla="*/ 277736 w 654730"/>
              <a:gd name="connsiteY3" fmla="*/ 791466 h 845355"/>
              <a:gd name="connsiteX4" fmla="*/ 231618 w 654730"/>
              <a:gd name="connsiteY4" fmla="*/ 733081 h 845355"/>
              <a:gd name="connsiteX5" fmla="*/ 200788 w 654730"/>
              <a:gd name="connsiteY5" fmla="*/ 688136 h 845355"/>
              <a:gd name="connsiteX6" fmla="*/ 129219 w 654730"/>
              <a:gd name="connsiteY6" fmla="*/ 443485 h 845355"/>
              <a:gd name="connsiteX7" fmla="*/ 79458 w 654730"/>
              <a:gd name="connsiteY7" fmla="*/ 235973 h 845355"/>
              <a:gd name="connsiteX8" fmla="*/ 66008 w 654730"/>
              <a:gd name="connsiteY8" fmla="*/ 205696 h 845355"/>
              <a:gd name="connsiteX9" fmla="*/ 49347 w 654730"/>
              <a:gd name="connsiteY9" fmla="*/ 170327 h 845355"/>
              <a:gd name="connsiteX10" fmla="*/ 97004 w 654730"/>
              <a:gd name="connsiteY10" fmla="*/ 22595 h 845355"/>
              <a:gd name="connsiteX11" fmla="*/ 176267 w 654730"/>
              <a:gd name="connsiteY11" fmla="*/ 57079 h 845355"/>
              <a:gd name="connsiteX12" fmla="*/ 293888 w 654730"/>
              <a:gd name="connsiteY12" fmla="*/ 120345 h 845355"/>
              <a:gd name="connsiteX13" fmla="*/ 400937 w 654730"/>
              <a:gd name="connsiteY13" fmla="*/ 189368 h 845355"/>
              <a:gd name="connsiteX14" fmla="*/ 551991 w 654730"/>
              <a:gd name="connsiteY14" fmla="*/ 309258 h 845355"/>
              <a:gd name="connsiteX15" fmla="*/ 646947 w 654730"/>
              <a:gd name="connsiteY15" fmla="*/ 408550 h 845355"/>
              <a:gd name="connsiteX16" fmla="*/ 542387 w 654730"/>
              <a:gd name="connsiteY16" fmla="*/ 432654 h 845355"/>
              <a:gd name="connsiteX17" fmla="*/ 489814 w 654730"/>
              <a:gd name="connsiteY17" fmla="*/ 606639 h 845355"/>
              <a:gd name="connsiteX18" fmla="*/ 555436 w 654730"/>
              <a:gd name="connsiteY18" fmla="*/ 730743 h 845355"/>
              <a:gd name="connsiteX19" fmla="*/ 646303 w 654730"/>
              <a:gd name="connsiteY19" fmla="*/ 829289 h 845355"/>
              <a:gd name="connsiteX0" fmla="*/ 646303 w 654805"/>
              <a:gd name="connsiteY0" fmla="*/ 829289 h 844254"/>
              <a:gd name="connsiteX1" fmla="*/ 509630 w 654805"/>
              <a:gd name="connsiteY1" fmla="*/ 809766 h 844254"/>
              <a:gd name="connsiteX2" fmla="*/ 351351 w 654805"/>
              <a:gd name="connsiteY2" fmla="*/ 796333 h 844254"/>
              <a:gd name="connsiteX3" fmla="*/ 277736 w 654805"/>
              <a:gd name="connsiteY3" fmla="*/ 791466 h 844254"/>
              <a:gd name="connsiteX4" fmla="*/ 231618 w 654805"/>
              <a:gd name="connsiteY4" fmla="*/ 733081 h 844254"/>
              <a:gd name="connsiteX5" fmla="*/ 200788 w 654805"/>
              <a:gd name="connsiteY5" fmla="*/ 688136 h 844254"/>
              <a:gd name="connsiteX6" fmla="*/ 129219 w 654805"/>
              <a:gd name="connsiteY6" fmla="*/ 443485 h 844254"/>
              <a:gd name="connsiteX7" fmla="*/ 79458 w 654805"/>
              <a:gd name="connsiteY7" fmla="*/ 235973 h 844254"/>
              <a:gd name="connsiteX8" fmla="*/ 66008 w 654805"/>
              <a:gd name="connsiteY8" fmla="*/ 205696 h 844254"/>
              <a:gd name="connsiteX9" fmla="*/ 49347 w 654805"/>
              <a:gd name="connsiteY9" fmla="*/ 170327 h 844254"/>
              <a:gd name="connsiteX10" fmla="*/ 97004 w 654805"/>
              <a:gd name="connsiteY10" fmla="*/ 22595 h 844254"/>
              <a:gd name="connsiteX11" fmla="*/ 176267 w 654805"/>
              <a:gd name="connsiteY11" fmla="*/ 57079 h 844254"/>
              <a:gd name="connsiteX12" fmla="*/ 293888 w 654805"/>
              <a:gd name="connsiteY12" fmla="*/ 120345 h 844254"/>
              <a:gd name="connsiteX13" fmla="*/ 400937 w 654805"/>
              <a:gd name="connsiteY13" fmla="*/ 189368 h 844254"/>
              <a:gd name="connsiteX14" fmla="*/ 551991 w 654805"/>
              <a:gd name="connsiteY14" fmla="*/ 309258 h 844254"/>
              <a:gd name="connsiteX15" fmla="*/ 646947 w 654805"/>
              <a:gd name="connsiteY15" fmla="*/ 408550 h 844254"/>
              <a:gd name="connsiteX16" fmla="*/ 542387 w 654805"/>
              <a:gd name="connsiteY16" fmla="*/ 432654 h 844254"/>
              <a:gd name="connsiteX17" fmla="*/ 489814 w 654805"/>
              <a:gd name="connsiteY17" fmla="*/ 606639 h 844254"/>
              <a:gd name="connsiteX18" fmla="*/ 555436 w 654805"/>
              <a:gd name="connsiteY18" fmla="*/ 730743 h 844254"/>
              <a:gd name="connsiteX19" fmla="*/ 646303 w 654805"/>
              <a:gd name="connsiteY19" fmla="*/ 829289 h 844254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570"/>
              <a:gd name="connsiteX1" fmla="*/ 509630 w 654894"/>
              <a:gd name="connsiteY1" fmla="*/ 809766 h 843570"/>
              <a:gd name="connsiteX2" fmla="*/ 343246 w 654894"/>
              <a:gd name="connsiteY2" fmla="*/ 803159 h 843570"/>
              <a:gd name="connsiteX3" fmla="*/ 277736 w 654894"/>
              <a:gd name="connsiteY3" fmla="*/ 791466 h 843570"/>
              <a:gd name="connsiteX4" fmla="*/ 231618 w 654894"/>
              <a:gd name="connsiteY4" fmla="*/ 733081 h 843570"/>
              <a:gd name="connsiteX5" fmla="*/ 200788 w 654894"/>
              <a:gd name="connsiteY5" fmla="*/ 688136 h 843570"/>
              <a:gd name="connsiteX6" fmla="*/ 129219 w 654894"/>
              <a:gd name="connsiteY6" fmla="*/ 443485 h 843570"/>
              <a:gd name="connsiteX7" fmla="*/ 79458 w 654894"/>
              <a:gd name="connsiteY7" fmla="*/ 235973 h 843570"/>
              <a:gd name="connsiteX8" fmla="*/ 66008 w 654894"/>
              <a:gd name="connsiteY8" fmla="*/ 205696 h 843570"/>
              <a:gd name="connsiteX9" fmla="*/ 49347 w 654894"/>
              <a:gd name="connsiteY9" fmla="*/ 170327 h 843570"/>
              <a:gd name="connsiteX10" fmla="*/ 97004 w 654894"/>
              <a:gd name="connsiteY10" fmla="*/ 22595 h 843570"/>
              <a:gd name="connsiteX11" fmla="*/ 176267 w 654894"/>
              <a:gd name="connsiteY11" fmla="*/ 57079 h 843570"/>
              <a:gd name="connsiteX12" fmla="*/ 293888 w 654894"/>
              <a:gd name="connsiteY12" fmla="*/ 120345 h 843570"/>
              <a:gd name="connsiteX13" fmla="*/ 400937 w 654894"/>
              <a:gd name="connsiteY13" fmla="*/ 189368 h 843570"/>
              <a:gd name="connsiteX14" fmla="*/ 551991 w 654894"/>
              <a:gd name="connsiteY14" fmla="*/ 309258 h 843570"/>
              <a:gd name="connsiteX15" fmla="*/ 646947 w 654894"/>
              <a:gd name="connsiteY15" fmla="*/ 408550 h 843570"/>
              <a:gd name="connsiteX16" fmla="*/ 542387 w 654894"/>
              <a:gd name="connsiteY16" fmla="*/ 432654 h 843570"/>
              <a:gd name="connsiteX17" fmla="*/ 489814 w 654894"/>
              <a:gd name="connsiteY17" fmla="*/ 606639 h 843570"/>
              <a:gd name="connsiteX18" fmla="*/ 555436 w 654894"/>
              <a:gd name="connsiteY18" fmla="*/ 730743 h 843570"/>
              <a:gd name="connsiteX19" fmla="*/ 646303 w 654894"/>
              <a:gd name="connsiteY19" fmla="*/ 829289 h 843570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343246 w 654894"/>
              <a:gd name="connsiteY2" fmla="*/ 803159 h 843768"/>
              <a:gd name="connsiteX3" fmla="*/ 277736 w 654894"/>
              <a:gd name="connsiteY3" fmla="*/ 791466 h 843768"/>
              <a:gd name="connsiteX4" fmla="*/ 231618 w 654894"/>
              <a:gd name="connsiteY4" fmla="*/ 733081 h 843768"/>
              <a:gd name="connsiteX5" fmla="*/ 200788 w 654894"/>
              <a:gd name="connsiteY5" fmla="*/ 688136 h 843768"/>
              <a:gd name="connsiteX6" fmla="*/ 129219 w 654894"/>
              <a:gd name="connsiteY6" fmla="*/ 443485 h 843768"/>
              <a:gd name="connsiteX7" fmla="*/ 79458 w 654894"/>
              <a:gd name="connsiteY7" fmla="*/ 235973 h 843768"/>
              <a:gd name="connsiteX8" fmla="*/ 66008 w 654894"/>
              <a:gd name="connsiteY8" fmla="*/ 205696 h 843768"/>
              <a:gd name="connsiteX9" fmla="*/ 49347 w 654894"/>
              <a:gd name="connsiteY9" fmla="*/ 170327 h 843768"/>
              <a:gd name="connsiteX10" fmla="*/ 97004 w 654894"/>
              <a:gd name="connsiteY10" fmla="*/ 22595 h 843768"/>
              <a:gd name="connsiteX11" fmla="*/ 176267 w 654894"/>
              <a:gd name="connsiteY11" fmla="*/ 57079 h 843768"/>
              <a:gd name="connsiteX12" fmla="*/ 293888 w 654894"/>
              <a:gd name="connsiteY12" fmla="*/ 120345 h 843768"/>
              <a:gd name="connsiteX13" fmla="*/ 400937 w 654894"/>
              <a:gd name="connsiteY13" fmla="*/ 189368 h 843768"/>
              <a:gd name="connsiteX14" fmla="*/ 551991 w 654894"/>
              <a:gd name="connsiteY14" fmla="*/ 309258 h 843768"/>
              <a:gd name="connsiteX15" fmla="*/ 646947 w 654894"/>
              <a:gd name="connsiteY15" fmla="*/ 408550 h 843768"/>
              <a:gd name="connsiteX16" fmla="*/ 542387 w 654894"/>
              <a:gd name="connsiteY16" fmla="*/ 432654 h 843768"/>
              <a:gd name="connsiteX17" fmla="*/ 489814 w 654894"/>
              <a:gd name="connsiteY17" fmla="*/ 606639 h 843768"/>
              <a:gd name="connsiteX18" fmla="*/ 555436 w 654894"/>
              <a:gd name="connsiteY18" fmla="*/ 730743 h 843768"/>
              <a:gd name="connsiteX19" fmla="*/ 646303 w 654894"/>
              <a:gd name="connsiteY19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894"/>
              <a:gd name="connsiteY0" fmla="*/ 829289 h 843768"/>
              <a:gd name="connsiteX1" fmla="*/ 509630 w 654894"/>
              <a:gd name="connsiteY1" fmla="*/ 809766 h 843768"/>
              <a:gd name="connsiteX2" fmla="*/ 416364 w 654894"/>
              <a:gd name="connsiteY2" fmla="*/ 804973 h 843768"/>
              <a:gd name="connsiteX3" fmla="*/ 343246 w 654894"/>
              <a:gd name="connsiteY3" fmla="*/ 803159 h 843768"/>
              <a:gd name="connsiteX4" fmla="*/ 277736 w 654894"/>
              <a:gd name="connsiteY4" fmla="*/ 791466 h 843768"/>
              <a:gd name="connsiteX5" fmla="*/ 231618 w 654894"/>
              <a:gd name="connsiteY5" fmla="*/ 733081 h 843768"/>
              <a:gd name="connsiteX6" fmla="*/ 200788 w 654894"/>
              <a:gd name="connsiteY6" fmla="*/ 688136 h 843768"/>
              <a:gd name="connsiteX7" fmla="*/ 129219 w 654894"/>
              <a:gd name="connsiteY7" fmla="*/ 443485 h 843768"/>
              <a:gd name="connsiteX8" fmla="*/ 79458 w 654894"/>
              <a:gd name="connsiteY8" fmla="*/ 235973 h 843768"/>
              <a:gd name="connsiteX9" fmla="*/ 66008 w 654894"/>
              <a:gd name="connsiteY9" fmla="*/ 205696 h 843768"/>
              <a:gd name="connsiteX10" fmla="*/ 49347 w 654894"/>
              <a:gd name="connsiteY10" fmla="*/ 170327 h 843768"/>
              <a:gd name="connsiteX11" fmla="*/ 97004 w 654894"/>
              <a:gd name="connsiteY11" fmla="*/ 22595 h 843768"/>
              <a:gd name="connsiteX12" fmla="*/ 176267 w 654894"/>
              <a:gd name="connsiteY12" fmla="*/ 57079 h 843768"/>
              <a:gd name="connsiteX13" fmla="*/ 293888 w 654894"/>
              <a:gd name="connsiteY13" fmla="*/ 120345 h 843768"/>
              <a:gd name="connsiteX14" fmla="*/ 400937 w 654894"/>
              <a:gd name="connsiteY14" fmla="*/ 189368 h 843768"/>
              <a:gd name="connsiteX15" fmla="*/ 551991 w 654894"/>
              <a:gd name="connsiteY15" fmla="*/ 309258 h 843768"/>
              <a:gd name="connsiteX16" fmla="*/ 646947 w 654894"/>
              <a:gd name="connsiteY16" fmla="*/ 408550 h 843768"/>
              <a:gd name="connsiteX17" fmla="*/ 542387 w 654894"/>
              <a:gd name="connsiteY17" fmla="*/ 432654 h 843768"/>
              <a:gd name="connsiteX18" fmla="*/ 489814 w 654894"/>
              <a:gd name="connsiteY18" fmla="*/ 606639 h 843768"/>
              <a:gd name="connsiteX19" fmla="*/ 555436 w 654894"/>
              <a:gd name="connsiteY19" fmla="*/ 730743 h 843768"/>
              <a:gd name="connsiteX20" fmla="*/ 646303 w 654894"/>
              <a:gd name="connsiteY20" fmla="*/ 829289 h 843768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43246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4335"/>
              <a:gd name="connsiteY0" fmla="*/ 829289 h 843710"/>
              <a:gd name="connsiteX1" fmla="*/ 509630 w 654335"/>
              <a:gd name="connsiteY1" fmla="*/ 809766 h 843710"/>
              <a:gd name="connsiteX2" fmla="*/ 415084 w 654335"/>
              <a:gd name="connsiteY2" fmla="*/ 797721 h 843710"/>
              <a:gd name="connsiteX3" fmla="*/ 329168 w 654335"/>
              <a:gd name="connsiteY3" fmla="*/ 803159 h 843710"/>
              <a:gd name="connsiteX4" fmla="*/ 277736 w 654335"/>
              <a:gd name="connsiteY4" fmla="*/ 791466 h 843710"/>
              <a:gd name="connsiteX5" fmla="*/ 231618 w 654335"/>
              <a:gd name="connsiteY5" fmla="*/ 733081 h 843710"/>
              <a:gd name="connsiteX6" fmla="*/ 200788 w 654335"/>
              <a:gd name="connsiteY6" fmla="*/ 688136 h 843710"/>
              <a:gd name="connsiteX7" fmla="*/ 129219 w 654335"/>
              <a:gd name="connsiteY7" fmla="*/ 443485 h 843710"/>
              <a:gd name="connsiteX8" fmla="*/ 79458 w 654335"/>
              <a:gd name="connsiteY8" fmla="*/ 235973 h 843710"/>
              <a:gd name="connsiteX9" fmla="*/ 66008 w 654335"/>
              <a:gd name="connsiteY9" fmla="*/ 205696 h 843710"/>
              <a:gd name="connsiteX10" fmla="*/ 49347 w 654335"/>
              <a:gd name="connsiteY10" fmla="*/ 170327 h 843710"/>
              <a:gd name="connsiteX11" fmla="*/ 97004 w 654335"/>
              <a:gd name="connsiteY11" fmla="*/ 22595 h 843710"/>
              <a:gd name="connsiteX12" fmla="*/ 176267 w 654335"/>
              <a:gd name="connsiteY12" fmla="*/ 57079 h 843710"/>
              <a:gd name="connsiteX13" fmla="*/ 293888 w 654335"/>
              <a:gd name="connsiteY13" fmla="*/ 120345 h 843710"/>
              <a:gd name="connsiteX14" fmla="*/ 400937 w 654335"/>
              <a:gd name="connsiteY14" fmla="*/ 189368 h 843710"/>
              <a:gd name="connsiteX15" fmla="*/ 551991 w 654335"/>
              <a:gd name="connsiteY15" fmla="*/ 309258 h 843710"/>
              <a:gd name="connsiteX16" fmla="*/ 646947 w 654335"/>
              <a:gd name="connsiteY16" fmla="*/ 408550 h 843710"/>
              <a:gd name="connsiteX17" fmla="*/ 542387 w 654335"/>
              <a:gd name="connsiteY17" fmla="*/ 432654 h 843710"/>
              <a:gd name="connsiteX18" fmla="*/ 489814 w 654335"/>
              <a:gd name="connsiteY18" fmla="*/ 606639 h 843710"/>
              <a:gd name="connsiteX19" fmla="*/ 555436 w 654335"/>
              <a:gd name="connsiteY19" fmla="*/ 730743 h 843710"/>
              <a:gd name="connsiteX20" fmla="*/ 646303 w 654335"/>
              <a:gd name="connsiteY20" fmla="*/ 829289 h 843710"/>
              <a:gd name="connsiteX0" fmla="*/ 646303 w 655086"/>
              <a:gd name="connsiteY0" fmla="*/ 829289 h 844012"/>
              <a:gd name="connsiteX1" fmla="*/ 524561 w 655086"/>
              <a:gd name="connsiteY1" fmla="*/ 811473 h 844012"/>
              <a:gd name="connsiteX2" fmla="*/ 415084 w 655086"/>
              <a:gd name="connsiteY2" fmla="*/ 797721 h 844012"/>
              <a:gd name="connsiteX3" fmla="*/ 329168 w 655086"/>
              <a:gd name="connsiteY3" fmla="*/ 803159 h 844012"/>
              <a:gd name="connsiteX4" fmla="*/ 277736 w 655086"/>
              <a:gd name="connsiteY4" fmla="*/ 791466 h 844012"/>
              <a:gd name="connsiteX5" fmla="*/ 231618 w 655086"/>
              <a:gd name="connsiteY5" fmla="*/ 733081 h 844012"/>
              <a:gd name="connsiteX6" fmla="*/ 200788 w 655086"/>
              <a:gd name="connsiteY6" fmla="*/ 688136 h 844012"/>
              <a:gd name="connsiteX7" fmla="*/ 129219 w 655086"/>
              <a:gd name="connsiteY7" fmla="*/ 443485 h 844012"/>
              <a:gd name="connsiteX8" fmla="*/ 79458 w 655086"/>
              <a:gd name="connsiteY8" fmla="*/ 235973 h 844012"/>
              <a:gd name="connsiteX9" fmla="*/ 66008 w 655086"/>
              <a:gd name="connsiteY9" fmla="*/ 205696 h 844012"/>
              <a:gd name="connsiteX10" fmla="*/ 49347 w 655086"/>
              <a:gd name="connsiteY10" fmla="*/ 170327 h 844012"/>
              <a:gd name="connsiteX11" fmla="*/ 97004 w 655086"/>
              <a:gd name="connsiteY11" fmla="*/ 22595 h 844012"/>
              <a:gd name="connsiteX12" fmla="*/ 176267 w 655086"/>
              <a:gd name="connsiteY12" fmla="*/ 57079 h 844012"/>
              <a:gd name="connsiteX13" fmla="*/ 293888 w 655086"/>
              <a:gd name="connsiteY13" fmla="*/ 120345 h 844012"/>
              <a:gd name="connsiteX14" fmla="*/ 400937 w 655086"/>
              <a:gd name="connsiteY14" fmla="*/ 189368 h 844012"/>
              <a:gd name="connsiteX15" fmla="*/ 551991 w 655086"/>
              <a:gd name="connsiteY15" fmla="*/ 309258 h 844012"/>
              <a:gd name="connsiteX16" fmla="*/ 646947 w 655086"/>
              <a:gd name="connsiteY16" fmla="*/ 408550 h 844012"/>
              <a:gd name="connsiteX17" fmla="*/ 542387 w 655086"/>
              <a:gd name="connsiteY17" fmla="*/ 432654 h 844012"/>
              <a:gd name="connsiteX18" fmla="*/ 489814 w 655086"/>
              <a:gd name="connsiteY18" fmla="*/ 606639 h 844012"/>
              <a:gd name="connsiteX19" fmla="*/ 555436 w 655086"/>
              <a:gd name="connsiteY19" fmla="*/ 730743 h 844012"/>
              <a:gd name="connsiteX20" fmla="*/ 646303 w 655086"/>
              <a:gd name="connsiteY20" fmla="*/ 829289 h 844012"/>
              <a:gd name="connsiteX0" fmla="*/ 646303 w 655086"/>
              <a:gd name="connsiteY0" fmla="*/ 829289 h 843978"/>
              <a:gd name="connsiteX1" fmla="*/ 524561 w 655086"/>
              <a:gd name="connsiteY1" fmla="*/ 811473 h 843978"/>
              <a:gd name="connsiteX2" fmla="*/ 415084 w 655086"/>
              <a:gd name="connsiteY2" fmla="*/ 799001 h 843978"/>
              <a:gd name="connsiteX3" fmla="*/ 329168 w 655086"/>
              <a:gd name="connsiteY3" fmla="*/ 803159 h 843978"/>
              <a:gd name="connsiteX4" fmla="*/ 277736 w 655086"/>
              <a:gd name="connsiteY4" fmla="*/ 791466 h 843978"/>
              <a:gd name="connsiteX5" fmla="*/ 231618 w 655086"/>
              <a:gd name="connsiteY5" fmla="*/ 733081 h 843978"/>
              <a:gd name="connsiteX6" fmla="*/ 200788 w 655086"/>
              <a:gd name="connsiteY6" fmla="*/ 688136 h 843978"/>
              <a:gd name="connsiteX7" fmla="*/ 129219 w 655086"/>
              <a:gd name="connsiteY7" fmla="*/ 443485 h 843978"/>
              <a:gd name="connsiteX8" fmla="*/ 79458 w 655086"/>
              <a:gd name="connsiteY8" fmla="*/ 235973 h 843978"/>
              <a:gd name="connsiteX9" fmla="*/ 66008 w 655086"/>
              <a:gd name="connsiteY9" fmla="*/ 205696 h 843978"/>
              <a:gd name="connsiteX10" fmla="*/ 49347 w 655086"/>
              <a:gd name="connsiteY10" fmla="*/ 170327 h 843978"/>
              <a:gd name="connsiteX11" fmla="*/ 97004 w 655086"/>
              <a:gd name="connsiteY11" fmla="*/ 22595 h 843978"/>
              <a:gd name="connsiteX12" fmla="*/ 176267 w 655086"/>
              <a:gd name="connsiteY12" fmla="*/ 57079 h 843978"/>
              <a:gd name="connsiteX13" fmla="*/ 293888 w 655086"/>
              <a:gd name="connsiteY13" fmla="*/ 120345 h 843978"/>
              <a:gd name="connsiteX14" fmla="*/ 400937 w 655086"/>
              <a:gd name="connsiteY14" fmla="*/ 189368 h 843978"/>
              <a:gd name="connsiteX15" fmla="*/ 551991 w 655086"/>
              <a:gd name="connsiteY15" fmla="*/ 309258 h 843978"/>
              <a:gd name="connsiteX16" fmla="*/ 646947 w 655086"/>
              <a:gd name="connsiteY16" fmla="*/ 408550 h 843978"/>
              <a:gd name="connsiteX17" fmla="*/ 542387 w 655086"/>
              <a:gd name="connsiteY17" fmla="*/ 432654 h 843978"/>
              <a:gd name="connsiteX18" fmla="*/ 489814 w 655086"/>
              <a:gd name="connsiteY18" fmla="*/ 606639 h 843978"/>
              <a:gd name="connsiteX19" fmla="*/ 555436 w 655086"/>
              <a:gd name="connsiteY19" fmla="*/ 730743 h 843978"/>
              <a:gd name="connsiteX20" fmla="*/ 646303 w 655086"/>
              <a:gd name="connsiteY20" fmla="*/ 829289 h 843978"/>
              <a:gd name="connsiteX0" fmla="*/ 646303 w 655086"/>
              <a:gd name="connsiteY0" fmla="*/ 829289 h 843921"/>
              <a:gd name="connsiteX1" fmla="*/ 524561 w 655086"/>
              <a:gd name="connsiteY1" fmla="*/ 811473 h 843921"/>
              <a:gd name="connsiteX2" fmla="*/ 415084 w 655086"/>
              <a:gd name="connsiteY2" fmla="*/ 801134 h 843921"/>
              <a:gd name="connsiteX3" fmla="*/ 329168 w 655086"/>
              <a:gd name="connsiteY3" fmla="*/ 803159 h 843921"/>
              <a:gd name="connsiteX4" fmla="*/ 277736 w 655086"/>
              <a:gd name="connsiteY4" fmla="*/ 791466 h 843921"/>
              <a:gd name="connsiteX5" fmla="*/ 231618 w 655086"/>
              <a:gd name="connsiteY5" fmla="*/ 733081 h 843921"/>
              <a:gd name="connsiteX6" fmla="*/ 200788 w 655086"/>
              <a:gd name="connsiteY6" fmla="*/ 688136 h 843921"/>
              <a:gd name="connsiteX7" fmla="*/ 129219 w 655086"/>
              <a:gd name="connsiteY7" fmla="*/ 443485 h 843921"/>
              <a:gd name="connsiteX8" fmla="*/ 79458 w 655086"/>
              <a:gd name="connsiteY8" fmla="*/ 235973 h 843921"/>
              <a:gd name="connsiteX9" fmla="*/ 66008 w 655086"/>
              <a:gd name="connsiteY9" fmla="*/ 205696 h 843921"/>
              <a:gd name="connsiteX10" fmla="*/ 49347 w 655086"/>
              <a:gd name="connsiteY10" fmla="*/ 170327 h 843921"/>
              <a:gd name="connsiteX11" fmla="*/ 97004 w 655086"/>
              <a:gd name="connsiteY11" fmla="*/ 22595 h 843921"/>
              <a:gd name="connsiteX12" fmla="*/ 176267 w 655086"/>
              <a:gd name="connsiteY12" fmla="*/ 57079 h 843921"/>
              <a:gd name="connsiteX13" fmla="*/ 293888 w 655086"/>
              <a:gd name="connsiteY13" fmla="*/ 120345 h 843921"/>
              <a:gd name="connsiteX14" fmla="*/ 400937 w 655086"/>
              <a:gd name="connsiteY14" fmla="*/ 189368 h 843921"/>
              <a:gd name="connsiteX15" fmla="*/ 551991 w 655086"/>
              <a:gd name="connsiteY15" fmla="*/ 309258 h 843921"/>
              <a:gd name="connsiteX16" fmla="*/ 646947 w 655086"/>
              <a:gd name="connsiteY16" fmla="*/ 408550 h 843921"/>
              <a:gd name="connsiteX17" fmla="*/ 542387 w 655086"/>
              <a:gd name="connsiteY17" fmla="*/ 432654 h 843921"/>
              <a:gd name="connsiteX18" fmla="*/ 489814 w 655086"/>
              <a:gd name="connsiteY18" fmla="*/ 606639 h 843921"/>
              <a:gd name="connsiteX19" fmla="*/ 555436 w 655086"/>
              <a:gd name="connsiteY19" fmla="*/ 730743 h 843921"/>
              <a:gd name="connsiteX20" fmla="*/ 646303 w 655086"/>
              <a:gd name="connsiteY20" fmla="*/ 829289 h 843921"/>
              <a:gd name="connsiteX0" fmla="*/ 646303 w 655408"/>
              <a:gd name="connsiteY0" fmla="*/ 829289 h 844197"/>
              <a:gd name="connsiteX1" fmla="*/ 524561 w 655408"/>
              <a:gd name="connsiteY1" fmla="*/ 811473 h 844197"/>
              <a:gd name="connsiteX2" fmla="*/ 415084 w 655408"/>
              <a:gd name="connsiteY2" fmla="*/ 801134 h 844197"/>
              <a:gd name="connsiteX3" fmla="*/ 329168 w 655408"/>
              <a:gd name="connsiteY3" fmla="*/ 803159 h 844197"/>
              <a:gd name="connsiteX4" fmla="*/ 277736 w 655408"/>
              <a:gd name="connsiteY4" fmla="*/ 791466 h 844197"/>
              <a:gd name="connsiteX5" fmla="*/ 231618 w 655408"/>
              <a:gd name="connsiteY5" fmla="*/ 733081 h 844197"/>
              <a:gd name="connsiteX6" fmla="*/ 200788 w 655408"/>
              <a:gd name="connsiteY6" fmla="*/ 688136 h 844197"/>
              <a:gd name="connsiteX7" fmla="*/ 129219 w 655408"/>
              <a:gd name="connsiteY7" fmla="*/ 443485 h 844197"/>
              <a:gd name="connsiteX8" fmla="*/ 79458 w 655408"/>
              <a:gd name="connsiteY8" fmla="*/ 235973 h 844197"/>
              <a:gd name="connsiteX9" fmla="*/ 66008 w 655408"/>
              <a:gd name="connsiteY9" fmla="*/ 205696 h 844197"/>
              <a:gd name="connsiteX10" fmla="*/ 49347 w 655408"/>
              <a:gd name="connsiteY10" fmla="*/ 170327 h 844197"/>
              <a:gd name="connsiteX11" fmla="*/ 97004 w 655408"/>
              <a:gd name="connsiteY11" fmla="*/ 22595 h 844197"/>
              <a:gd name="connsiteX12" fmla="*/ 176267 w 655408"/>
              <a:gd name="connsiteY12" fmla="*/ 57079 h 844197"/>
              <a:gd name="connsiteX13" fmla="*/ 293888 w 655408"/>
              <a:gd name="connsiteY13" fmla="*/ 120345 h 844197"/>
              <a:gd name="connsiteX14" fmla="*/ 400937 w 655408"/>
              <a:gd name="connsiteY14" fmla="*/ 189368 h 844197"/>
              <a:gd name="connsiteX15" fmla="*/ 551991 w 655408"/>
              <a:gd name="connsiteY15" fmla="*/ 309258 h 844197"/>
              <a:gd name="connsiteX16" fmla="*/ 646947 w 655408"/>
              <a:gd name="connsiteY16" fmla="*/ 408550 h 844197"/>
              <a:gd name="connsiteX17" fmla="*/ 542387 w 655408"/>
              <a:gd name="connsiteY17" fmla="*/ 432654 h 844197"/>
              <a:gd name="connsiteX18" fmla="*/ 489814 w 655408"/>
              <a:gd name="connsiteY18" fmla="*/ 606639 h 844197"/>
              <a:gd name="connsiteX19" fmla="*/ 555436 w 655408"/>
              <a:gd name="connsiteY19" fmla="*/ 730743 h 844197"/>
              <a:gd name="connsiteX20" fmla="*/ 646303 w 655408"/>
              <a:gd name="connsiteY20" fmla="*/ 829289 h 844197"/>
              <a:gd name="connsiteX0" fmla="*/ 646303 w 656532"/>
              <a:gd name="connsiteY0" fmla="*/ 829289 h 845207"/>
              <a:gd name="connsiteX1" fmla="*/ 541625 w 656532"/>
              <a:gd name="connsiteY1" fmla="*/ 816592 h 845207"/>
              <a:gd name="connsiteX2" fmla="*/ 415084 w 656532"/>
              <a:gd name="connsiteY2" fmla="*/ 801134 h 845207"/>
              <a:gd name="connsiteX3" fmla="*/ 329168 w 656532"/>
              <a:gd name="connsiteY3" fmla="*/ 803159 h 845207"/>
              <a:gd name="connsiteX4" fmla="*/ 277736 w 656532"/>
              <a:gd name="connsiteY4" fmla="*/ 791466 h 845207"/>
              <a:gd name="connsiteX5" fmla="*/ 231618 w 656532"/>
              <a:gd name="connsiteY5" fmla="*/ 733081 h 845207"/>
              <a:gd name="connsiteX6" fmla="*/ 200788 w 656532"/>
              <a:gd name="connsiteY6" fmla="*/ 688136 h 845207"/>
              <a:gd name="connsiteX7" fmla="*/ 129219 w 656532"/>
              <a:gd name="connsiteY7" fmla="*/ 443485 h 845207"/>
              <a:gd name="connsiteX8" fmla="*/ 79458 w 656532"/>
              <a:gd name="connsiteY8" fmla="*/ 235973 h 845207"/>
              <a:gd name="connsiteX9" fmla="*/ 66008 w 656532"/>
              <a:gd name="connsiteY9" fmla="*/ 205696 h 845207"/>
              <a:gd name="connsiteX10" fmla="*/ 49347 w 656532"/>
              <a:gd name="connsiteY10" fmla="*/ 170327 h 845207"/>
              <a:gd name="connsiteX11" fmla="*/ 97004 w 656532"/>
              <a:gd name="connsiteY11" fmla="*/ 22595 h 845207"/>
              <a:gd name="connsiteX12" fmla="*/ 176267 w 656532"/>
              <a:gd name="connsiteY12" fmla="*/ 57079 h 845207"/>
              <a:gd name="connsiteX13" fmla="*/ 293888 w 656532"/>
              <a:gd name="connsiteY13" fmla="*/ 120345 h 845207"/>
              <a:gd name="connsiteX14" fmla="*/ 400937 w 656532"/>
              <a:gd name="connsiteY14" fmla="*/ 189368 h 845207"/>
              <a:gd name="connsiteX15" fmla="*/ 551991 w 656532"/>
              <a:gd name="connsiteY15" fmla="*/ 309258 h 845207"/>
              <a:gd name="connsiteX16" fmla="*/ 646947 w 656532"/>
              <a:gd name="connsiteY16" fmla="*/ 408550 h 845207"/>
              <a:gd name="connsiteX17" fmla="*/ 542387 w 656532"/>
              <a:gd name="connsiteY17" fmla="*/ 432654 h 845207"/>
              <a:gd name="connsiteX18" fmla="*/ 489814 w 656532"/>
              <a:gd name="connsiteY18" fmla="*/ 606639 h 845207"/>
              <a:gd name="connsiteX19" fmla="*/ 555436 w 656532"/>
              <a:gd name="connsiteY19" fmla="*/ 730743 h 845207"/>
              <a:gd name="connsiteX20" fmla="*/ 646303 w 656532"/>
              <a:gd name="connsiteY20" fmla="*/ 829289 h 845207"/>
              <a:gd name="connsiteX0" fmla="*/ 646303 w 656175"/>
              <a:gd name="connsiteY0" fmla="*/ 829289 h 844859"/>
              <a:gd name="connsiteX1" fmla="*/ 541625 w 656175"/>
              <a:gd name="connsiteY1" fmla="*/ 816592 h 844859"/>
              <a:gd name="connsiteX2" fmla="*/ 411244 w 656175"/>
              <a:gd name="connsiteY2" fmla="*/ 802414 h 844859"/>
              <a:gd name="connsiteX3" fmla="*/ 329168 w 656175"/>
              <a:gd name="connsiteY3" fmla="*/ 803159 h 844859"/>
              <a:gd name="connsiteX4" fmla="*/ 277736 w 656175"/>
              <a:gd name="connsiteY4" fmla="*/ 791466 h 844859"/>
              <a:gd name="connsiteX5" fmla="*/ 231618 w 656175"/>
              <a:gd name="connsiteY5" fmla="*/ 733081 h 844859"/>
              <a:gd name="connsiteX6" fmla="*/ 200788 w 656175"/>
              <a:gd name="connsiteY6" fmla="*/ 688136 h 844859"/>
              <a:gd name="connsiteX7" fmla="*/ 129219 w 656175"/>
              <a:gd name="connsiteY7" fmla="*/ 443485 h 844859"/>
              <a:gd name="connsiteX8" fmla="*/ 79458 w 656175"/>
              <a:gd name="connsiteY8" fmla="*/ 235973 h 844859"/>
              <a:gd name="connsiteX9" fmla="*/ 66008 w 656175"/>
              <a:gd name="connsiteY9" fmla="*/ 205696 h 844859"/>
              <a:gd name="connsiteX10" fmla="*/ 49347 w 656175"/>
              <a:gd name="connsiteY10" fmla="*/ 170327 h 844859"/>
              <a:gd name="connsiteX11" fmla="*/ 97004 w 656175"/>
              <a:gd name="connsiteY11" fmla="*/ 22595 h 844859"/>
              <a:gd name="connsiteX12" fmla="*/ 176267 w 656175"/>
              <a:gd name="connsiteY12" fmla="*/ 57079 h 844859"/>
              <a:gd name="connsiteX13" fmla="*/ 293888 w 656175"/>
              <a:gd name="connsiteY13" fmla="*/ 120345 h 844859"/>
              <a:gd name="connsiteX14" fmla="*/ 400937 w 656175"/>
              <a:gd name="connsiteY14" fmla="*/ 189368 h 844859"/>
              <a:gd name="connsiteX15" fmla="*/ 551991 w 656175"/>
              <a:gd name="connsiteY15" fmla="*/ 309258 h 844859"/>
              <a:gd name="connsiteX16" fmla="*/ 646947 w 656175"/>
              <a:gd name="connsiteY16" fmla="*/ 408550 h 844859"/>
              <a:gd name="connsiteX17" fmla="*/ 542387 w 656175"/>
              <a:gd name="connsiteY17" fmla="*/ 432654 h 844859"/>
              <a:gd name="connsiteX18" fmla="*/ 489814 w 656175"/>
              <a:gd name="connsiteY18" fmla="*/ 606639 h 844859"/>
              <a:gd name="connsiteX19" fmla="*/ 555436 w 656175"/>
              <a:gd name="connsiteY19" fmla="*/ 730743 h 844859"/>
              <a:gd name="connsiteX20" fmla="*/ 646303 w 656175"/>
              <a:gd name="connsiteY20" fmla="*/ 829289 h 844859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5580"/>
              <a:gd name="connsiteX1" fmla="*/ 545038 w 656416"/>
              <a:gd name="connsiteY1" fmla="*/ 820005 h 845580"/>
              <a:gd name="connsiteX2" fmla="*/ 411244 w 656416"/>
              <a:gd name="connsiteY2" fmla="*/ 802414 h 845580"/>
              <a:gd name="connsiteX3" fmla="*/ 329168 w 656416"/>
              <a:gd name="connsiteY3" fmla="*/ 803159 h 845580"/>
              <a:gd name="connsiteX4" fmla="*/ 277736 w 656416"/>
              <a:gd name="connsiteY4" fmla="*/ 791466 h 845580"/>
              <a:gd name="connsiteX5" fmla="*/ 231618 w 656416"/>
              <a:gd name="connsiteY5" fmla="*/ 733081 h 845580"/>
              <a:gd name="connsiteX6" fmla="*/ 200788 w 656416"/>
              <a:gd name="connsiteY6" fmla="*/ 688136 h 845580"/>
              <a:gd name="connsiteX7" fmla="*/ 129219 w 656416"/>
              <a:gd name="connsiteY7" fmla="*/ 443485 h 845580"/>
              <a:gd name="connsiteX8" fmla="*/ 79458 w 656416"/>
              <a:gd name="connsiteY8" fmla="*/ 235973 h 845580"/>
              <a:gd name="connsiteX9" fmla="*/ 66008 w 656416"/>
              <a:gd name="connsiteY9" fmla="*/ 205696 h 845580"/>
              <a:gd name="connsiteX10" fmla="*/ 49347 w 656416"/>
              <a:gd name="connsiteY10" fmla="*/ 170327 h 845580"/>
              <a:gd name="connsiteX11" fmla="*/ 97004 w 656416"/>
              <a:gd name="connsiteY11" fmla="*/ 22595 h 845580"/>
              <a:gd name="connsiteX12" fmla="*/ 176267 w 656416"/>
              <a:gd name="connsiteY12" fmla="*/ 57079 h 845580"/>
              <a:gd name="connsiteX13" fmla="*/ 293888 w 656416"/>
              <a:gd name="connsiteY13" fmla="*/ 120345 h 845580"/>
              <a:gd name="connsiteX14" fmla="*/ 400937 w 656416"/>
              <a:gd name="connsiteY14" fmla="*/ 189368 h 845580"/>
              <a:gd name="connsiteX15" fmla="*/ 551991 w 656416"/>
              <a:gd name="connsiteY15" fmla="*/ 309258 h 845580"/>
              <a:gd name="connsiteX16" fmla="*/ 646947 w 656416"/>
              <a:gd name="connsiteY16" fmla="*/ 408550 h 845580"/>
              <a:gd name="connsiteX17" fmla="*/ 542387 w 656416"/>
              <a:gd name="connsiteY17" fmla="*/ 432654 h 845580"/>
              <a:gd name="connsiteX18" fmla="*/ 489814 w 656416"/>
              <a:gd name="connsiteY18" fmla="*/ 606639 h 845580"/>
              <a:gd name="connsiteX19" fmla="*/ 555436 w 656416"/>
              <a:gd name="connsiteY19" fmla="*/ 730743 h 845580"/>
              <a:gd name="connsiteX20" fmla="*/ 646303 w 656416"/>
              <a:gd name="connsiteY20" fmla="*/ 829289 h 845580"/>
              <a:gd name="connsiteX0" fmla="*/ 646303 w 656416"/>
              <a:gd name="connsiteY0" fmla="*/ 829289 h 846614"/>
              <a:gd name="connsiteX1" fmla="*/ 545038 w 656416"/>
              <a:gd name="connsiteY1" fmla="*/ 820005 h 846614"/>
              <a:gd name="connsiteX2" fmla="*/ 411244 w 656416"/>
              <a:gd name="connsiteY2" fmla="*/ 802414 h 846614"/>
              <a:gd name="connsiteX3" fmla="*/ 329168 w 656416"/>
              <a:gd name="connsiteY3" fmla="*/ 803159 h 846614"/>
              <a:gd name="connsiteX4" fmla="*/ 277736 w 656416"/>
              <a:gd name="connsiteY4" fmla="*/ 791466 h 846614"/>
              <a:gd name="connsiteX5" fmla="*/ 231618 w 656416"/>
              <a:gd name="connsiteY5" fmla="*/ 733081 h 846614"/>
              <a:gd name="connsiteX6" fmla="*/ 200788 w 656416"/>
              <a:gd name="connsiteY6" fmla="*/ 688136 h 846614"/>
              <a:gd name="connsiteX7" fmla="*/ 129219 w 656416"/>
              <a:gd name="connsiteY7" fmla="*/ 443485 h 846614"/>
              <a:gd name="connsiteX8" fmla="*/ 79458 w 656416"/>
              <a:gd name="connsiteY8" fmla="*/ 235973 h 846614"/>
              <a:gd name="connsiteX9" fmla="*/ 66008 w 656416"/>
              <a:gd name="connsiteY9" fmla="*/ 205696 h 846614"/>
              <a:gd name="connsiteX10" fmla="*/ 49347 w 656416"/>
              <a:gd name="connsiteY10" fmla="*/ 170327 h 846614"/>
              <a:gd name="connsiteX11" fmla="*/ 97004 w 656416"/>
              <a:gd name="connsiteY11" fmla="*/ 22595 h 846614"/>
              <a:gd name="connsiteX12" fmla="*/ 176267 w 656416"/>
              <a:gd name="connsiteY12" fmla="*/ 57079 h 846614"/>
              <a:gd name="connsiteX13" fmla="*/ 293888 w 656416"/>
              <a:gd name="connsiteY13" fmla="*/ 120345 h 846614"/>
              <a:gd name="connsiteX14" fmla="*/ 400937 w 656416"/>
              <a:gd name="connsiteY14" fmla="*/ 189368 h 846614"/>
              <a:gd name="connsiteX15" fmla="*/ 551991 w 656416"/>
              <a:gd name="connsiteY15" fmla="*/ 309258 h 846614"/>
              <a:gd name="connsiteX16" fmla="*/ 646947 w 656416"/>
              <a:gd name="connsiteY16" fmla="*/ 408550 h 846614"/>
              <a:gd name="connsiteX17" fmla="*/ 542387 w 656416"/>
              <a:gd name="connsiteY17" fmla="*/ 432654 h 846614"/>
              <a:gd name="connsiteX18" fmla="*/ 489814 w 656416"/>
              <a:gd name="connsiteY18" fmla="*/ 606639 h 846614"/>
              <a:gd name="connsiteX19" fmla="*/ 555436 w 656416"/>
              <a:gd name="connsiteY19" fmla="*/ 730743 h 846614"/>
              <a:gd name="connsiteX20" fmla="*/ 646303 w 656416"/>
              <a:gd name="connsiteY20" fmla="*/ 829289 h 846614"/>
              <a:gd name="connsiteX0" fmla="*/ 646303 w 656683"/>
              <a:gd name="connsiteY0" fmla="*/ 829289 h 846614"/>
              <a:gd name="connsiteX1" fmla="*/ 545038 w 656683"/>
              <a:gd name="connsiteY1" fmla="*/ 820005 h 846614"/>
              <a:gd name="connsiteX2" fmla="*/ 411244 w 656683"/>
              <a:gd name="connsiteY2" fmla="*/ 802414 h 846614"/>
              <a:gd name="connsiteX3" fmla="*/ 329168 w 656683"/>
              <a:gd name="connsiteY3" fmla="*/ 803159 h 846614"/>
              <a:gd name="connsiteX4" fmla="*/ 277736 w 656683"/>
              <a:gd name="connsiteY4" fmla="*/ 791466 h 846614"/>
              <a:gd name="connsiteX5" fmla="*/ 231618 w 656683"/>
              <a:gd name="connsiteY5" fmla="*/ 733081 h 846614"/>
              <a:gd name="connsiteX6" fmla="*/ 200788 w 656683"/>
              <a:gd name="connsiteY6" fmla="*/ 688136 h 846614"/>
              <a:gd name="connsiteX7" fmla="*/ 129219 w 656683"/>
              <a:gd name="connsiteY7" fmla="*/ 443485 h 846614"/>
              <a:gd name="connsiteX8" fmla="*/ 79458 w 656683"/>
              <a:gd name="connsiteY8" fmla="*/ 235973 h 846614"/>
              <a:gd name="connsiteX9" fmla="*/ 66008 w 656683"/>
              <a:gd name="connsiteY9" fmla="*/ 205696 h 846614"/>
              <a:gd name="connsiteX10" fmla="*/ 49347 w 656683"/>
              <a:gd name="connsiteY10" fmla="*/ 170327 h 846614"/>
              <a:gd name="connsiteX11" fmla="*/ 97004 w 656683"/>
              <a:gd name="connsiteY11" fmla="*/ 22595 h 846614"/>
              <a:gd name="connsiteX12" fmla="*/ 176267 w 656683"/>
              <a:gd name="connsiteY12" fmla="*/ 57079 h 846614"/>
              <a:gd name="connsiteX13" fmla="*/ 293888 w 656683"/>
              <a:gd name="connsiteY13" fmla="*/ 120345 h 846614"/>
              <a:gd name="connsiteX14" fmla="*/ 400937 w 656683"/>
              <a:gd name="connsiteY14" fmla="*/ 189368 h 846614"/>
              <a:gd name="connsiteX15" fmla="*/ 551991 w 656683"/>
              <a:gd name="connsiteY15" fmla="*/ 309258 h 846614"/>
              <a:gd name="connsiteX16" fmla="*/ 646947 w 656683"/>
              <a:gd name="connsiteY16" fmla="*/ 408550 h 846614"/>
              <a:gd name="connsiteX17" fmla="*/ 542387 w 656683"/>
              <a:gd name="connsiteY17" fmla="*/ 432654 h 846614"/>
              <a:gd name="connsiteX18" fmla="*/ 489814 w 656683"/>
              <a:gd name="connsiteY18" fmla="*/ 606639 h 846614"/>
              <a:gd name="connsiteX19" fmla="*/ 555436 w 656683"/>
              <a:gd name="connsiteY19" fmla="*/ 730743 h 846614"/>
              <a:gd name="connsiteX20" fmla="*/ 646303 w 656683"/>
              <a:gd name="connsiteY20" fmla="*/ 829289 h 846614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31618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200788 w 659396"/>
              <a:gd name="connsiteY6" fmla="*/ 688136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9059 w 659396"/>
              <a:gd name="connsiteY5" fmla="*/ 733081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20101 w 659396"/>
              <a:gd name="connsiteY5" fmla="*/ 737347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77736 w 659396"/>
              <a:gd name="connsiteY4" fmla="*/ 791466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62821 w 659396"/>
              <a:gd name="connsiteY6" fmla="*/ 607935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9219 w 659396"/>
              <a:gd name="connsiteY7" fmla="*/ 443485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4129 w 659396"/>
              <a:gd name="connsiteY5" fmla="*/ 706205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40211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79458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46303 w 659396"/>
              <a:gd name="connsiteY0" fmla="*/ 829289 h 848878"/>
              <a:gd name="connsiteX1" fmla="*/ 545038 w 659396"/>
              <a:gd name="connsiteY1" fmla="*/ 820005 h 848878"/>
              <a:gd name="connsiteX2" fmla="*/ 411244 w 659396"/>
              <a:gd name="connsiteY2" fmla="*/ 802414 h 848878"/>
              <a:gd name="connsiteX3" fmla="*/ 329168 w 659396"/>
              <a:gd name="connsiteY3" fmla="*/ 803159 h 848878"/>
              <a:gd name="connsiteX4" fmla="*/ 261099 w 659396"/>
              <a:gd name="connsiteY4" fmla="*/ 777388 h 848878"/>
              <a:gd name="connsiteX5" fmla="*/ 213276 w 659396"/>
              <a:gd name="connsiteY5" fmla="*/ 710044 h 848878"/>
              <a:gd name="connsiteX6" fmla="*/ 135092 w 659396"/>
              <a:gd name="connsiteY6" fmla="*/ 584472 h 848878"/>
              <a:gd name="connsiteX7" fmla="*/ 121113 w 659396"/>
              <a:gd name="connsiteY7" fmla="*/ 415329 h 848878"/>
              <a:gd name="connsiteX8" fmla="*/ 82444 w 659396"/>
              <a:gd name="connsiteY8" fmla="*/ 235973 h 848878"/>
              <a:gd name="connsiteX9" fmla="*/ 66008 w 659396"/>
              <a:gd name="connsiteY9" fmla="*/ 205696 h 848878"/>
              <a:gd name="connsiteX10" fmla="*/ 49347 w 659396"/>
              <a:gd name="connsiteY10" fmla="*/ 170327 h 848878"/>
              <a:gd name="connsiteX11" fmla="*/ 97004 w 659396"/>
              <a:gd name="connsiteY11" fmla="*/ 22595 h 848878"/>
              <a:gd name="connsiteX12" fmla="*/ 176267 w 659396"/>
              <a:gd name="connsiteY12" fmla="*/ 57079 h 848878"/>
              <a:gd name="connsiteX13" fmla="*/ 293888 w 659396"/>
              <a:gd name="connsiteY13" fmla="*/ 120345 h 848878"/>
              <a:gd name="connsiteX14" fmla="*/ 400937 w 659396"/>
              <a:gd name="connsiteY14" fmla="*/ 189368 h 848878"/>
              <a:gd name="connsiteX15" fmla="*/ 551991 w 659396"/>
              <a:gd name="connsiteY15" fmla="*/ 309258 h 848878"/>
              <a:gd name="connsiteX16" fmla="*/ 646947 w 659396"/>
              <a:gd name="connsiteY16" fmla="*/ 408550 h 848878"/>
              <a:gd name="connsiteX17" fmla="*/ 542387 w 659396"/>
              <a:gd name="connsiteY17" fmla="*/ 432654 h 848878"/>
              <a:gd name="connsiteX18" fmla="*/ 489814 w 659396"/>
              <a:gd name="connsiteY18" fmla="*/ 606639 h 848878"/>
              <a:gd name="connsiteX19" fmla="*/ 555436 w 659396"/>
              <a:gd name="connsiteY19" fmla="*/ 730743 h 848878"/>
              <a:gd name="connsiteX20" fmla="*/ 646303 w 659396"/>
              <a:gd name="connsiteY20" fmla="*/ 829289 h 848878"/>
              <a:gd name="connsiteX0" fmla="*/ 651433 w 664526"/>
              <a:gd name="connsiteY0" fmla="*/ 830578 h 850167"/>
              <a:gd name="connsiteX1" fmla="*/ 550168 w 664526"/>
              <a:gd name="connsiteY1" fmla="*/ 821294 h 850167"/>
              <a:gd name="connsiteX2" fmla="*/ 416374 w 664526"/>
              <a:gd name="connsiteY2" fmla="*/ 803703 h 850167"/>
              <a:gd name="connsiteX3" fmla="*/ 334298 w 664526"/>
              <a:gd name="connsiteY3" fmla="*/ 804448 h 850167"/>
              <a:gd name="connsiteX4" fmla="*/ 266229 w 664526"/>
              <a:gd name="connsiteY4" fmla="*/ 778677 h 850167"/>
              <a:gd name="connsiteX5" fmla="*/ 218406 w 664526"/>
              <a:gd name="connsiteY5" fmla="*/ 711333 h 850167"/>
              <a:gd name="connsiteX6" fmla="*/ 140222 w 664526"/>
              <a:gd name="connsiteY6" fmla="*/ 585761 h 850167"/>
              <a:gd name="connsiteX7" fmla="*/ 126243 w 664526"/>
              <a:gd name="connsiteY7" fmla="*/ 416618 h 850167"/>
              <a:gd name="connsiteX8" fmla="*/ 87574 w 664526"/>
              <a:gd name="connsiteY8" fmla="*/ 237262 h 850167"/>
              <a:gd name="connsiteX9" fmla="*/ 71138 w 664526"/>
              <a:gd name="connsiteY9" fmla="*/ 206985 h 850167"/>
              <a:gd name="connsiteX10" fmla="*/ 54477 w 664526"/>
              <a:gd name="connsiteY10" fmla="*/ 171616 h 850167"/>
              <a:gd name="connsiteX11" fmla="*/ 102134 w 664526"/>
              <a:gd name="connsiteY11" fmla="*/ 23884 h 850167"/>
              <a:gd name="connsiteX12" fmla="*/ 181397 w 664526"/>
              <a:gd name="connsiteY12" fmla="*/ 58368 h 850167"/>
              <a:gd name="connsiteX13" fmla="*/ 299018 w 664526"/>
              <a:gd name="connsiteY13" fmla="*/ 121634 h 850167"/>
              <a:gd name="connsiteX14" fmla="*/ 406067 w 664526"/>
              <a:gd name="connsiteY14" fmla="*/ 190657 h 850167"/>
              <a:gd name="connsiteX15" fmla="*/ 557121 w 664526"/>
              <a:gd name="connsiteY15" fmla="*/ 310547 h 850167"/>
              <a:gd name="connsiteX16" fmla="*/ 652077 w 664526"/>
              <a:gd name="connsiteY16" fmla="*/ 409839 h 850167"/>
              <a:gd name="connsiteX17" fmla="*/ 547517 w 664526"/>
              <a:gd name="connsiteY17" fmla="*/ 433943 h 850167"/>
              <a:gd name="connsiteX18" fmla="*/ 494944 w 664526"/>
              <a:gd name="connsiteY18" fmla="*/ 607928 h 850167"/>
              <a:gd name="connsiteX19" fmla="*/ 560566 w 664526"/>
              <a:gd name="connsiteY19" fmla="*/ 732032 h 850167"/>
              <a:gd name="connsiteX20" fmla="*/ 651433 w 664526"/>
              <a:gd name="connsiteY20" fmla="*/ 830578 h 850167"/>
              <a:gd name="connsiteX0" fmla="*/ 652516 w 665609"/>
              <a:gd name="connsiteY0" fmla="*/ 827245 h 846834"/>
              <a:gd name="connsiteX1" fmla="*/ 551251 w 665609"/>
              <a:gd name="connsiteY1" fmla="*/ 817961 h 846834"/>
              <a:gd name="connsiteX2" fmla="*/ 417457 w 665609"/>
              <a:gd name="connsiteY2" fmla="*/ 800370 h 846834"/>
              <a:gd name="connsiteX3" fmla="*/ 335381 w 665609"/>
              <a:gd name="connsiteY3" fmla="*/ 801115 h 846834"/>
              <a:gd name="connsiteX4" fmla="*/ 267312 w 665609"/>
              <a:gd name="connsiteY4" fmla="*/ 775344 h 846834"/>
              <a:gd name="connsiteX5" fmla="*/ 219489 w 665609"/>
              <a:gd name="connsiteY5" fmla="*/ 708000 h 846834"/>
              <a:gd name="connsiteX6" fmla="*/ 141305 w 665609"/>
              <a:gd name="connsiteY6" fmla="*/ 582428 h 846834"/>
              <a:gd name="connsiteX7" fmla="*/ 127326 w 665609"/>
              <a:gd name="connsiteY7" fmla="*/ 413285 h 846834"/>
              <a:gd name="connsiteX8" fmla="*/ 88657 w 665609"/>
              <a:gd name="connsiteY8" fmla="*/ 233929 h 846834"/>
              <a:gd name="connsiteX9" fmla="*/ 72221 w 665609"/>
              <a:gd name="connsiteY9" fmla="*/ 203652 h 846834"/>
              <a:gd name="connsiteX10" fmla="*/ 55560 w 665609"/>
              <a:gd name="connsiteY10" fmla="*/ 168283 h 846834"/>
              <a:gd name="connsiteX11" fmla="*/ 103217 w 665609"/>
              <a:gd name="connsiteY11" fmla="*/ 20551 h 846834"/>
              <a:gd name="connsiteX12" fmla="*/ 182480 w 665609"/>
              <a:gd name="connsiteY12" fmla="*/ 55035 h 846834"/>
              <a:gd name="connsiteX13" fmla="*/ 300101 w 665609"/>
              <a:gd name="connsiteY13" fmla="*/ 118301 h 846834"/>
              <a:gd name="connsiteX14" fmla="*/ 407150 w 665609"/>
              <a:gd name="connsiteY14" fmla="*/ 187324 h 846834"/>
              <a:gd name="connsiteX15" fmla="*/ 558204 w 665609"/>
              <a:gd name="connsiteY15" fmla="*/ 307214 h 846834"/>
              <a:gd name="connsiteX16" fmla="*/ 653160 w 665609"/>
              <a:gd name="connsiteY16" fmla="*/ 406506 h 846834"/>
              <a:gd name="connsiteX17" fmla="*/ 548600 w 665609"/>
              <a:gd name="connsiteY17" fmla="*/ 430610 h 846834"/>
              <a:gd name="connsiteX18" fmla="*/ 496027 w 665609"/>
              <a:gd name="connsiteY18" fmla="*/ 604595 h 846834"/>
              <a:gd name="connsiteX19" fmla="*/ 561649 w 665609"/>
              <a:gd name="connsiteY19" fmla="*/ 728699 h 846834"/>
              <a:gd name="connsiteX20" fmla="*/ 652516 w 665609"/>
              <a:gd name="connsiteY20" fmla="*/ 827245 h 846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65609" h="846834">
                <a:moveTo>
                  <a:pt x="652516" y="827245"/>
                </a:moveTo>
                <a:cubicBezTo>
                  <a:pt x="695407" y="866811"/>
                  <a:pt x="625409" y="837371"/>
                  <a:pt x="551251" y="817961"/>
                </a:cubicBezTo>
                <a:cubicBezTo>
                  <a:pt x="477093" y="798551"/>
                  <a:pt x="432532" y="801045"/>
                  <a:pt x="417457" y="800370"/>
                </a:cubicBezTo>
                <a:cubicBezTo>
                  <a:pt x="402382" y="799695"/>
                  <a:pt x="360405" y="805286"/>
                  <a:pt x="335381" y="801115"/>
                </a:cubicBezTo>
                <a:cubicBezTo>
                  <a:pt x="310357" y="796944"/>
                  <a:pt x="286627" y="790863"/>
                  <a:pt x="267312" y="775344"/>
                </a:cubicBezTo>
                <a:cubicBezTo>
                  <a:pt x="247997" y="759825"/>
                  <a:pt x="240490" y="740153"/>
                  <a:pt x="219489" y="708000"/>
                </a:cubicBezTo>
                <a:cubicBezTo>
                  <a:pt x="198488" y="675847"/>
                  <a:pt x="156666" y="631547"/>
                  <a:pt x="141305" y="582428"/>
                </a:cubicBezTo>
                <a:cubicBezTo>
                  <a:pt x="125944" y="533309"/>
                  <a:pt x="130924" y="506939"/>
                  <a:pt x="127326" y="413285"/>
                </a:cubicBezTo>
                <a:cubicBezTo>
                  <a:pt x="124614" y="342490"/>
                  <a:pt x="122923" y="299947"/>
                  <a:pt x="88657" y="233929"/>
                </a:cubicBezTo>
                <a:cubicBezTo>
                  <a:pt x="84617" y="225184"/>
                  <a:pt x="77737" y="214593"/>
                  <a:pt x="72221" y="203652"/>
                </a:cubicBezTo>
                <a:cubicBezTo>
                  <a:pt x="66705" y="192711"/>
                  <a:pt x="61372" y="179796"/>
                  <a:pt x="55560" y="168283"/>
                </a:cubicBezTo>
                <a:cubicBezTo>
                  <a:pt x="-23094" y="11362"/>
                  <a:pt x="-27585" y="-30387"/>
                  <a:pt x="103217" y="20551"/>
                </a:cubicBezTo>
                <a:cubicBezTo>
                  <a:pt x="128218" y="30287"/>
                  <a:pt x="149666" y="38743"/>
                  <a:pt x="182480" y="55035"/>
                </a:cubicBezTo>
                <a:cubicBezTo>
                  <a:pt x="215294" y="71327"/>
                  <a:pt x="262656" y="96253"/>
                  <a:pt x="300101" y="118301"/>
                </a:cubicBezTo>
                <a:cubicBezTo>
                  <a:pt x="337546" y="140349"/>
                  <a:pt x="364133" y="155839"/>
                  <a:pt x="407150" y="187324"/>
                </a:cubicBezTo>
                <a:cubicBezTo>
                  <a:pt x="450167" y="218809"/>
                  <a:pt x="517202" y="270684"/>
                  <a:pt x="558204" y="307214"/>
                </a:cubicBezTo>
                <a:cubicBezTo>
                  <a:pt x="599206" y="343744"/>
                  <a:pt x="685263" y="416869"/>
                  <a:pt x="653160" y="406506"/>
                </a:cubicBezTo>
                <a:cubicBezTo>
                  <a:pt x="620374" y="401372"/>
                  <a:pt x="579930" y="404212"/>
                  <a:pt x="548600" y="430610"/>
                </a:cubicBezTo>
                <a:cubicBezTo>
                  <a:pt x="527146" y="448687"/>
                  <a:pt x="478789" y="509107"/>
                  <a:pt x="496027" y="604595"/>
                </a:cubicBezTo>
                <a:cubicBezTo>
                  <a:pt x="507658" y="654348"/>
                  <a:pt x="535568" y="691591"/>
                  <a:pt x="561649" y="728699"/>
                </a:cubicBezTo>
                <a:cubicBezTo>
                  <a:pt x="587730" y="765807"/>
                  <a:pt x="611917" y="788081"/>
                  <a:pt x="652516" y="827245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992FE75-177D-412D-A2AD-55E82057F995}"/>
              </a:ext>
            </a:extLst>
          </p:cNvPr>
          <p:cNvSpPr/>
          <p:nvPr/>
        </p:nvSpPr>
        <p:spPr>
          <a:xfrm flipH="1">
            <a:off x="3668752" y="2645734"/>
            <a:ext cx="651541" cy="649929"/>
          </a:xfrm>
          <a:custGeom>
            <a:avLst/>
            <a:gdLst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489741 w 628608"/>
              <a:gd name="connsiteY15" fmla="*/ 396034 h 630576"/>
              <a:gd name="connsiteX16" fmla="*/ 548690 w 628608"/>
              <a:gd name="connsiteY16" fmla="*/ 486699 h 630576"/>
              <a:gd name="connsiteX17" fmla="*/ 584668 w 628608"/>
              <a:gd name="connsiteY17" fmla="*/ 539283 h 630576"/>
              <a:gd name="connsiteX18" fmla="*/ 614004 w 628608"/>
              <a:gd name="connsiteY18" fmla="*/ 582568 h 630576"/>
              <a:gd name="connsiteX19" fmla="*/ 599889 w 628608"/>
              <a:gd name="connsiteY19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48690 w 628608"/>
              <a:gd name="connsiteY15" fmla="*/ 486699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584668 w 628608"/>
              <a:gd name="connsiteY16" fmla="*/ 539283 h 630576"/>
              <a:gd name="connsiteX17" fmla="*/ 614004 w 628608"/>
              <a:gd name="connsiteY17" fmla="*/ 582568 h 630576"/>
              <a:gd name="connsiteX18" fmla="*/ 599889 w 628608"/>
              <a:gd name="connsiteY18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8608"/>
              <a:gd name="connsiteY0" fmla="*/ 628011 h 630576"/>
              <a:gd name="connsiteX1" fmla="*/ 512047 w 628608"/>
              <a:gd name="connsiteY1" fmla="*/ 576645 h 630576"/>
              <a:gd name="connsiteX2" fmla="*/ 463560 w 628608"/>
              <a:gd name="connsiteY2" fmla="*/ 545261 h 630576"/>
              <a:gd name="connsiteX3" fmla="*/ 410312 w 628608"/>
              <a:gd name="connsiteY3" fmla="*/ 510777 h 630576"/>
              <a:gd name="connsiteX4" fmla="*/ 364647 w 628608"/>
              <a:gd name="connsiteY4" fmla="*/ 481939 h 630576"/>
              <a:gd name="connsiteX5" fmla="*/ 315551 w 628608"/>
              <a:gd name="connsiteY5" fmla="*/ 452991 h 630576"/>
              <a:gd name="connsiteX6" fmla="*/ 248410 w 628608"/>
              <a:gd name="connsiteY6" fmla="*/ 415463 h 630576"/>
              <a:gd name="connsiteX7" fmla="*/ 2817 w 628608"/>
              <a:gd name="connsiteY7" fmla="*/ 101899 h 630576"/>
              <a:gd name="connsiteX8" fmla="*/ 34423 w 628608"/>
              <a:gd name="connsiteY8" fmla="*/ 3429 h 630576"/>
              <a:gd name="connsiteX9" fmla="*/ 125088 w 628608"/>
              <a:gd name="connsiteY9" fmla="*/ 2820 h 630576"/>
              <a:gd name="connsiteX10" fmla="*/ 204351 w 628608"/>
              <a:gd name="connsiteY10" fmla="*/ 34813 h 630576"/>
              <a:gd name="connsiteX11" fmla="*/ 332544 w 628608"/>
              <a:gd name="connsiteY11" fmla="*/ 164778 h 630576"/>
              <a:gd name="connsiteX12" fmla="*/ 361658 w 628608"/>
              <a:gd name="connsiteY12" fmla="*/ 203357 h 630576"/>
              <a:gd name="connsiteX13" fmla="*/ 394758 w 628608"/>
              <a:gd name="connsiteY13" fmla="*/ 248524 h 630576"/>
              <a:gd name="connsiteX14" fmla="*/ 423818 w 628608"/>
              <a:gd name="connsiteY14" fmla="*/ 290203 h 630576"/>
              <a:gd name="connsiteX15" fmla="*/ 536532 w 628608"/>
              <a:gd name="connsiteY15" fmla="*/ 450864 h 630576"/>
              <a:gd name="connsiteX16" fmla="*/ 614004 w 628608"/>
              <a:gd name="connsiteY16" fmla="*/ 582568 h 630576"/>
              <a:gd name="connsiteX17" fmla="*/ 599889 w 628608"/>
              <a:gd name="connsiteY17" fmla="*/ 628011 h 630576"/>
              <a:gd name="connsiteX0" fmla="*/ 599889 w 629158"/>
              <a:gd name="connsiteY0" fmla="*/ 628011 h 633167"/>
              <a:gd name="connsiteX1" fmla="*/ 512047 w 629158"/>
              <a:gd name="connsiteY1" fmla="*/ 576645 h 633167"/>
              <a:gd name="connsiteX2" fmla="*/ 463560 w 629158"/>
              <a:gd name="connsiteY2" fmla="*/ 545261 h 633167"/>
              <a:gd name="connsiteX3" fmla="*/ 410312 w 629158"/>
              <a:gd name="connsiteY3" fmla="*/ 510777 h 633167"/>
              <a:gd name="connsiteX4" fmla="*/ 364647 w 629158"/>
              <a:gd name="connsiteY4" fmla="*/ 481939 h 633167"/>
              <a:gd name="connsiteX5" fmla="*/ 315551 w 629158"/>
              <a:gd name="connsiteY5" fmla="*/ 452991 h 633167"/>
              <a:gd name="connsiteX6" fmla="*/ 248410 w 629158"/>
              <a:gd name="connsiteY6" fmla="*/ 415463 h 633167"/>
              <a:gd name="connsiteX7" fmla="*/ 2817 w 629158"/>
              <a:gd name="connsiteY7" fmla="*/ 101899 h 633167"/>
              <a:gd name="connsiteX8" fmla="*/ 34423 w 629158"/>
              <a:gd name="connsiteY8" fmla="*/ 3429 h 633167"/>
              <a:gd name="connsiteX9" fmla="*/ 125088 w 629158"/>
              <a:gd name="connsiteY9" fmla="*/ 2820 h 633167"/>
              <a:gd name="connsiteX10" fmla="*/ 204351 w 629158"/>
              <a:gd name="connsiteY10" fmla="*/ 34813 h 633167"/>
              <a:gd name="connsiteX11" fmla="*/ 332544 w 629158"/>
              <a:gd name="connsiteY11" fmla="*/ 164778 h 633167"/>
              <a:gd name="connsiteX12" fmla="*/ 361658 w 629158"/>
              <a:gd name="connsiteY12" fmla="*/ 203357 h 633167"/>
              <a:gd name="connsiteX13" fmla="*/ 394758 w 629158"/>
              <a:gd name="connsiteY13" fmla="*/ 248524 h 633167"/>
              <a:gd name="connsiteX14" fmla="*/ 423818 w 629158"/>
              <a:gd name="connsiteY14" fmla="*/ 290203 h 633167"/>
              <a:gd name="connsiteX15" fmla="*/ 536532 w 629158"/>
              <a:gd name="connsiteY15" fmla="*/ 450864 h 633167"/>
              <a:gd name="connsiteX16" fmla="*/ 614004 w 629158"/>
              <a:gd name="connsiteY16" fmla="*/ 582568 h 633167"/>
              <a:gd name="connsiteX17" fmla="*/ 599889 w 629158"/>
              <a:gd name="connsiteY17" fmla="*/ 628011 h 633167"/>
              <a:gd name="connsiteX0" fmla="*/ 599889 w 629985"/>
              <a:gd name="connsiteY0" fmla="*/ 628011 h 633167"/>
              <a:gd name="connsiteX1" fmla="*/ 512047 w 629985"/>
              <a:gd name="connsiteY1" fmla="*/ 576645 h 633167"/>
              <a:gd name="connsiteX2" fmla="*/ 463560 w 629985"/>
              <a:gd name="connsiteY2" fmla="*/ 545261 h 633167"/>
              <a:gd name="connsiteX3" fmla="*/ 410312 w 629985"/>
              <a:gd name="connsiteY3" fmla="*/ 510777 h 633167"/>
              <a:gd name="connsiteX4" fmla="*/ 364647 w 629985"/>
              <a:gd name="connsiteY4" fmla="*/ 481939 h 633167"/>
              <a:gd name="connsiteX5" fmla="*/ 315551 w 629985"/>
              <a:gd name="connsiteY5" fmla="*/ 452991 h 633167"/>
              <a:gd name="connsiteX6" fmla="*/ 248410 w 629985"/>
              <a:gd name="connsiteY6" fmla="*/ 415463 h 633167"/>
              <a:gd name="connsiteX7" fmla="*/ 2817 w 629985"/>
              <a:gd name="connsiteY7" fmla="*/ 101899 h 633167"/>
              <a:gd name="connsiteX8" fmla="*/ 34423 w 629985"/>
              <a:gd name="connsiteY8" fmla="*/ 3429 h 633167"/>
              <a:gd name="connsiteX9" fmla="*/ 125088 w 629985"/>
              <a:gd name="connsiteY9" fmla="*/ 2820 h 633167"/>
              <a:gd name="connsiteX10" fmla="*/ 204351 w 629985"/>
              <a:gd name="connsiteY10" fmla="*/ 34813 h 633167"/>
              <a:gd name="connsiteX11" fmla="*/ 332544 w 629985"/>
              <a:gd name="connsiteY11" fmla="*/ 164778 h 633167"/>
              <a:gd name="connsiteX12" fmla="*/ 361658 w 629985"/>
              <a:gd name="connsiteY12" fmla="*/ 203357 h 633167"/>
              <a:gd name="connsiteX13" fmla="*/ 394758 w 629985"/>
              <a:gd name="connsiteY13" fmla="*/ 248524 h 633167"/>
              <a:gd name="connsiteX14" fmla="*/ 423818 w 629985"/>
              <a:gd name="connsiteY14" fmla="*/ 290203 h 633167"/>
              <a:gd name="connsiteX15" fmla="*/ 536532 w 629985"/>
              <a:gd name="connsiteY15" fmla="*/ 450864 h 633167"/>
              <a:gd name="connsiteX16" fmla="*/ 614004 w 629985"/>
              <a:gd name="connsiteY16" fmla="*/ 582568 h 633167"/>
              <a:gd name="connsiteX17" fmla="*/ 599889 w 629985"/>
              <a:gd name="connsiteY17" fmla="*/ 628011 h 633167"/>
              <a:gd name="connsiteX0" fmla="*/ 599889 w 633038"/>
              <a:gd name="connsiteY0" fmla="*/ 628011 h 633538"/>
              <a:gd name="connsiteX1" fmla="*/ 512047 w 633038"/>
              <a:gd name="connsiteY1" fmla="*/ 576645 h 633538"/>
              <a:gd name="connsiteX2" fmla="*/ 463560 w 633038"/>
              <a:gd name="connsiteY2" fmla="*/ 545261 h 633538"/>
              <a:gd name="connsiteX3" fmla="*/ 410312 w 633038"/>
              <a:gd name="connsiteY3" fmla="*/ 510777 h 633538"/>
              <a:gd name="connsiteX4" fmla="*/ 364647 w 633038"/>
              <a:gd name="connsiteY4" fmla="*/ 481939 h 633538"/>
              <a:gd name="connsiteX5" fmla="*/ 315551 w 633038"/>
              <a:gd name="connsiteY5" fmla="*/ 452991 h 633538"/>
              <a:gd name="connsiteX6" fmla="*/ 248410 w 633038"/>
              <a:gd name="connsiteY6" fmla="*/ 415463 h 633538"/>
              <a:gd name="connsiteX7" fmla="*/ 2817 w 633038"/>
              <a:gd name="connsiteY7" fmla="*/ 101899 h 633538"/>
              <a:gd name="connsiteX8" fmla="*/ 34423 w 633038"/>
              <a:gd name="connsiteY8" fmla="*/ 3429 h 633538"/>
              <a:gd name="connsiteX9" fmla="*/ 125088 w 633038"/>
              <a:gd name="connsiteY9" fmla="*/ 2820 h 633538"/>
              <a:gd name="connsiteX10" fmla="*/ 204351 w 633038"/>
              <a:gd name="connsiteY10" fmla="*/ 34813 h 633538"/>
              <a:gd name="connsiteX11" fmla="*/ 332544 w 633038"/>
              <a:gd name="connsiteY11" fmla="*/ 164778 h 633538"/>
              <a:gd name="connsiteX12" fmla="*/ 361658 w 633038"/>
              <a:gd name="connsiteY12" fmla="*/ 203357 h 633538"/>
              <a:gd name="connsiteX13" fmla="*/ 394758 w 633038"/>
              <a:gd name="connsiteY13" fmla="*/ 248524 h 633538"/>
              <a:gd name="connsiteX14" fmla="*/ 423818 w 633038"/>
              <a:gd name="connsiteY14" fmla="*/ 290203 h 633538"/>
              <a:gd name="connsiteX15" fmla="*/ 536532 w 633038"/>
              <a:gd name="connsiteY15" fmla="*/ 450864 h 633538"/>
              <a:gd name="connsiteX16" fmla="*/ 614004 w 633038"/>
              <a:gd name="connsiteY16" fmla="*/ 582568 h 633538"/>
              <a:gd name="connsiteX17" fmla="*/ 599889 w 633038"/>
              <a:gd name="connsiteY17" fmla="*/ 628011 h 6335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3677"/>
              <a:gd name="connsiteY0" fmla="*/ 628011 h 630438"/>
              <a:gd name="connsiteX1" fmla="*/ 512047 w 623677"/>
              <a:gd name="connsiteY1" fmla="*/ 576645 h 630438"/>
              <a:gd name="connsiteX2" fmla="*/ 463560 w 623677"/>
              <a:gd name="connsiteY2" fmla="*/ 545261 h 630438"/>
              <a:gd name="connsiteX3" fmla="*/ 410312 w 623677"/>
              <a:gd name="connsiteY3" fmla="*/ 510777 h 630438"/>
              <a:gd name="connsiteX4" fmla="*/ 364647 w 623677"/>
              <a:gd name="connsiteY4" fmla="*/ 481939 h 630438"/>
              <a:gd name="connsiteX5" fmla="*/ 315551 w 623677"/>
              <a:gd name="connsiteY5" fmla="*/ 452991 h 630438"/>
              <a:gd name="connsiteX6" fmla="*/ 248410 w 623677"/>
              <a:gd name="connsiteY6" fmla="*/ 415463 h 630438"/>
              <a:gd name="connsiteX7" fmla="*/ 2817 w 623677"/>
              <a:gd name="connsiteY7" fmla="*/ 101899 h 630438"/>
              <a:gd name="connsiteX8" fmla="*/ 34423 w 623677"/>
              <a:gd name="connsiteY8" fmla="*/ 3429 h 630438"/>
              <a:gd name="connsiteX9" fmla="*/ 125088 w 623677"/>
              <a:gd name="connsiteY9" fmla="*/ 2820 h 630438"/>
              <a:gd name="connsiteX10" fmla="*/ 204351 w 623677"/>
              <a:gd name="connsiteY10" fmla="*/ 34813 h 630438"/>
              <a:gd name="connsiteX11" fmla="*/ 332544 w 623677"/>
              <a:gd name="connsiteY11" fmla="*/ 164778 h 630438"/>
              <a:gd name="connsiteX12" fmla="*/ 361658 w 623677"/>
              <a:gd name="connsiteY12" fmla="*/ 203357 h 630438"/>
              <a:gd name="connsiteX13" fmla="*/ 394758 w 623677"/>
              <a:gd name="connsiteY13" fmla="*/ 248524 h 630438"/>
              <a:gd name="connsiteX14" fmla="*/ 423818 w 623677"/>
              <a:gd name="connsiteY14" fmla="*/ 290203 h 630438"/>
              <a:gd name="connsiteX15" fmla="*/ 525014 w 623677"/>
              <a:gd name="connsiteY15" fmla="*/ 434866 h 630438"/>
              <a:gd name="connsiteX16" fmla="*/ 614004 w 623677"/>
              <a:gd name="connsiteY16" fmla="*/ 582568 h 630438"/>
              <a:gd name="connsiteX17" fmla="*/ 599889 w 623677"/>
              <a:gd name="connsiteY17" fmla="*/ 628011 h 630438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394758 w 629903"/>
              <a:gd name="connsiteY13" fmla="*/ 248524 h 632696"/>
              <a:gd name="connsiteX14" fmla="*/ 423818 w 629903"/>
              <a:gd name="connsiteY14" fmla="*/ 290203 h 632696"/>
              <a:gd name="connsiteX15" fmla="*/ 525014 w 629903"/>
              <a:gd name="connsiteY15" fmla="*/ 434866 h 632696"/>
              <a:gd name="connsiteX16" fmla="*/ 614004 w 629903"/>
              <a:gd name="connsiteY16" fmla="*/ 582568 h 632696"/>
              <a:gd name="connsiteX17" fmla="*/ 599889 w 629903"/>
              <a:gd name="connsiteY17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361658 w 629903"/>
              <a:gd name="connsiteY12" fmla="*/ 203357 h 632696"/>
              <a:gd name="connsiteX13" fmla="*/ 423818 w 629903"/>
              <a:gd name="connsiteY13" fmla="*/ 290203 h 632696"/>
              <a:gd name="connsiteX14" fmla="*/ 525014 w 629903"/>
              <a:gd name="connsiteY14" fmla="*/ 434866 h 632696"/>
              <a:gd name="connsiteX15" fmla="*/ 614004 w 629903"/>
              <a:gd name="connsiteY15" fmla="*/ 582568 h 632696"/>
              <a:gd name="connsiteX16" fmla="*/ 599889 w 629903"/>
              <a:gd name="connsiteY16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8011 h 632696"/>
              <a:gd name="connsiteX1" fmla="*/ 512047 w 629903"/>
              <a:gd name="connsiteY1" fmla="*/ 576645 h 632696"/>
              <a:gd name="connsiteX2" fmla="*/ 463560 w 629903"/>
              <a:gd name="connsiteY2" fmla="*/ 545261 h 632696"/>
              <a:gd name="connsiteX3" fmla="*/ 410312 w 629903"/>
              <a:gd name="connsiteY3" fmla="*/ 510777 h 632696"/>
              <a:gd name="connsiteX4" fmla="*/ 364647 w 629903"/>
              <a:gd name="connsiteY4" fmla="*/ 481939 h 632696"/>
              <a:gd name="connsiteX5" fmla="*/ 315551 w 629903"/>
              <a:gd name="connsiteY5" fmla="*/ 452991 h 632696"/>
              <a:gd name="connsiteX6" fmla="*/ 248410 w 629903"/>
              <a:gd name="connsiteY6" fmla="*/ 415463 h 632696"/>
              <a:gd name="connsiteX7" fmla="*/ 2817 w 629903"/>
              <a:gd name="connsiteY7" fmla="*/ 101899 h 632696"/>
              <a:gd name="connsiteX8" fmla="*/ 34423 w 629903"/>
              <a:gd name="connsiteY8" fmla="*/ 3429 h 632696"/>
              <a:gd name="connsiteX9" fmla="*/ 125088 w 629903"/>
              <a:gd name="connsiteY9" fmla="*/ 2820 h 632696"/>
              <a:gd name="connsiteX10" fmla="*/ 204351 w 629903"/>
              <a:gd name="connsiteY10" fmla="*/ 34813 h 632696"/>
              <a:gd name="connsiteX11" fmla="*/ 332544 w 629903"/>
              <a:gd name="connsiteY11" fmla="*/ 164778 h 632696"/>
              <a:gd name="connsiteX12" fmla="*/ 423818 w 629903"/>
              <a:gd name="connsiteY12" fmla="*/ 290203 h 632696"/>
              <a:gd name="connsiteX13" fmla="*/ 525014 w 629903"/>
              <a:gd name="connsiteY13" fmla="*/ 434866 h 632696"/>
              <a:gd name="connsiteX14" fmla="*/ 614004 w 629903"/>
              <a:gd name="connsiteY14" fmla="*/ 582568 h 632696"/>
              <a:gd name="connsiteX15" fmla="*/ 599889 w 629903"/>
              <a:gd name="connsiteY15" fmla="*/ 628011 h 632696"/>
              <a:gd name="connsiteX0" fmla="*/ 599889 w 629903"/>
              <a:gd name="connsiteY0" fmla="*/ 629293 h 633978"/>
              <a:gd name="connsiteX1" fmla="*/ 512047 w 629903"/>
              <a:gd name="connsiteY1" fmla="*/ 577927 h 633978"/>
              <a:gd name="connsiteX2" fmla="*/ 463560 w 629903"/>
              <a:gd name="connsiteY2" fmla="*/ 546543 h 633978"/>
              <a:gd name="connsiteX3" fmla="*/ 410312 w 629903"/>
              <a:gd name="connsiteY3" fmla="*/ 512059 h 633978"/>
              <a:gd name="connsiteX4" fmla="*/ 364647 w 629903"/>
              <a:gd name="connsiteY4" fmla="*/ 483221 h 633978"/>
              <a:gd name="connsiteX5" fmla="*/ 315551 w 629903"/>
              <a:gd name="connsiteY5" fmla="*/ 454273 h 633978"/>
              <a:gd name="connsiteX6" fmla="*/ 248410 w 629903"/>
              <a:gd name="connsiteY6" fmla="*/ 416745 h 633978"/>
              <a:gd name="connsiteX7" fmla="*/ 2817 w 629903"/>
              <a:gd name="connsiteY7" fmla="*/ 103181 h 633978"/>
              <a:gd name="connsiteX8" fmla="*/ 34423 w 629903"/>
              <a:gd name="connsiteY8" fmla="*/ 4711 h 633978"/>
              <a:gd name="connsiteX9" fmla="*/ 125088 w 629903"/>
              <a:gd name="connsiteY9" fmla="*/ 4102 h 633978"/>
              <a:gd name="connsiteX10" fmla="*/ 204351 w 629903"/>
              <a:gd name="connsiteY10" fmla="*/ 36095 h 633978"/>
              <a:gd name="connsiteX11" fmla="*/ 332544 w 629903"/>
              <a:gd name="connsiteY11" fmla="*/ 166060 h 633978"/>
              <a:gd name="connsiteX12" fmla="*/ 423818 w 629903"/>
              <a:gd name="connsiteY12" fmla="*/ 291485 h 633978"/>
              <a:gd name="connsiteX13" fmla="*/ 525014 w 629903"/>
              <a:gd name="connsiteY13" fmla="*/ 436148 h 633978"/>
              <a:gd name="connsiteX14" fmla="*/ 614004 w 629903"/>
              <a:gd name="connsiteY14" fmla="*/ 583850 h 633978"/>
              <a:gd name="connsiteX15" fmla="*/ 599889 w 629903"/>
              <a:gd name="connsiteY15" fmla="*/ 629293 h 63397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60 w 629074"/>
              <a:gd name="connsiteY0" fmla="*/ 633443 h 638128"/>
              <a:gd name="connsiteX1" fmla="*/ 511218 w 629074"/>
              <a:gd name="connsiteY1" fmla="*/ 582077 h 638128"/>
              <a:gd name="connsiteX2" fmla="*/ 462731 w 629074"/>
              <a:gd name="connsiteY2" fmla="*/ 550693 h 638128"/>
              <a:gd name="connsiteX3" fmla="*/ 409483 w 629074"/>
              <a:gd name="connsiteY3" fmla="*/ 516209 h 638128"/>
              <a:gd name="connsiteX4" fmla="*/ 363818 w 629074"/>
              <a:gd name="connsiteY4" fmla="*/ 487371 h 638128"/>
              <a:gd name="connsiteX5" fmla="*/ 314722 w 629074"/>
              <a:gd name="connsiteY5" fmla="*/ 458423 h 638128"/>
              <a:gd name="connsiteX6" fmla="*/ 247581 w 629074"/>
              <a:gd name="connsiteY6" fmla="*/ 420895 h 638128"/>
              <a:gd name="connsiteX7" fmla="*/ 1988 w 629074"/>
              <a:gd name="connsiteY7" fmla="*/ 107331 h 638128"/>
              <a:gd name="connsiteX8" fmla="*/ 33594 w 629074"/>
              <a:gd name="connsiteY8" fmla="*/ 8861 h 638128"/>
              <a:gd name="connsiteX9" fmla="*/ 126819 w 629074"/>
              <a:gd name="connsiteY9" fmla="*/ 9532 h 638128"/>
              <a:gd name="connsiteX10" fmla="*/ 203522 w 629074"/>
              <a:gd name="connsiteY10" fmla="*/ 40245 h 638128"/>
              <a:gd name="connsiteX11" fmla="*/ 331715 w 629074"/>
              <a:gd name="connsiteY11" fmla="*/ 170210 h 638128"/>
              <a:gd name="connsiteX12" fmla="*/ 422989 w 629074"/>
              <a:gd name="connsiteY12" fmla="*/ 295635 h 638128"/>
              <a:gd name="connsiteX13" fmla="*/ 524185 w 629074"/>
              <a:gd name="connsiteY13" fmla="*/ 440298 h 638128"/>
              <a:gd name="connsiteX14" fmla="*/ 613175 w 629074"/>
              <a:gd name="connsiteY14" fmla="*/ 588000 h 638128"/>
              <a:gd name="connsiteX15" fmla="*/ 599060 w 629074"/>
              <a:gd name="connsiteY15" fmla="*/ 633443 h 638128"/>
              <a:gd name="connsiteX0" fmla="*/ 599080 w 629094"/>
              <a:gd name="connsiteY0" fmla="*/ 637802 h 642487"/>
              <a:gd name="connsiteX1" fmla="*/ 511238 w 629094"/>
              <a:gd name="connsiteY1" fmla="*/ 586436 h 642487"/>
              <a:gd name="connsiteX2" fmla="*/ 462751 w 629094"/>
              <a:gd name="connsiteY2" fmla="*/ 555052 h 642487"/>
              <a:gd name="connsiteX3" fmla="*/ 409503 w 629094"/>
              <a:gd name="connsiteY3" fmla="*/ 520568 h 642487"/>
              <a:gd name="connsiteX4" fmla="*/ 363838 w 629094"/>
              <a:gd name="connsiteY4" fmla="*/ 491730 h 642487"/>
              <a:gd name="connsiteX5" fmla="*/ 314742 w 629094"/>
              <a:gd name="connsiteY5" fmla="*/ 462782 h 642487"/>
              <a:gd name="connsiteX6" fmla="*/ 247601 w 629094"/>
              <a:gd name="connsiteY6" fmla="*/ 425254 h 642487"/>
              <a:gd name="connsiteX7" fmla="*/ 2008 w 629094"/>
              <a:gd name="connsiteY7" fmla="*/ 111690 h 642487"/>
              <a:gd name="connsiteX8" fmla="*/ 33614 w 629094"/>
              <a:gd name="connsiteY8" fmla="*/ 13220 h 642487"/>
              <a:gd name="connsiteX9" fmla="*/ 128759 w 629094"/>
              <a:gd name="connsiteY9" fmla="*/ 5572 h 642487"/>
              <a:gd name="connsiteX10" fmla="*/ 203542 w 629094"/>
              <a:gd name="connsiteY10" fmla="*/ 44604 h 642487"/>
              <a:gd name="connsiteX11" fmla="*/ 331735 w 629094"/>
              <a:gd name="connsiteY11" fmla="*/ 174569 h 642487"/>
              <a:gd name="connsiteX12" fmla="*/ 423009 w 629094"/>
              <a:gd name="connsiteY12" fmla="*/ 299994 h 642487"/>
              <a:gd name="connsiteX13" fmla="*/ 524205 w 629094"/>
              <a:gd name="connsiteY13" fmla="*/ 444657 h 642487"/>
              <a:gd name="connsiteX14" fmla="*/ 613195 w 629094"/>
              <a:gd name="connsiteY14" fmla="*/ 592359 h 642487"/>
              <a:gd name="connsiteX15" fmla="*/ 599080 w 629094"/>
              <a:gd name="connsiteY15" fmla="*/ 637802 h 642487"/>
              <a:gd name="connsiteX0" fmla="*/ 600207 w 630221"/>
              <a:gd name="connsiteY0" fmla="*/ 633109 h 637794"/>
              <a:gd name="connsiteX1" fmla="*/ 512365 w 630221"/>
              <a:gd name="connsiteY1" fmla="*/ 581743 h 637794"/>
              <a:gd name="connsiteX2" fmla="*/ 463878 w 630221"/>
              <a:gd name="connsiteY2" fmla="*/ 550359 h 637794"/>
              <a:gd name="connsiteX3" fmla="*/ 410630 w 630221"/>
              <a:gd name="connsiteY3" fmla="*/ 515875 h 637794"/>
              <a:gd name="connsiteX4" fmla="*/ 364965 w 630221"/>
              <a:gd name="connsiteY4" fmla="*/ 487037 h 637794"/>
              <a:gd name="connsiteX5" fmla="*/ 315869 w 630221"/>
              <a:gd name="connsiteY5" fmla="*/ 458089 h 637794"/>
              <a:gd name="connsiteX6" fmla="*/ 248728 w 630221"/>
              <a:gd name="connsiteY6" fmla="*/ 420561 h 637794"/>
              <a:gd name="connsiteX7" fmla="*/ 3135 w 630221"/>
              <a:gd name="connsiteY7" fmla="*/ 106997 h 637794"/>
              <a:gd name="connsiteX8" fmla="*/ 24502 w 630221"/>
              <a:gd name="connsiteY8" fmla="*/ 20685 h 637794"/>
              <a:gd name="connsiteX9" fmla="*/ 129886 w 630221"/>
              <a:gd name="connsiteY9" fmla="*/ 879 h 637794"/>
              <a:gd name="connsiteX10" fmla="*/ 204669 w 630221"/>
              <a:gd name="connsiteY10" fmla="*/ 39911 h 637794"/>
              <a:gd name="connsiteX11" fmla="*/ 332862 w 630221"/>
              <a:gd name="connsiteY11" fmla="*/ 169876 h 637794"/>
              <a:gd name="connsiteX12" fmla="*/ 424136 w 630221"/>
              <a:gd name="connsiteY12" fmla="*/ 295301 h 637794"/>
              <a:gd name="connsiteX13" fmla="*/ 525332 w 630221"/>
              <a:gd name="connsiteY13" fmla="*/ 439964 h 637794"/>
              <a:gd name="connsiteX14" fmla="*/ 614322 w 630221"/>
              <a:gd name="connsiteY14" fmla="*/ 587666 h 637794"/>
              <a:gd name="connsiteX15" fmla="*/ 600207 w 630221"/>
              <a:gd name="connsiteY15" fmla="*/ 633109 h 637794"/>
              <a:gd name="connsiteX0" fmla="*/ 599282 w 629296"/>
              <a:gd name="connsiteY0" fmla="*/ 634165 h 638850"/>
              <a:gd name="connsiteX1" fmla="*/ 511440 w 629296"/>
              <a:gd name="connsiteY1" fmla="*/ 582799 h 638850"/>
              <a:gd name="connsiteX2" fmla="*/ 462953 w 629296"/>
              <a:gd name="connsiteY2" fmla="*/ 551415 h 638850"/>
              <a:gd name="connsiteX3" fmla="*/ 409705 w 629296"/>
              <a:gd name="connsiteY3" fmla="*/ 516931 h 638850"/>
              <a:gd name="connsiteX4" fmla="*/ 364040 w 629296"/>
              <a:gd name="connsiteY4" fmla="*/ 488093 h 638850"/>
              <a:gd name="connsiteX5" fmla="*/ 314944 w 629296"/>
              <a:gd name="connsiteY5" fmla="*/ 459145 h 638850"/>
              <a:gd name="connsiteX6" fmla="*/ 247803 w 629296"/>
              <a:gd name="connsiteY6" fmla="*/ 421617 h 638850"/>
              <a:gd name="connsiteX7" fmla="*/ 2210 w 629296"/>
              <a:gd name="connsiteY7" fmla="*/ 108053 h 638850"/>
              <a:gd name="connsiteX8" fmla="*/ 23577 w 629296"/>
              <a:gd name="connsiteY8" fmla="*/ 21741 h 638850"/>
              <a:gd name="connsiteX9" fmla="*/ 128961 w 629296"/>
              <a:gd name="connsiteY9" fmla="*/ 1935 h 638850"/>
              <a:gd name="connsiteX10" fmla="*/ 203744 w 629296"/>
              <a:gd name="connsiteY10" fmla="*/ 40967 h 638850"/>
              <a:gd name="connsiteX11" fmla="*/ 331937 w 629296"/>
              <a:gd name="connsiteY11" fmla="*/ 170932 h 638850"/>
              <a:gd name="connsiteX12" fmla="*/ 423211 w 629296"/>
              <a:gd name="connsiteY12" fmla="*/ 296357 h 638850"/>
              <a:gd name="connsiteX13" fmla="*/ 524407 w 629296"/>
              <a:gd name="connsiteY13" fmla="*/ 441020 h 638850"/>
              <a:gd name="connsiteX14" fmla="*/ 613397 w 629296"/>
              <a:gd name="connsiteY14" fmla="*/ 588722 h 638850"/>
              <a:gd name="connsiteX15" fmla="*/ 599282 w 629296"/>
              <a:gd name="connsiteY15" fmla="*/ 634165 h 638850"/>
              <a:gd name="connsiteX0" fmla="*/ 599282 w 629296"/>
              <a:gd name="connsiteY0" fmla="*/ 641997 h 646682"/>
              <a:gd name="connsiteX1" fmla="*/ 511440 w 629296"/>
              <a:gd name="connsiteY1" fmla="*/ 590631 h 646682"/>
              <a:gd name="connsiteX2" fmla="*/ 462953 w 629296"/>
              <a:gd name="connsiteY2" fmla="*/ 559247 h 646682"/>
              <a:gd name="connsiteX3" fmla="*/ 409705 w 629296"/>
              <a:gd name="connsiteY3" fmla="*/ 524763 h 646682"/>
              <a:gd name="connsiteX4" fmla="*/ 364040 w 629296"/>
              <a:gd name="connsiteY4" fmla="*/ 495925 h 646682"/>
              <a:gd name="connsiteX5" fmla="*/ 314944 w 629296"/>
              <a:gd name="connsiteY5" fmla="*/ 466977 h 646682"/>
              <a:gd name="connsiteX6" fmla="*/ 247803 w 629296"/>
              <a:gd name="connsiteY6" fmla="*/ 429449 h 646682"/>
              <a:gd name="connsiteX7" fmla="*/ 2210 w 629296"/>
              <a:gd name="connsiteY7" fmla="*/ 115885 h 646682"/>
              <a:gd name="connsiteX8" fmla="*/ 23577 w 629296"/>
              <a:gd name="connsiteY8" fmla="*/ 14215 h 646682"/>
              <a:gd name="connsiteX9" fmla="*/ 128961 w 629296"/>
              <a:gd name="connsiteY9" fmla="*/ 9767 h 646682"/>
              <a:gd name="connsiteX10" fmla="*/ 203744 w 629296"/>
              <a:gd name="connsiteY10" fmla="*/ 48799 h 646682"/>
              <a:gd name="connsiteX11" fmla="*/ 331937 w 629296"/>
              <a:gd name="connsiteY11" fmla="*/ 178764 h 646682"/>
              <a:gd name="connsiteX12" fmla="*/ 423211 w 629296"/>
              <a:gd name="connsiteY12" fmla="*/ 304189 h 646682"/>
              <a:gd name="connsiteX13" fmla="*/ 524407 w 629296"/>
              <a:gd name="connsiteY13" fmla="*/ 448852 h 646682"/>
              <a:gd name="connsiteX14" fmla="*/ 613397 w 629296"/>
              <a:gd name="connsiteY14" fmla="*/ 596554 h 646682"/>
              <a:gd name="connsiteX15" fmla="*/ 599282 w 629296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3093 w 633107"/>
              <a:gd name="connsiteY0" fmla="*/ 641997 h 646682"/>
              <a:gd name="connsiteX1" fmla="*/ 515251 w 633107"/>
              <a:gd name="connsiteY1" fmla="*/ 590631 h 646682"/>
              <a:gd name="connsiteX2" fmla="*/ 466764 w 633107"/>
              <a:gd name="connsiteY2" fmla="*/ 559247 h 646682"/>
              <a:gd name="connsiteX3" fmla="*/ 413516 w 633107"/>
              <a:gd name="connsiteY3" fmla="*/ 524763 h 646682"/>
              <a:gd name="connsiteX4" fmla="*/ 367851 w 633107"/>
              <a:gd name="connsiteY4" fmla="*/ 495925 h 646682"/>
              <a:gd name="connsiteX5" fmla="*/ 318755 w 633107"/>
              <a:gd name="connsiteY5" fmla="*/ 466977 h 646682"/>
              <a:gd name="connsiteX6" fmla="*/ 251614 w 633107"/>
              <a:gd name="connsiteY6" fmla="*/ 429449 h 646682"/>
              <a:gd name="connsiteX7" fmla="*/ 6021 w 633107"/>
              <a:gd name="connsiteY7" fmla="*/ 115885 h 646682"/>
              <a:gd name="connsiteX8" fmla="*/ 27388 w 633107"/>
              <a:gd name="connsiteY8" fmla="*/ 14215 h 646682"/>
              <a:gd name="connsiteX9" fmla="*/ 132772 w 633107"/>
              <a:gd name="connsiteY9" fmla="*/ 9767 h 646682"/>
              <a:gd name="connsiteX10" fmla="*/ 207555 w 633107"/>
              <a:gd name="connsiteY10" fmla="*/ 48799 h 646682"/>
              <a:gd name="connsiteX11" fmla="*/ 335748 w 633107"/>
              <a:gd name="connsiteY11" fmla="*/ 178764 h 646682"/>
              <a:gd name="connsiteX12" fmla="*/ 427022 w 633107"/>
              <a:gd name="connsiteY12" fmla="*/ 304189 h 646682"/>
              <a:gd name="connsiteX13" fmla="*/ 528218 w 633107"/>
              <a:gd name="connsiteY13" fmla="*/ 448852 h 646682"/>
              <a:gd name="connsiteX14" fmla="*/ 617208 w 633107"/>
              <a:gd name="connsiteY14" fmla="*/ 596554 h 646682"/>
              <a:gd name="connsiteX15" fmla="*/ 603093 w 633107"/>
              <a:gd name="connsiteY15" fmla="*/ 641997 h 646682"/>
              <a:gd name="connsiteX0" fmla="*/ 604161 w 634175"/>
              <a:gd name="connsiteY0" fmla="*/ 641549 h 646234"/>
              <a:gd name="connsiteX1" fmla="*/ 516319 w 634175"/>
              <a:gd name="connsiteY1" fmla="*/ 590183 h 646234"/>
              <a:gd name="connsiteX2" fmla="*/ 467832 w 634175"/>
              <a:gd name="connsiteY2" fmla="*/ 558799 h 646234"/>
              <a:gd name="connsiteX3" fmla="*/ 414584 w 634175"/>
              <a:gd name="connsiteY3" fmla="*/ 524315 h 646234"/>
              <a:gd name="connsiteX4" fmla="*/ 368919 w 634175"/>
              <a:gd name="connsiteY4" fmla="*/ 495477 h 646234"/>
              <a:gd name="connsiteX5" fmla="*/ 319823 w 634175"/>
              <a:gd name="connsiteY5" fmla="*/ 466529 h 646234"/>
              <a:gd name="connsiteX6" fmla="*/ 252682 w 634175"/>
              <a:gd name="connsiteY6" fmla="*/ 429001 h 646234"/>
              <a:gd name="connsiteX7" fmla="*/ 2610 w 634175"/>
              <a:gd name="connsiteY7" fmla="*/ 155111 h 646234"/>
              <a:gd name="connsiteX8" fmla="*/ 28456 w 634175"/>
              <a:gd name="connsiteY8" fmla="*/ 13767 h 646234"/>
              <a:gd name="connsiteX9" fmla="*/ 133840 w 634175"/>
              <a:gd name="connsiteY9" fmla="*/ 9319 h 646234"/>
              <a:gd name="connsiteX10" fmla="*/ 208623 w 634175"/>
              <a:gd name="connsiteY10" fmla="*/ 48351 h 646234"/>
              <a:gd name="connsiteX11" fmla="*/ 336816 w 634175"/>
              <a:gd name="connsiteY11" fmla="*/ 178316 h 646234"/>
              <a:gd name="connsiteX12" fmla="*/ 428090 w 634175"/>
              <a:gd name="connsiteY12" fmla="*/ 303741 h 646234"/>
              <a:gd name="connsiteX13" fmla="*/ 529286 w 634175"/>
              <a:gd name="connsiteY13" fmla="*/ 448404 h 646234"/>
              <a:gd name="connsiteX14" fmla="*/ 618276 w 634175"/>
              <a:gd name="connsiteY14" fmla="*/ 596106 h 646234"/>
              <a:gd name="connsiteX15" fmla="*/ 604161 w 634175"/>
              <a:gd name="connsiteY15" fmla="*/ 641549 h 646234"/>
              <a:gd name="connsiteX0" fmla="*/ 616082 w 646096"/>
              <a:gd name="connsiteY0" fmla="*/ 639999 h 644684"/>
              <a:gd name="connsiteX1" fmla="*/ 528240 w 646096"/>
              <a:gd name="connsiteY1" fmla="*/ 588633 h 644684"/>
              <a:gd name="connsiteX2" fmla="*/ 479753 w 646096"/>
              <a:gd name="connsiteY2" fmla="*/ 557249 h 644684"/>
              <a:gd name="connsiteX3" fmla="*/ 426505 w 646096"/>
              <a:gd name="connsiteY3" fmla="*/ 522765 h 644684"/>
              <a:gd name="connsiteX4" fmla="*/ 380840 w 646096"/>
              <a:gd name="connsiteY4" fmla="*/ 493927 h 644684"/>
              <a:gd name="connsiteX5" fmla="*/ 331744 w 646096"/>
              <a:gd name="connsiteY5" fmla="*/ 464979 h 644684"/>
              <a:gd name="connsiteX6" fmla="*/ 264603 w 646096"/>
              <a:gd name="connsiteY6" fmla="*/ 427451 h 644684"/>
              <a:gd name="connsiteX7" fmla="*/ 1733 w 646096"/>
              <a:gd name="connsiteY7" fmla="*/ 131164 h 644684"/>
              <a:gd name="connsiteX8" fmla="*/ 40377 w 646096"/>
              <a:gd name="connsiteY8" fmla="*/ 12217 h 644684"/>
              <a:gd name="connsiteX9" fmla="*/ 145761 w 646096"/>
              <a:gd name="connsiteY9" fmla="*/ 7769 h 644684"/>
              <a:gd name="connsiteX10" fmla="*/ 220544 w 646096"/>
              <a:gd name="connsiteY10" fmla="*/ 46801 h 644684"/>
              <a:gd name="connsiteX11" fmla="*/ 348737 w 646096"/>
              <a:gd name="connsiteY11" fmla="*/ 176766 h 644684"/>
              <a:gd name="connsiteX12" fmla="*/ 440011 w 646096"/>
              <a:gd name="connsiteY12" fmla="*/ 302191 h 644684"/>
              <a:gd name="connsiteX13" fmla="*/ 541207 w 646096"/>
              <a:gd name="connsiteY13" fmla="*/ 446854 h 644684"/>
              <a:gd name="connsiteX14" fmla="*/ 630197 w 646096"/>
              <a:gd name="connsiteY14" fmla="*/ 594556 h 644684"/>
              <a:gd name="connsiteX15" fmla="*/ 616082 w 646096"/>
              <a:gd name="connsiteY15" fmla="*/ 639999 h 644684"/>
              <a:gd name="connsiteX0" fmla="*/ 617917 w 647931"/>
              <a:gd name="connsiteY0" fmla="*/ 639477 h 644162"/>
              <a:gd name="connsiteX1" fmla="*/ 530075 w 647931"/>
              <a:gd name="connsiteY1" fmla="*/ 588111 h 644162"/>
              <a:gd name="connsiteX2" fmla="*/ 481588 w 647931"/>
              <a:gd name="connsiteY2" fmla="*/ 556727 h 644162"/>
              <a:gd name="connsiteX3" fmla="*/ 428340 w 647931"/>
              <a:gd name="connsiteY3" fmla="*/ 522243 h 644162"/>
              <a:gd name="connsiteX4" fmla="*/ 382675 w 647931"/>
              <a:gd name="connsiteY4" fmla="*/ 493405 h 644162"/>
              <a:gd name="connsiteX5" fmla="*/ 333579 w 647931"/>
              <a:gd name="connsiteY5" fmla="*/ 464457 h 644162"/>
              <a:gd name="connsiteX6" fmla="*/ 266438 w 647931"/>
              <a:gd name="connsiteY6" fmla="*/ 426929 h 644162"/>
              <a:gd name="connsiteX7" fmla="*/ 1648 w 647931"/>
              <a:gd name="connsiteY7" fmla="*/ 122963 h 644162"/>
              <a:gd name="connsiteX8" fmla="*/ 42212 w 647931"/>
              <a:gd name="connsiteY8" fmla="*/ 11695 h 644162"/>
              <a:gd name="connsiteX9" fmla="*/ 147596 w 647931"/>
              <a:gd name="connsiteY9" fmla="*/ 7247 h 644162"/>
              <a:gd name="connsiteX10" fmla="*/ 222379 w 647931"/>
              <a:gd name="connsiteY10" fmla="*/ 46279 h 644162"/>
              <a:gd name="connsiteX11" fmla="*/ 350572 w 647931"/>
              <a:gd name="connsiteY11" fmla="*/ 176244 h 644162"/>
              <a:gd name="connsiteX12" fmla="*/ 441846 w 647931"/>
              <a:gd name="connsiteY12" fmla="*/ 301669 h 644162"/>
              <a:gd name="connsiteX13" fmla="*/ 543042 w 647931"/>
              <a:gd name="connsiteY13" fmla="*/ 446332 h 644162"/>
              <a:gd name="connsiteX14" fmla="*/ 632032 w 647931"/>
              <a:gd name="connsiteY14" fmla="*/ 594034 h 644162"/>
              <a:gd name="connsiteX15" fmla="*/ 617917 w 647931"/>
              <a:gd name="connsiteY15" fmla="*/ 639477 h 644162"/>
              <a:gd name="connsiteX0" fmla="*/ 617817 w 647831"/>
              <a:gd name="connsiteY0" fmla="*/ 640484 h 645169"/>
              <a:gd name="connsiteX1" fmla="*/ 529975 w 647831"/>
              <a:gd name="connsiteY1" fmla="*/ 589118 h 645169"/>
              <a:gd name="connsiteX2" fmla="*/ 481488 w 647831"/>
              <a:gd name="connsiteY2" fmla="*/ 557734 h 645169"/>
              <a:gd name="connsiteX3" fmla="*/ 428240 w 647831"/>
              <a:gd name="connsiteY3" fmla="*/ 523250 h 645169"/>
              <a:gd name="connsiteX4" fmla="*/ 382575 w 647831"/>
              <a:gd name="connsiteY4" fmla="*/ 494412 h 645169"/>
              <a:gd name="connsiteX5" fmla="*/ 333479 w 647831"/>
              <a:gd name="connsiteY5" fmla="*/ 465464 h 645169"/>
              <a:gd name="connsiteX6" fmla="*/ 266338 w 647831"/>
              <a:gd name="connsiteY6" fmla="*/ 427936 h 645169"/>
              <a:gd name="connsiteX7" fmla="*/ 1548 w 647831"/>
              <a:gd name="connsiteY7" fmla="*/ 123970 h 645169"/>
              <a:gd name="connsiteX8" fmla="*/ 42112 w 647831"/>
              <a:gd name="connsiteY8" fmla="*/ 12702 h 645169"/>
              <a:gd name="connsiteX9" fmla="*/ 134058 w 647831"/>
              <a:gd name="connsiteY9" fmla="*/ 6334 h 645169"/>
              <a:gd name="connsiteX10" fmla="*/ 222279 w 647831"/>
              <a:gd name="connsiteY10" fmla="*/ 47286 h 645169"/>
              <a:gd name="connsiteX11" fmla="*/ 350472 w 647831"/>
              <a:gd name="connsiteY11" fmla="*/ 177251 h 645169"/>
              <a:gd name="connsiteX12" fmla="*/ 441746 w 647831"/>
              <a:gd name="connsiteY12" fmla="*/ 302676 h 645169"/>
              <a:gd name="connsiteX13" fmla="*/ 542942 w 647831"/>
              <a:gd name="connsiteY13" fmla="*/ 447339 h 645169"/>
              <a:gd name="connsiteX14" fmla="*/ 631932 w 647831"/>
              <a:gd name="connsiteY14" fmla="*/ 595041 h 645169"/>
              <a:gd name="connsiteX15" fmla="*/ 617817 w 647831"/>
              <a:gd name="connsiteY15" fmla="*/ 640484 h 645169"/>
              <a:gd name="connsiteX0" fmla="*/ 617817 w 647831"/>
              <a:gd name="connsiteY0" fmla="*/ 640720 h 645405"/>
              <a:gd name="connsiteX1" fmla="*/ 529975 w 647831"/>
              <a:gd name="connsiteY1" fmla="*/ 589354 h 645405"/>
              <a:gd name="connsiteX2" fmla="*/ 481488 w 647831"/>
              <a:gd name="connsiteY2" fmla="*/ 557970 h 645405"/>
              <a:gd name="connsiteX3" fmla="*/ 428240 w 647831"/>
              <a:gd name="connsiteY3" fmla="*/ 523486 h 645405"/>
              <a:gd name="connsiteX4" fmla="*/ 382575 w 647831"/>
              <a:gd name="connsiteY4" fmla="*/ 494648 h 645405"/>
              <a:gd name="connsiteX5" fmla="*/ 333479 w 647831"/>
              <a:gd name="connsiteY5" fmla="*/ 465700 h 645405"/>
              <a:gd name="connsiteX6" fmla="*/ 266338 w 647831"/>
              <a:gd name="connsiteY6" fmla="*/ 428172 h 645405"/>
              <a:gd name="connsiteX7" fmla="*/ 1548 w 647831"/>
              <a:gd name="connsiteY7" fmla="*/ 124206 h 645405"/>
              <a:gd name="connsiteX8" fmla="*/ 42112 w 647831"/>
              <a:gd name="connsiteY8" fmla="*/ 12938 h 645405"/>
              <a:gd name="connsiteX9" fmla="*/ 134058 w 647831"/>
              <a:gd name="connsiteY9" fmla="*/ 6570 h 645405"/>
              <a:gd name="connsiteX10" fmla="*/ 222279 w 647831"/>
              <a:gd name="connsiteY10" fmla="*/ 47522 h 645405"/>
              <a:gd name="connsiteX11" fmla="*/ 350472 w 647831"/>
              <a:gd name="connsiteY11" fmla="*/ 177487 h 645405"/>
              <a:gd name="connsiteX12" fmla="*/ 441746 w 647831"/>
              <a:gd name="connsiteY12" fmla="*/ 302912 h 645405"/>
              <a:gd name="connsiteX13" fmla="*/ 542942 w 647831"/>
              <a:gd name="connsiteY13" fmla="*/ 447575 h 645405"/>
              <a:gd name="connsiteX14" fmla="*/ 631932 w 647831"/>
              <a:gd name="connsiteY14" fmla="*/ 595277 h 645405"/>
              <a:gd name="connsiteX15" fmla="*/ 617817 w 647831"/>
              <a:gd name="connsiteY15" fmla="*/ 640720 h 645405"/>
              <a:gd name="connsiteX0" fmla="*/ 631394 w 661408"/>
              <a:gd name="connsiteY0" fmla="*/ 634931 h 639616"/>
              <a:gd name="connsiteX1" fmla="*/ 543552 w 661408"/>
              <a:gd name="connsiteY1" fmla="*/ 583565 h 639616"/>
              <a:gd name="connsiteX2" fmla="*/ 495065 w 661408"/>
              <a:gd name="connsiteY2" fmla="*/ 552181 h 639616"/>
              <a:gd name="connsiteX3" fmla="*/ 441817 w 661408"/>
              <a:gd name="connsiteY3" fmla="*/ 517697 h 639616"/>
              <a:gd name="connsiteX4" fmla="*/ 396152 w 661408"/>
              <a:gd name="connsiteY4" fmla="*/ 488859 h 639616"/>
              <a:gd name="connsiteX5" fmla="*/ 347056 w 661408"/>
              <a:gd name="connsiteY5" fmla="*/ 459911 h 639616"/>
              <a:gd name="connsiteX6" fmla="*/ 279915 w 661408"/>
              <a:gd name="connsiteY6" fmla="*/ 422383 h 639616"/>
              <a:gd name="connsiteX7" fmla="*/ 15125 w 661408"/>
              <a:gd name="connsiteY7" fmla="*/ 118417 h 639616"/>
              <a:gd name="connsiteX8" fmla="*/ 44811 w 661408"/>
              <a:gd name="connsiteY8" fmla="*/ 23147 h 639616"/>
              <a:gd name="connsiteX9" fmla="*/ 147635 w 661408"/>
              <a:gd name="connsiteY9" fmla="*/ 781 h 639616"/>
              <a:gd name="connsiteX10" fmla="*/ 235856 w 661408"/>
              <a:gd name="connsiteY10" fmla="*/ 41733 h 639616"/>
              <a:gd name="connsiteX11" fmla="*/ 364049 w 661408"/>
              <a:gd name="connsiteY11" fmla="*/ 171698 h 639616"/>
              <a:gd name="connsiteX12" fmla="*/ 455323 w 661408"/>
              <a:gd name="connsiteY12" fmla="*/ 297123 h 639616"/>
              <a:gd name="connsiteX13" fmla="*/ 556519 w 661408"/>
              <a:gd name="connsiteY13" fmla="*/ 441786 h 639616"/>
              <a:gd name="connsiteX14" fmla="*/ 645509 w 661408"/>
              <a:gd name="connsiteY14" fmla="*/ 589488 h 639616"/>
              <a:gd name="connsiteX15" fmla="*/ 631394 w 661408"/>
              <a:gd name="connsiteY15" fmla="*/ 634931 h 639616"/>
              <a:gd name="connsiteX0" fmla="*/ 618805 w 648819"/>
              <a:gd name="connsiteY0" fmla="*/ 634931 h 639616"/>
              <a:gd name="connsiteX1" fmla="*/ 530963 w 648819"/>
              <a:gd name="connsiteY1" fmla="*/ 583565 h 639616"/>
              <a:gd name="connsiteX2" fmla="*/ 482476 w 648819"/>
              <a:gd name="connsiteY2" fmla="*/ 552181 h 639616"/>
              <a:gd name="connsiteX3" fmla="*/ 429228 w 648819"/>
              <a:gd name="connsiteY3" fmla="*/ 517697 h 639616"/>
              <a:gd name="connsiteX4" fmla="*/ 383563 w 648819"/>
              <a:gd name="connsiteY4" fmla="*/ 488859 h 639616"/>
              <a:gd name="connsiteX5" fmla="*/ 334467 w 648819"/>
              <a:gd name="connsiteY5" fmla="*/ 459911 h 639616"/>
              <a:gd name="connsiteX6" fmla="*/ 267326 w 648819"/>
              <a:gd name="connsiteY6" fmla="*/ 422383 h 639616"/>
              <a:gd name="connsiteX7" fmla="*/ 2536 w 648819"/>
              <a:gd name="connsiteY7" fmla="*/ 118417 h 639616"/>
              <a:gd name="connsiteX8" fmla="*/ 32222 w 648819"/>
              <a:gd name="connsiteY8" fmla="*/ 23147 h 639616"/>
              <a:gd name="connsiteX9" fmla="*/ 135046 w 648819"/>
              <a:gd name="connsiteY9" fmla="*/ 781 h 639616"/>
              <a:gd name="connsiteX10" fmla="*/ 223267 w 648819"/>
              <a:gd name="connsiteY10" fmla="*/ 41733 h 639616"/>
              <a:gd name="connsiteX11" fmla="*/ 351460 w 648819"/>
              <a:gd name="connsiteY11" fmla="*/ 171698 h 639616"/>
              <a:gd name="connsiteX12" fmla="*/ 442734 w 648819"/>
              <a:gd name="connsiteY12" fmla="*/ 297123 h 639616"/>
              <a:gd name="connsiteX13" fmla="*/ 543930 w 648819"/>
              <a:gd name="connsiteY13" fmla="*/ 441786 h 639616"/>
              <a:gd name="connsiteX14" fmla="*/ 632920 w 648819"/>
              <a:gd name="connsiteY14" fmla="*/ 589488 h 639616"/>
              <a:gd name="connsiteX15" fmla="*/ 618805 w 648819"/>
              <a:gd name="connsiteY15" fmla="*/ 634931 h 639616"/>
              <a:gd name="connsiteX0" fmla="*/ 620038 w 650052"/>
              <a:gd name="connsiteY0" fmla="*/ 634931 h 639616"/>
              <a:gd name="connsiteX1" fmla="*/ 532196 w 650052"/>
              <a:gd name="connsiteY1" fmla="*/ 583565 h 639616"/>
              <a:gd name="connsiteX2" fmla="*/ 483709 w 650052"/>
              <a:gd name="connsiteY2" fmla="*/ 552181 h 639616"/>
              <a:gd name="connsiteX3" fmla="*/ 430461 w 650052"/>
              <a:gd name="connsiteY3" fmla="*/ 517697 h 639616"/>
              <a:gd name="connsiteX4" fmla="*/ 384796 w 650052"/>
              <a:gd name="connsiteY4" fmla="*/ 488859 h 639616"/>
              <a:gd name="connsiteX5" fmla="*/ 335700 w 650052"/>
              <a:gd name="connsiteY5" fmla="*/ 459911 h 639616"/>
              <a:gd name="connsiteX6" fmla="*/ 268559 w 650052"/>
              <a:gd name="connsiteY6" fmla="*/ 422383 h 639616"/>
              <a:gd name="connsiteX7" fmla="*/ 3769 w 650052"/>
              <a:gd name="connsiteY7" fmla="*/ 118417 h 639616"/>
              <a:gd name="connsiteX8" fmla="*/ 33455 w 650052"/>
              <a:gd name="connsiteY8" fmla="*/ 23147 h 639616"/>
              <a:gd name="connsiteX9" fmla="*/ 136279 w 650052"/>
              <a:gd name="connsiteY9" fmla="*/ 781 h 639616"/>
              <a:gd name="connsiteX10" fmla="*/ 224500 w 650052"/>
              <a:gd name="connsiteY10" fmla="*/ 41733 h 639616"/>
              <a:gd name="connsiteX11" fmla="*/ 352693 w 650052"/>
              <a:gd name="connsiteY11" fmla="*/ 171698 h 639616"/>
              <a:gd name="connsiteX12" fmla="*/ 443967 w 650052"/>
              <a:gd name="connsiteY12" fmla="*/ 297123 h 639616"/>
              <a:gd name="connsiteX13" fmla="*/ 545163 w 650052"/>
              <a:gd name="connsiteY13" fmla="*/ 441786 h 639616"/>
              <a:gd name="connsiteX14" fmla="*/ 634153 w 650052"/>
              <a:gd name="connsiteY14" fmla="*/ 589488 h 639616"/>
              <a:gd name="connsiteX15" fmla="*/ 620038 w 650052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950 w 652964"/>
              <a:gd name="connsiteY0" fmla="*/ 634931 h 639616"/>
              <a:gd name="connsiteX1" fmla="*/ 535108 w 652964"/>
              <a:gd name="connsiteY1" fmla="*/ 583565 h 639616"/>
              <a:gd name="connsiteX2" fmla="*/ 486621 w 652964"/>
              <a:gd name="connsiteY2" fmla="*/ 552181 h 639616"/>
              <a:gd name="connsiteX3" fmla="*/ 433373 w 652964"/>
              <a:gd name="connsiteY3" fmla="*/ 517697 h 639616"/>
              <a:gd name="connsiteX4" fmla="*/ 387708 w 652964"/>
              <a:gd name="connsiteY4" fmla="*/ 488859 h 639616"/>
              <a:gd name="connsiteX5" fmla="*/ 338612 w 652964"/>
              <a:gd name="connsiteY5" fmla="*/ 459911 h 639616"/>
              <a:gd name="connsiteX6" fmla="*/ 153089 w 652964"/>
              <a:gd name="connsiteY6" fmla="*/ 314879 h 639616"/>
              <a:gd name="connsiteX7" fmla="*/ 6681 w 652964"/>
              <a:gd name="connsiteY7" fmla="*/ 118417 h 639616"/>
              <a:gd name="connsiteX8" fmla="*/ 36367 w 652964"/>
              <a:gd name="connsiteY8" fmla="*/ 23147 h 639616"/>
              <a:gd name="connsiteX9" fmla="*/ 139191 w 652964"/>
              <a:gd name="connsiteY9" fmla="*/ 781 h 639616"/>
              <a:gd name="connsiteX10" fmla="*/ 227412 w 652964"/>
              <a:gd name="connsiteY10" fmla="*/ 41733 h 639616"/>
              <a:gd name="connsiteX11" fmla="*/ 355605 w 652964"/>
              <a:gd name="connsiteY11" fmla="*/ 171698 h 639616"/>
              <a:gd name="connsiteX12" fmla="*/ 446879 w 652964"/>
              <a:gd name="connsiteY12" fmla="*/ 297123 h 639616"/>
              <a:gd name="connsiteX13" fmla="*/ 548075 w 652964"/>
              <a:gd name="connsiteY13" fmla="*/ 441786 h 639616"/>
              <a:gd name="connsiteX14" fmla="*/ 637065 w 652964"/>
              <a:gd name="connsiteY14" fmla="*/ 589488 h 639616"/>
              <a:gd name="connsiteX15" fmla="*/ 622950 w 652964"/>
              <a:gd name="connsiteY15" fmla="*/ 634931 h 639616"/>
              <a:gd name="connsiteX0" fmla="*/ 622287 w 652301"/>
              <a:gd name="connsiteY0" fmla="*/ 634931 h 639616"/>
              <a:gd name="connsiteX1" fmla="*/ 534445 w 652301"/>
              <a:gd name="connsiteY1" fmla="*/ 583565 h 639616"/>
              <a:gd name="connsiteX2" fmla="*/ 485958 w 652301"/>
              <a:gd name="connsiteY2" fmla="*/ 552181 h 639616"/>
              <a:gd name="connsiteX3" fmla="*/ 432710 w 652301"/>
              <a:gd name="connsiteY3" fmla="*/ 517697 h 639616"/>
              <a:gd name="connsiteX4" fmla="*/ 387045 w 652301"/>
              <a:gd name="connsiteY4" fmla="*/ 488859 h 639616"/>
              <a:gd name="connsiteX5" fmla="*/ 337949 w 652301"/>
              <a:gd name="connsiteY5" fmla="*/ 459911 h 639616"/>
              <a:gd name="connsiteX6" fmla="*/ 142828 w 652301"/>
              <a:gd name="connsiteY6" fmla="*/ 330877 h 639616"/>
              <a:gd name="connsiteX7" fmla="*/ 6018 w 652301"/>
              <a:gd name="connsiteY7" fmla="*/ 118417 h 639616"/>
              <a:gd name="connsiteX8" fmla="*/ 35704 w 652301"/>
              <a:gd name="connsiteY8" fmla="*/ 23147 h 639616"/>
              <a:gd name="connsiteX9" fmla="*/ 138528 w 652301"/>
              <a:gd name="connsiteY9" fmla="*/ 781 h 639616"/>
              <a:gd name="connsiteX10" fmla="*/ 226749 w 652301"/>
              <a:gd name="connsiteY10" fmla="*/ 41733 h 639616"/>
              <a:gd name="connsiteX11" fmla="*/ 354942 w 652301"/>
              <a:gd name="connsiteY11" fmla="*/ 171698 h 639616"/>
              <a:gd name="connsiteX12" fmla="*/ 446216 w 652301"/>
              <a:gd name="connsiteY12" fmla="*/ 297123 h 639616"/>
              <a:gd name="connsiteX13" fmla="*/ 547412 w 652301"/>
              <a:gd name="connsiteY13" fmla="*/ 441786 h 639616"/>
              <a:gd name="connsiteX14" fmla="*/ 636402 w 652301"/>
              <a:gd name="connsiteY14" fmla="*/ 589488 h 639616"/>
              <a:gd name="connsiteX15" fmla="*/ 622287 w 652301"/>
              <a:gd name="connsiteY15" fmla="*/ 634931 h 639616"/>
              <a:gd name="connsiteX0" fmla="*/ 621455 w 651469"/>
              <a:gd name="connsiteY0" fmla="*/ 634931 h 639616"/>
              <a:gd name="connsiteX1" fmla="*/ 533613 w 651469"/>
              <a:gd name="connsiteY1" fmla="*/ 583565 h 639616"/>
              <a:gd name="connsiteX2" fmla="*/ 485126 w 651469"/>
              <a:gd name="connsiteY2" fmla="*/ 552181 h 639616"/>
              <a:gd name="connsiteX3" fmla="*/ 431878 w 651469"/>
              <a:gd name="connsiteY3" fmla="*/ 517697 h 639616"/>
              <a:gd name="connsiteX4" fmla="*/ 386213 w 651469"/>
              <a:gd name="connsiteY4" fmla="*/ 488859 h 639616"/>
              <a:gd name="connsiteX5" fmla="*/ 337117 w 651469"/>
              <a:gd name="connsiteY5" fmla="*/ 459911 h 639616"/>
              <a:gd name="connsiteX6" fmla="*/ 129838 w 651469"/>
              <a:gd name="connsiteY6" fmla="*/ 320639 h 639616"/>
              <a:gd name="connsiteX7" fmla="*/ 5186 w 651469"/>
              <a:gd name="connsiteY7" fmla="*/ 118417 h 639616"/>
              <a:gd name="connsiteX8" fmla="*/ 34872 w 651469"/>
              <a:gd name="connsiteY8" fmla="*/ 23147 h 639616"/>
              <a:gd name="connsiteX9" fmla="*/ 137696 w 651469"/>
              <a:gd name="connsiteY9" fmla="*/ 781 h 639616"/>
              <a:gd name="connsiteX10" fmla="*/ 225917 w 651469"/>
              <a:gd name="connsiteY10" fmla="*/ 41733 h 639616"/>
              <a:gd name="connsiteX11" fmla="*/ 354110 w 651469"/>
              <a:gd name="connsiteY11" fmla="*/ 171698 h 639616"/>
              <a:gd name="connsiteX12" fmla="*/ 445384 w 651469"/>
              <a:gd name="connsiteY12" fmla="*/ 297123 h 639616"/>
              <a:gd name="connsiteX13" fmla="*/ 546580 w 651469"/>
              <a:gd name="connsiteY13" fmla="*/ 441786 h 639616"/>
              <a:gd name="connsiteX14" fmla="*/ 635570 w 651469"/>
              <a:gd name="connsiteY14" fmla="*/ 589488 h 639616"/>
              <a:gd name="connsiteX15" fmla="*/ 621455 w 651469"/>
              <a:gd name="connsiteY15" fmla="*/ 634931 h 639616"/>
              <a:gd name="connsiteX0" fmla="*/ 627383 w 657397"/>
              <a:gd name="connsiteY0" fmla="*/ 634931 h 639616"/>
              <a:gd name="connsiteX1" fmla="*/ 539541 w 657397"/>
              <a:gd name="connsiteY1" fmla="*/ 583565 h 639616"/>
              <a:gd name="connsiteX2" fmla="*/ 491054 w 657397"/>
              <a:gd name="connsiteY2" fmla="*/ 552181 h 639616"/>
              <a:gd name="connsiteX3" fmla="*/ 437806 w 657397"/>
              <a:gd name="connsiteY3" fmla="*/ 517697 h 639616"/>
              <a:gd name="connsiteX4" fmla="*/ 392141 w 657397"/>
              <a:gd name="connsiteY4" fmla="*/ 488859 h 639616"/>
              <a:gd name="connsiteX5" fmla="*/ 343045 w 657397"/>
              <a:gd name="connsiteY5" fmla="*/ 459911 h 639616"/>
              <a:gd name="connsiteX6" fmla="*/ 135766 w 657397"/>
              <a:gd name="connsiteY6" fmla="*/ 320639 h 639616"/>
              <a:gd name="connsiteX7" fmla="*/ 11114 w 657397"/>
              <a:gd name="connsiteY7" fmla="*/ 118417 h 639616"/>
              <a:gd name="connsiteX8" fmla="*/ 40800 w 657397"/>
              <a:gd name="connsiteY8" fmla="*/ 23147 h 639616"/>
              <a:gd name="connsiteX9" fmla="*/ 143624 w 657397"/>
              <a:gd name="connsiteY9" fmla="*/ 781 h 639616"/>
              <a:gd name="connsiteX10" fmla="*/ 231845 w 657397"/>
              <a:gd name="connsiteY10" fmla="*/ 41733 h 639616"/>
              <a:gd name="connsiteX11" fmla="*/ 360038 w 657397"/>
              <a:gd name="connsiteY11" fmla="*/ 171698 h 639616"/>
              <a:gd name="connsiteX12" fmla="*/ 451312 w 657397"/>
              <a:gd name="connsiteY12" fmla="*/ 297123 h 639616"/>
              <a:gd name="connsiteX13" fmla="*/ 552508 w 657397"/>
              <a:gd name="connsiteY13" fmla="*/ 441786 h 639616"/>
              <a:gd name="connsiteX14" fmla="*/ 641498 w 657397"/>
              <a:gd name="connsiteY14" fmla="*/ 589488 h 639616"/>
              <a:gd name="connsiteX15" fmla="*/ 627383 w 657397"/>
              <a:gd name="connsiteY15" fmla="*/ 634931 h 639616"/>
              <a:gd name="connsiteX0" fmla="*/ 613841 w 643855"/>
              <a:gd name="connsiteY0" fmla="*/ 636221 h 640906"/>
              <a:gd name="connsiteX1" fmla="*/ 525999 w 643855"/>
              <a:gd name="connsiteY1" fmla="*/ 584855 h 640906"/>
              <a:gd name="connsiteX2" fmla="*/ 477512 w 643855"/>
              <a:gd name="connsiteY2" fmla="*/ 553471 h 640906"/>
              <a:gd name="connsiteX3" fmla="*/ 424264 w 643855"/>
              <a:gd name="connsiteY3" fmla="*/ 518987 h 640906"/>
              <a:gd name="connsiteX4" fmla="*/ 378599 w 643855"/>
              <a:gd name="connsiteY4" fmla="*/ 490149 h 640906"/>
              <a:gd name="connsiteX5" fmla="*/ 329503 w 643855"/>
              <a:gd name="connsiteY5" fmla="*/ 461201 h 640906"/>
              <a:gd name="connsiteX6" fmla="*/ 122224 w 643855"/>
              <a:gd name="connsiteY6" fmla="*/ 321929 h 640906"/>
              <a:gd name="connsiteX7" fmla="*/ 14209 w 643855"/>
              <a:gd name="connsiteY7" fmla="*/ 177298 h 640906"/>
              <a:gd name="connsiteX8" fmla="*/ 27258 w 643855"/>
              <a:gd name="connsiteY8" fmla="*/ 24437 h 640906"/>
              <a:gd name="connsiteX9" fmla="*/ 130082 w 643855"/>
              <a:gd name="connsiteY9" fmla="*/ 2071 h 640906"/>
              <a:gd name="connsiteX10" fmla="*/ 218303 w 643855"/>
              <a:gd name="connsiteY10" fmla="*/ 43023 h 640906"/>
              <a:gd name="connsiteX11" fmla="*/ 346496 w 643855"/>
              <a:gd name="connsiteY11" fmla="*/ 172988 h 640906"/>
              <a:gd name="connsiteX12" fmla="*/ 437770 w 643855"/>
              <a:gd name="connsiteY12" fmla="*/ 298413 h 640906"/>
              <a:gd name="connsiteX13" fmla="*/ 538966 w 643855"/>
              <a:gd name="connsiteY13" fmla="*/ 443076 h 640906"/>
              <a:gd name="connsiteX14" fmla="*/ 627956 w 643855"/>
              <a:gd name="connsiteY14" fmla="*/ 590778 h 640906"/>
              <a:gd name="connsiteX15" fmla="*/ 613841 w 643855"/>
              <a:gd name="connsiteY15" fmla="*/ 636221 h 640906"/>
              <a:gd name="connsiteX0" fmla="*/ 622369 w 652383"/>
              <a:gd name="connsiteY0" fmla="*/ 636221 h 640906"/>
              <a:gd name="connsiteX1" fmla="*/ 534527 w 652383"/>
              <a:gd name="connsiteY1" fmla="*/ 584855 h 640906"/>
              <a:gd name="connsiteX2" fmla="*/ 486040 w 652383"/>
              <a:gd name="connsiteY2" fmla="*/ 553471 h 640906"/>
              <a:gd name="connsiteX3" fmla="*/ 432792 w 652383"/>
              <a:gd name="connsiteY3" fmla="*/ 518987 h 640906"/>
              <a:gd name="connsiteX4" fmla="*/ 387127 w 652383"/>
              <a:gd name="connsiteY4" fmla="*/ 490149 h 640906"/>
              <a:gd name="connsiteX5" fmla="*/ 338031 w 652383"/>
              <a:gd name="connsiteY5" fmla="*/ 461201 h 640906"/>
              <a:gd name="connsiteX6" fmla="*/ 130752 w 652383"/>
              <a:gd name="connsiteY6" fmla="*/ 321929 h 640906"/>
              <a:gd name="connsiteX7" fmla="*/ 22737 w 652383"/>
              <a:gd name="connsiteY7" fmla="*/ 177298 h 640906"/>
              <a:gd name="connsiteX8" fmla="*/ 35786 w 652383"/>
              <a:gd name="connsiteY8" fmla="*/ 24437 h 640906"/>
              <a:gd name="connsiteX9" fmla="*/ 138610 w 652383"/>
              <a:gd name="connsiteY9" fmla="*/ 2071 h 640906"/>
              <a:gd name="connsiteX10" fmla="*/ 226831 w 652383"/>
              <a:gd name="connsiteY10" fmla="*/ 43023 h 640906"/>
              <a:gd name="connsiteX11" fmla="*/ 355024 w 652383"/>
              <a:gd name="connsiteY11" fmla="*/ 172988 h 640906"/>
              <a:gd name="connsiteX12" fmla="*/ 446298 w 652383"/>
              <a:gd name="connsiteY12" fmla="*/ 298413 h 640906"/>
              <a:gd name="connsiteX13" fmla="*/ 547494 w 652383"/>
              <a:gd name="connsiteY13" fmla="*/ 443076 h 640906"/>
              <a:gd name="connsiteX14" fmla="*/ 636484 w 652383"/>
              <a:gd name="connsiteY14" fmla="*/ 590778 h 640906"/>
              <a:gd name="connsiteX15" fmla="*/ 622369 w 652383"/>
              <a:gd name="connsiteY15" fmla="*/ 636221 h 640906"/>
              <a:gd name="connsiteX0" fmla="*/ 620664 w 650678"/>
              <a:gd name="connsiteY0" fmla="*/ 636221 h 640906"/>
              <a:gd name="connsiteX1" fmla="*/ 532822 w 650678"/>
              <a:gd name="connsiteY1" fmla="*/ 584855 h 640906"/>
              <a:gd name="connsiteX2" fmla="*/ 484335 w 650678"/>
              <a:gd name="connsiteY2" fmla="*/ 553471 h 640906"/>
              <a:gd name="connsiteX3" fmla="*/ 431087 w 650678"/>
              <a:gd name="connsiteY3" fmla="*/ 518987 h 640906"/>
              <a:gd name="connsiteX4" fmla="*/ 385422 w 650678"/>
              <a:gd name="connsiteY4" fmla="*/ 490149 h 640906"/>
              <a:gd name="connsiteX5" fmla="*/ 336326 w 650678"/>
              <a:gd name="connsiteY5" fmla="*/ 461201 h 640906"/>
              <a:gd name="connsiteX6" fmla="*/ 129047 w 650678"/>
              <a:gd name="connsiteY6" fmla="*/ 321929 h 640906"/>
              <a:gd name="connsiteX7" fmla="*/ 21032 w 650678"/>
              <a:gd name="connsiteY7" fmla="*/ 177298 h 640906"/>
              <a:gd name="connsiteX8" fmla="*/ 34081 w 650678"/>
              <a:gd name="connsiteY8" fmla="*/ 24437 h 640906"/>
              <a:gd name="connsiteX9" fmla="*/ 136905 w 650678"/>
              <a:gd name="connsiteY9" fmla="*/ 2071 h 640906"/>
              <a:gd name="connsiteX10" fmla="*/ 225126 w 650678"/>
              <a:gd name="connsiteY10" fmla="*/ 43023 h 640906"/>
              <a:gd name="connsiteX11" fmla="*/ 353319 w 650678"/>
              <a:gd name="connsiteY11" fmla="*/ 172988 h 640906"/>
              <a:gd name="connsiteX12" fmla="*/ 444593 w 650678"/>
              <a:gd name="connsiteY12" fmla="*/ 298413 h 640906"/>
              <a:gd name="connsiteX13" fmla="*/ 545789 w 650678"/>
              <a:gd name="connsiteY13" fmla="*/ 443076 h 640906"/>
              <a:gd name="connsiteX14" fmla="*/ 634779 w 650678"/>
              <a:gd name="connsiteY14" fmla="*/ 590778 h 640906"/>
              <a:gd name="connsiteX15" fmla="*/ 620664 w 650678"/>
              <a:gd name="connsiteY15" fmla="*/ 636221 h 640906"/>
              <a:gd name="connsiteX0" fmla="*/ 622197 w 652211"/>
              <a:gd name="connsiteY0" fmla="*/ 635531 h 640216"/>
              <a:gd name="connsiteX1" fmla="*/ 534355 w 652211"/>
              <a:gd name="connsiteY1" fmla="*/ 584165 h 640216"/>
              <a:gd name="connsiteX2" fmla="*/ 485868 w 652211"/>
              <a:gd name="connsiteY2" fmla="*/ 552781 h 640216"/>
              <a:gd name="connsiteX3" fmla="*/ 432620 w 652211"/>
              <a:gd name="connsiteY3" fmla="*/ 518297 h 640216"/>
              <a:gd name="connsiteX4" fmla="*/ 386955 w 652211"/>
              <a:gd name="connsiteY4" fmla="*/ 489459 h 640216"/>
              <a:gd name="connsiteX5" fmla="*/ 337859 w 652211"/>
              <a:gd name="connsiteY5" fmla="*/ 460511 h 640216"/>
              <a:gd name="connsiteX6" fmla="*/ 130580 w 652211"/>
              <a:gd name="connsiteY6" fmla="*/ 321239 h 640216"/>
              <a:gd name="connsiteX7" fmla="*/ 22565 w 652211"/>
              <a:gd name="connsiteY7" fmla="*/ 176608 h 640216"/>
              <a:gd name="connsiteX8" fmla="*/ 35614 w 652211"/>
              <a:gd name="connsiteY8" fmla="*/ 23747 h 640216"/>
              <a:gd name="connsiteX9" fmla="*/ 138438 w 652211"/>
              <a:gd name="connsiteY9" fmla="*/ 1381 h 640216"/>
              <a:gd name="connsiteX10" fmla="*/ 226659 w 652211"/>
              <a:gd name="connsiteY10" fmla="*/ 42333 h 640216"/>
              <a:gd name="connsiteX11" fmla="*/ 354852 w 652211"/>
              <a:gd name="connsiteY11" fmla="*/ 172298 h 640216"/>
              <a:gd name="connsiteX12" fmla="*/ 446126 w 652211"/>
              <a:gd name="connsiteY12" fmla="*/ 297723 h 640216"/>
              <a:gd name="connsiteX13" fmla="*/ 547322 w 652211"/>
              <a:gd name="connsiteY13" fmla="*/ 442386 h 640216"/>
              <a:gd name="connsiteX14" fmla="*/ 636312 w 652211"/>
              <a:gd name="connsiteY14" fmla="*/ 590088 h 640216"/>
              <a:gd name="connsiteX15" fmla="*/ 622197 w 652211"/>
              <a:gd name="connsiteY15" fmla="*/ 635531 h 640216"/>
              <a:gd name="connsiteX0" fmla="*/ 622197 w 652211"/>
              <a:gd name="connsiteY0" fmla="*/ 638026 h 642711"/>
              <a:gd name="connsiteX1" fmla="*/ 534355 w 652211"/>
              <a:gd name="connsiteY1" fmla="*/ 586660 h 642711"/>
              <a:gd name="connsiteX2" fmla="*/ 485868 w 652211"/>
              <a:gd name="connsiteY2" fmla="*/ 555276 h 642711"/>
              <a:gd name="connsiteX3" fmla="*/ 432620 w 652211"/>
              <a:gd name="connsiteY3" fmla="*/ 520792 h 642711"/>
              <a:gd name="connsiteX4" fmla="*/ 386955 w 652211"/>
              <a:gd name="connsiteY4" fmla="*/ 491954 h 642711"/>
              <a:gd name="connsiteX5" fmla="*/ 337859 w 652211"/>
              <a:gd name="connsiteY5" fmla="*/ 463006 h 642711"/>
              <a:gd name="connsiteX6" fmla="*/ 130580 w 652211"/>
              <a:gd name="connsiteY6" fmla="*/ 323734 h 642711"/>
              <a:gd name="connsiteX7" fmla="*/ 22565 w 652211"/>
              <a:gd name="connsiteY7" fmla="*/ 179103 h 642711"/>
              <a:gd name="connsiteX8" fmla="*/ 35614 w 652211"/>
              <a:gd name="connsiteY8" fmla="*/ 26242 h 642711"/>
              <a:gd name="connsiteX9" fmla="*/ 138438 w 652211"/>
              <a:gd name="connsiteY9" fmla="*/ 3876 h 642711"/>
              <a:gd name="connsiteX10" fmla="*/ 226659 w 652211"/>
              <a:gd name="connsiteY10" fmla="*/ 44828 h 642711"/>
              <a:gd name="connsiteX11" fmla="*/ 354852 w 652211"/>
              <a:gd name="connsiteY11" fmla="*/ 174793 h 642711"/>
              <a:gd name="connsiteX12" fmla="*/ 446126 w 652211"/>
              <a:gd name="connsiteY12" fmla="*/ 300218 h 642711"/>
              <a:gd name="connsiteX13" fmla="*/ 547322 w 652211"/>
              <a:gd name="connsiteY13" fmla="*/ 444881 h 642711"/>
              <a:gd name="connsiteX14" fmla="*/ 636312 w 652211"/>
              <a:gd name="connsiteY14" fmla="*/ 592583 h 642711"/>
              <a:gd name="connsiteX15" fmla="*/ 622197 w 652211"/>
              <a:gd name="connsiteY15" fmla="*/ 638026 h 642711"/>
              <a:gd name="connsiteX0" fmla="*/ 610945 w 640959"/>
              <a:gd name="connsiteY0" fmla="*/ 638026 h 642711"/>
              <a:gd name="connsiteX1" fmla="*/ 523103 w 640959"/>
              <a:gd name="connsiteY1" fmla="*/ 586660 h 642711"/>
              <a:gd name="connsiteX2" fmla="*/ 474616 w 640959"/>
              <a:gd name="connsiteY2" fmla="*/ 555276 h 642711"/>
              <a:gd name="connsiteX3" fmla="*/ 421368 w 640959"/>
              <a:gd name="connsiteY3" fmla="*/ 520792 h 642711"/>
              <a:gd name="connsiteX4" fmla="*/ 375703 w 640959"/>
              <a:gd name="connsiteY4" fmla="*/ 491954 h 642711"/>
              <a:gd name="connsiteX5" fmla="*/ 326607 w 640959"/>
              <a:gd name="connsiteY5" fmla="*/ 463006 h 642711"/>
              <a:gd name="connsiteX6" fmla="*/ 119328 w 640959"/>
              <a:gd name="connsiteY6" fmla="*/ 323734 h 642711"/>
              <a:gd name="connsiteX7" fmla="*/ 11313 w 640959"/>
              <a:gd name="connsiteY7" fmla="*/ 179103 h 642711"/>
              <a:gd name="connsiteX8" fmla="*/ 24362 w 640959"/>
              <a:gd name="connsiteY8" fmla="*/ 26242 h 642711"/>
              <a:gd name="connsiteX9" fmla="*/ 127186 w 640959"/>
              <a:gd name="connsiteY9" fmla="*/ 3876 h 642711"/>
              <a:gd name="connsiteX10" fmla="*/ 215407 w 640959"/>
              <a:gd name="connsiteY10" fmla="*/ 44828 h 642711"/>
              <a:gd name="connsiteX11" fmla="*/ 343600 w 640959"/>
              <a:gd name="connsiteY11" fmla="*/ 174793 h 642711"/>
              <a:gd name="connsiteX12" fmla="*/ 434874 w 640959"/>
              <a:gd name="connsiteY12" fmla="*/ 300218 h 642711"/>
              <a:gd name="connsiteX13" fmla="*/ 536070 w 640959"/>
              <a:gd name="connsiteY13" fmla="*/ 444881 h 642711"/>
              <a:gd name="connsiteX14" fmla="*/ 625060 w 640959"/>
              <a:gd name="connsiteY14" fmla="*/ 592583 h 642711"/>
              <a:gd name="connsiteX15" fmla="*/ 610945 w 640959"/>
              <a:gd name="connsiteY15" fmla="*/ 638026 h 642711"/>
              <a:gd name="connsiteX0" fmla="*/ 614019 w 644033"/>
              <a:gd name="connsiteY0" fmla="*/ 638026 h 642711"/>
              <a:gd name="connsiteX1" fmla="*/ 526177 w 644033"/>
              <a:gd name="connsiteY1" fmla="*/ 586660 h 642711"/>
              <a:gd name="connsiteX2" fmla="*/ 477690 w 644033"/>
              <a:gd name="connsiteY2" fmla="*/ 555276 h 642711"/>
              <a:gd name="connsiteX3" fmla="*/ 424442 w 644033"/>
              <a:gd name="connsiteY3" fmla="*/ 520792 h 642711"/>
              <a:gd name="connsiteX4" fmla="*/ 378777 w 644033"/>
              <a:gd name="connsiteY4" fmla="*/ 491954 h 642711"/>
              <a:gd name="connsiteX5" fmla="*/ 329681 w 644033"/>
              <a:gd name="connsiteY5" fmla="*/ 463006 h 642711"/>
              <a:gd name="connsiteX6" fmla="*/ 122402 w 644033"/>
              <a:gd name="connsiteY6" fmla="*/ 323734 h 642711"/>
              <a:gd name="connsiteX7" fmla="*/ 14387 w 644033"/>
              <a:gd name="connsiteY7" fmla="*/ 179103 h 642711"/>
              <a:gd name="connsiteX8" fmla="*/ 27436 w 644033"/>
              <a:gd name="connsiteY8" fmla="*/ 26242 h 642711"/>
              <a:gd name="connsiteX9" fmla="*/ 130260 w 644033"/>
              <a:gd name="connsiteY9" fmla="*/ 3876 h 642711"/>
              <a:gd name="connsiteX10" fmla="*/ 218481 w 644033"/>
              <a:gd name="connsiteY10" fmla="*/ 44828 h 642711"/>
              <a:gd name="connsiteX11" fmla="*/ 346674 w 644033"/>
              <a:gd name="connsiteY11" fmla="*/ 174793 h 642711"/>
              <a:gd name="connsiteX12" fmla="*/ 437948 w 644033"/>
              <a:gd name="connsiteY12" fmla="*/ 300218 h 642711"/>
              <a:gd name="connsiteX13" fmla="*/ 539144 w 644033"/>
              <a:gd name="connsiteY13" fmla="*/ 444881 h 642711"/>
              <a:gd name="connsiteX14" fmla="*/ 628134 w 644033"/>
              <a:gd name="connsiteY14" fmla="*/ 592583 h 642711"/>
              <a:gd name="connsiteX15" fmla="*/ 614019 w 644033"/>
              <a:gd name="connsiteY15" fmla="*/ 638026 h 642711"/>
              <a:gd name="connsiteX0" fmla="*/ 614862 w 644876"/>
              <a:gd name="connsiteY0" fmla="*/ 638026 h 642711"/>
              <a:gd name="connsiteX1" fmla="*/ 527020 w 644876"/>
              <a:gd name="connsiteY1" fmla="*/ 586660 h 642711"/>
              <a:gd name="connsiteX2" fmla="*/ 478533 w 644876"/>
              <a:gd name="connsiteY2" fmla="*/ 555276 h 642711"/>
              <a:gd name="connsiteX3" fmla="*/ 425285 w 644876"/>
              <a:gd name="connsiteY3" fmla="*/ 520792 h 642711"/>
              <a:gd name="connsiteX4" fmla="*/ 379620 w 644876"/>
              <a:gd name="connsiteY4" fmla="*/ 491954 h 642711"/>
              <a:gd name="connsiteX5" fmla="*/ 330524 w 644876"/>
              <a:gd name="connsiteY5" fmla="*/ 463006 h 642711"/>
              <a:gd name="connsiteX6" fmla="*/ 123245 w 644876"/>
              <a:gd name="connsiteY6" fmla="*/ 323734 h 642711"/>
              <a:gd name="connsiteX7" fmla="*/ 15230 w 644876"/>
              <a:gd name="connsiteY7" fmla="*/ 179103 h 642711"/>
              <a:gd name="connsiteX8" fmla="*/ 28279 w 644876"/>
              <a:gd name="connsiteY8" fmla="*/ 26242 h 642711"/>
              <a:gd name="connsiteX9" fmla="*/ 131103 w 644876"/>
              <a:gd name="connsiteY9" fmla="*/ 3876 h 642711"/>
              <a:gd name="connsiteX10" fmla="*/ 219324 w 644876"/>
              <a:gd name="connsiteY10" fmla="*/ 44828 h 642711"/>
              <a:gd name="connsiteX11" fmla="*/ 347517 w 644876"/>
              <a:gd name="connsiteY11" fmla="*/ 174793 h 642711"/>
              <a:gd name="connsiteX12" fmla="*/ 438791 w 644876"/>
              <a:gd name="connsiteY12" fmla="*/ 300218 h 642711"/>
              <a:gd name="connsiteX13" fmla="*/ 539987 w 644876"/>
              <a:gd name="connsiteY13" fmla="*/ 444881 h 642711"/>
              <a:gd name="connsiteX14" fmla="*/ 628977 w 644876"/>
              <a:gd name="connsiteY14" fmla="*/ 592583 h 642711"/>
              <a:gd name="connsiteX15" fmla="*/ 614862 w 644876"/>
              <a:gd name="connsiteY15" fmla="*/ 638026 h 642711"/>
              <a:gd name="connsiteX0" fmla="*/ 609973 w 639987"/>
              <a:gd name="connsiteY0" fmla="*/ 638026 h 642711"/>
              <a:gd name="connsiteX1" fmla="*/ 522131 w 639987"/>
              <a:gd name="connsiteY1" fmla="*/ 586660 h 642711"/>
              <a:gd name="connsiteX2" fmla="*/ 473644 w 639987"/>
              <a:gd name="connsiteY2" fmla="*/ 555276 h 642711"/>
              <a:gd name="connsiteX3" fmla="*/ 420396 w 639987"/>
              <a:gd name="connsiteY3" fmla="*/ 520792 h 642711"/>
              <a:gd name="connsiteX4" fmla="*/ 374731 w 639987"/>
              <a:gd name="connsiteY4" fmla="*/ 491954 h 642711"/>
              <a:gd name="connsiteX5" fmla="*/ 325635 w 639987"/>
              <a:gd name="connsiteY5" fmla="*/ 463006 h 642711"/>
              <a:gd name="connsiteX6" fmla="*/ 127955 w 639987"/>
              <a:gd name="connsiteY6" fmla="*/ 330773 h 642711"/>
              <a:gd name="connsiteX7" fmla="*/ 10341 w 639987"/>
              <a:gd name="connsiteY7" fmla="*/ 179103 h 642711"/>
              <a:gd name="connsiteX8" fmla="*/ 23390 w 639987"/>
              <a:gd name="connsiteY8" fmla="*/ 26242 h 642711"/>
              <a:gd name="connsiteX9" fmla="*/ 126214 w 639987"/>
              <a:gd name="connsiteY9" fmla="*/ 3876 h 642711"/>
              <a:gd name="connsiteX10" fmla="*/ 214435 w 639987"/>
              <a:gd name="connsiteY10" fmla="*/ 44828 h 642711"/>
              <a:gd name="connsiteX11" fmla="*/ 342628 w 639987"/>
              <a:gd name="connsiteY11" fmla="*/ 174793 h 642711"/>
              <a:gd name="connsiteX12" fmla="*/ 433902 w 639987"/>
              <a:gd name="connsiteY12" fmla="*/ 300218 h 642711"/>
              <a:gd name="connsiteX13" fmla="*/ 535098 w 639987"/>
              <a:gd name="connsiteY13" fmla="*/ 444881 h 642711"/>
              <a:gd name="connsiteX14" fmla="*/ 624088 w 639987"/>
              <a:gd name="connsiteY14" fmla="*/ 592583 h 642711"/>
              <a:gd name="connsiteX15" fmla="*/ 609973 w 639987"/>
              <a:gd name="connsiteY15" fmla="*/ 638026 h 642711"/>
              <a:gd name="connsiteX0" fmla="*/ 614957 w 644971"/>
              <a:gd name="connsiteY0" fmla="*/ 638490 h 643175"/>
              <a:gd name="connsiteX1" fmla="*/ 527115 w 644971"/>
              <a:gd name="connsiteY1" fmla="*/ 587124 h 643175"/>
              <a:gd name="connsiteX2" fmla="*/ 478628 w 644971"/>
              <a:gd name="connsiteY2" fmla="*/ 555740 h 643175"/>
              <a:gd name="connsiteX3" fmla="*/ 425380 w 644971"/>
              <a:gd name="connsiteY3" fmla="*/ 521256 h 643175"/>
              <a:gd name="connsiteX4" fmla="*/ 379715 w 644971"/>
              <a:gd name="connsiteY4" fmla="*/ 492418 h 643175"/>
              <a:gd name="connsiteX5" fmla="*/ 330619 w 644971"/>
              <a:gd name="connsiteY5" fmla="*/ 463470 h 643175"/>
              <a:gd name="connsiteX6" fmla="*/ 132939 w 644971"/>
              <a:gd name="connsiteY6" fmla="*/ 331237 h 643175"/>
              <a:gd name="connsiteX7" fmla="*/ 7006 w 644971"/>
              <a:gd name="connsiteY7" fmla="*/ 171248 h 643175"/>
              <a:gd name="connsiteX8" fmla="*/ 28374 w 644971"/>
              <a:gd name="connsiteY8" fmla="*/ 26706 h 643175"/>
              <a:gd name="connsiteX9" fmla="*/ 131198 w 644971"/>
              <a:gd name="connsiteY9" fmla="*/ 4340 h 643175"/>
              <a:gd name="connsiteX10" fmla="*/ 219419 w 644971"/>
              <a:gd name="connsiteY10" fmla="*/ 45292 h 643175"/>
              <a:gd name="connsiteX11" fmla="*/ 347612 w 644971"/>
              <a:gd name="connsiteY11" fmla="*/ 175257 h 643175"/>
              <a:gd name="connsiteX12" fmla="*/ 438886 w 644971"/>
              <a:gd name="connsiteY12" fmla="*/ 300682 h 643175"/>
              <a:gd name="connsiteX13" fmla="*/ 540082 w 644971"/>
              <a:gd name="connsiteY13" fmla="*/ 445345 h 643175"/>
              <a:gd name="connsiteX14" fmla="*/ 629072 w 644971"/>
              <a:gd name="connsiteY14" fmla="*/ 593047 h 643175"/>
              <a:gd name="connsiteX15" fmla="*/ 614957 w 644971"/>
              <a:gd name="connsiteY15" fmla="*/ 638490 h 643175"/>
              <a:gd name="connsiteX0" fmla="*/ 620797 w 650811"/>
              <a:gd name="connsiteY0" fmla="*/ 634245 h 638930"/>
              <a:gd name="connsiteX1" fmla="*/ 532955 w 650811"/>
              <a:gd name="connsiteY1" fmla="*/ 582879 h 638930"/>
              <a:gd name="connsiteX2" fmla="*/ 484468 w 650811"/>
              <a:gd name="connsiteY2" fmla="*/ 551495 h 638930"/>
              <a:gd name="connsiteX3" fmla="*/ 431220 w 650811"/>
              <a:gd name="connsiteY3" fmla="*/ 517011 h 638930"/>
              <a:gd name="connsiteX4" fmla="*/ 385555 w 650811"/>
              <a:gd name="connsiteY4" fmla="*/ 488173 h 638930"/>
              <a:gd name="connsiteX5" fmla="*/ 336459 w 650811"/>
              <a:gd name="connsiteY5" fmla="*/ 459225 h 638930"/>
              <a:gd name="connsiteX6" fmla="*/ 138779 w 650811"/>
              <a:gd name="connsiteY6" fmla="*/ 326992 h 638930"/>
              <a:gd name="connsiteX7" fmla="*/ 12846 w 650811"/>
              <a:gd name="connsiteY7" fmla="*/ 167003 h 638930"/>
              <a:gd name="connsiteX8" fmla="*/ 18216 w 650811"/>
              <a:gd name="connsiteY8" fmla="*/ 34619 h 638930"/>
              <a:gd name="connsiteX9" fmla="*/ 137038 w 650811"/>
              <a:gd name="connsiteY9" fmla="*/ 95 h 638930"/>
              <a:gd name="connsiteX10" fmla="*/ 225259 w 650811"/>
              <a:gd name="connsiteY10" fmla="*/ 41047 h 638930"/>
              <a:gd name="connsiteX11" fmla="*/ 353452 w 650811"/>
              <a:gd name="connsiteY11" fmla="*/ 171012 h 638930"/>
              <a:gd name="connsiteX12" fmla="*/ 444726 w 650811"/>
              <a:gd name="connsiteY12" fmla="*/ 296437 h 638930"/>
              <a:gd name="connsiteX13" fmla="*/ 545922 w 650811"/>
              <a:gd name="connsiteY13" fmla="*/ 441100 h 638930"/>
              <a:gd name="connsiteX14" fmla="*/ 634912 w 650811"/>
              <a:gd name="connsiteY14" fmla="*/ 588802 h 638930"/>
              <a:gd name="connsiteX15" fmla="*/ 620797 w 650811"/>
              <a:gd name="connsiteY15" fmla="*/ 634245 h 638930"/>
              <a:gd name="connsiteX0" fmla="*/ 615866 w 645880"/>
              <a:gd name="connsiteY0" fmla="*/ 635296 h 639981"/>
              <a:gd name="connsiteX1" fmla="*/ 528024 w 645880"/>
              <a:gd name="connsiteY1" fmla="*/ 583930 h 639981"/>
              <a:gd name="connsiteX2" fmla="*/ 479537 w 645880"/>
              <a:gd name="connsiteY2" fmla="*/ 552546 h 639981"/>
              <a:gd name="connsiteX3" fmla="*/ 426289 w 645880"/>
              <a:gd name="connsiteY3" fmla="*/ 518062 h 639981"/>
              <a:gd name="connsiteX4" fmla="*/ 380624 w 645880"/>
              <a:gd name="connsiteY4" fmla="*/ 489224 h 639981"/>
              <a:gd name="connsiteX5" fmla="*/ 331528 w 645880"/>
              <a:gd name="connsiteY5" fmla="*/ 460276 h 639981"/>
              <a:gd name="connsiteX6" fmla="*/ 133848 w 645880"/>
              <a:gd name="connsiteY6" fmla="*/ 328043 h 639981"/>
              <a:gd name="connsiteX7" fmla="*/ 7915 w 645880"/>
              <a:gd name="connsiteY7" fmla="*/ 168054 h 639981"/>
              <a:gd name="connsiteX8" fmla="*/ 26083 w 645880"/>
              <a:gd name="connsiteY8" fmla="*/ 26071 h 639981"/>
              <a:gd name="connsiteX9" fmla="*/ 132107 w 645880"/>
              <a:gd name="connsiteY9" fmla="*/ 1146 h 639981"/>
              <a:gd name="connsiteX10" fmla="*/ 220328 w 645880"/>
              <a:gd name="connsiteY10" fmla="*/ 42098 h 639981"/>
              <a:gd name="connsiteX11" fmla="*/ 348521 w 645880"/>
              <a:gd name="connsiteY11" fmla="*/ 172063 h 639981"/>
              <a:gd name="connsiteX12" fmla="*/ 439795 w 645880"/>
              <a:gd name="connsiteY12" fmla="*/ 297488 h 639981"/>
              <a:gd name="connsiteX13" fmla="*/ 540991 w 645880"/>
              <a:gd name="connsiteY13" fmla="*/ 442151 h 639981"/>
              <a:gd name="connsiteX14" fmla="*/ 629981 w 645880"/>
              <a:gd name="connsiteY14" fmla="*/ 589853 h 639981"/>
              <a:gd name="connsiteX15" fmla="*/ 615866 w 645880"/>
              <a:gd name="connsiteY15" fmla="*/ 635296 h 639981"/>
              <a:gd name="connsiteX0" fmla="*/ 615803 w 645817"/>
              <a:gd name="connsiteY0" fmla="*/ 639362 h 644047"/>
              <a:gd name="connsiteX1" fmla="*/ 527961 w 645817"/>
              <a:gd name="connsiteY1" fmla="*/ 587996 h 644047"/>
              <a:gd name="connsiteX2" fmla="*/ 479474 w 645817"/>
              <a:gd name="connsiteY2" fmla="*/ 556612 h 644047"/>
              <a:gd name="connsiteX3" fmla="*/ 426226 w 645817"/>
              <a:gd name="connsiteY3" fmla="*/ 522128 h 644047"/>
              <a:gd name="connsiteX4" fmla="*/ 380561 w 645817"/>
              <a:gd name="connsiteY4" fmla="*/ 493290 h 644047"/>
              <a:gd name="connsiteX5" fmla="*/ 331465 w 645817"/>
              <a:gd name="connsiteY5" fmla="*/ 464342 h 644047"/>
              <a:gd name="connsiteX6" fmla="*/ 133785 w 645817"/>
              <a:gd name="connsiteY6" fmla="*/ 332109 h 644047"/>
              <a:gd name="connsiteX7" fmla="*/ 7852 w 645817"/>
              <a:gd name="connsiteY7" fmla="*/ 172120 h 644047"/>
              <a:gd name="connsiteX8" fmla="*/ 26020 w 645817"/>
              <a:gd name="connsiteY8" fmla="*/ 30137 h 644047"/>
              <a:gd name="connsiteX9" fmla="*/ 130124 w 645817"/>
              <a:gd name="connsiteY9" fmla="*/ 733 h 644047"/>
              <a:gd name="connsiteX10" fmla="*/ 220265 w 645817"/>
              <a:gd name="connsiteY10" fmla="*/ 46164 h 644047"/>
              <a:gd name="connsiteX11" fmla="*/ 348458 w 645817"/>
              <a:gd name="connsiteY11" fmla="*/ 176129 h 644047"/>
              <a:gd name="connsiteX12" fmla="*/ 439732 w 645817"/>
              <a:gd name="connsiteY12" fmla="*/ 301554 h 644047"/>
              <a:gd name="connsiteX13" fmla="*/ 540928 w 645817"/>
              <a:gd name="connsiteY13" fmla="*/ 446217 h 644047"/>
              <a:gd name="connsiteX14" fmla="*/ 629918 w 645817"/>
              <a:gd name="connsiteY14" fmla="*/ 593919 h 644047"/>
              <a:gd name="connsiteX15" fmla="*/ 615803 w 645817"/>
              <a:gd name="connsiteY15" fmla="*/ 639362 h 644047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1654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3387 w 647739"/>
              <a:gd name="connsiteY5" fmla="*/ 46373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82483 w 647739"/>
              <a:gd name="connsiteY4" fmla="*/ 492684 h 643441"/>
              <a:gd name="connsiteX5" fmla="*/ 332107 w 647739"/>
              <a:gd name="connsiteY5" fmla="*/ 465656 h 643441"/>
              <a:gd name="connsiteX6" fmla="*/ 135707 w 647739"/>
              <a:gd name="connsiteY6" fmla="*/ 331503 h 643441"/>
              <a:gd name="connsiteX7" fmla="*/ 9774 w 647739"/>
              <a:gd name="connsiteY7" fmla="*/ 171514 h 643441"/>
              <a:gd name="connsiteX8" fmla="*/ 22183 w 647739"/>
              <a:gd name="connsiteY8" fmla="*/ 37210 h 643441"/>
              <a:gd name="connsiteX9" fmla="*/ 132046 w 647739"/>
              <a:gd name="connsiteY9" fmla="*/ 127 h 643441"/>
              <a:gd name="connsiteX10" fmla="*/ 222187 w 647739"/>
              <a:gd name="connsiteY10" fmla="*/ 45558 h 643441"/>
              <a:gd name="connsiteX11" fmla="*/ 350380 w 647739"/>
              <a:gd name="connsiteY11" fmla="*/ 175523 h 643441"/>
              <a:gd name="connsiteX12" fmla="*/ 449333 w 647739"/>
              <a:gd name="connsiteY12" fmla="*/ 300948 h 643441"/>
              <a:gd name="connsiteX13" fmla="*/ 542850 w 647739"/>
              <a:gd name="connsiteY13" fmla="*/ 445611 h 643441"/>
              <a:gd name="connsiteX14" fmla="*/ 631840 w 647739"/>
              <a:gd name="connsiteY14" fmla="*/ 593313 h 643441"/>
              <a:gd name="connsiteX15" fmla="*/ 617725 w 647739"/>
              <a:gd name="connsiteY15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8148 w 647739"/>
              <a:gd name="connsiteY3" fmla="*/ 521522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6006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87390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47739"/>
              <a:gd name="connsiteY0" fmla="*/ 638756 h 643441"/>
              <a:gd name="connsiteX1" fmla="*/ 529883 w 647739"/>
              <a:gd name="connsiteY1" fmla="*/ 593149 h 643441"/>
              <a:gd name="connsiteX2" fmla="*/ 481396 w 647739"/>
              <a:gd name="connsiteY2" fmla="*/ 559205 h 643441"/>
              <a:gd name="connsiteX3" fmla="*/ 424949 w 647739"/>
              <a:gd name="connsiteY3" fmla="*/ 526001 h 643441"/>
              <a:gd name="connsiteX4" fmla="*/ 332107 w 647739"/>
              <a:gd name="connsiteY4" fmla="*/ 465656 h 643441"/>
              <a:gd name="connsiteX5" fmla="*/ 135707 w 647739"/>
              <a:gd name="connsiteY5" fmla="*/ 331503 h 643441"/>
              <a:gd name="connsiteX6" fmla="*/ 9774 w 647739"/>
              <a:gd name="connsiteY6" fmla="*/ 171514 h 643441"/>
              <a:gd name="connsiteX7" fmla="*/ 22183 w 647739"/>
              <a:gd name="connsiteY7" fmla="*/ 37210 h 643441"/>
              <a:gd name="connsiteX8" fmla="*/ 132046 w 647739"/>
              <a:gd name="connsiteY8" fmla="*/ 127 h 643441"/>
              <a:gd name="connsiteX9" fmla="*/ 222187 w 647739"/>
              <a:gd name="connsiteY9" fmla="*/ 45558 h 643441"/>
              <a:gd name="connsiteX10" fmla="*/ 350380 w 647739"/>
              <a:gd name="connsiteY10" fmla="*/ 175523 h 643441"/>
              <a:gd name="connsiteX11" fmla="*/ 449333 w 647739"/>
              <a:gd name="connsiteY11" fmla="*/ 300948 h 643441"/>
              <a:gd name="connsiteX12" fmla="*/ 542850 w 647739"/>
              <a:gd name="connsiteY12" fmla="*/ 445611 h 643441"/>
              <a:gd name="connsiteX13" fmla="*/ 631840 w 647739"/>
              <a:gd name="connsiteY13" fmla="*/ 593313 h 643441"/>
              <a:gd name="connsiteX14" fmla="*/ 617725 w 647739"/>
              <a:gd name="connsiteY14" fmla="*/ 638756 h 643441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81396 w 651374"/>
              <a:gd name="connsiteY2" fmla="*/ 55920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77556 w 651374"/>
              <a:gd name="connsiteY2" fmla="*/ 560485 h 647645"/>
              <a:gd name="connsiteX3" fmla="*/ 424949 w 651374"/>
              <a:gd name="connsiteY3" fmla="*/ 526001 h 647645"/>
              <a:gd name="connsiteX4" fmla="*/ 332107 w 651374"/>
              <a:gd name="connsiteY4" fmla="*/ 465656 h 647645"/>
              <a:gd name="connsiteX5" fmla="*/ 135707 w 651374"/>
              <a:gd name="connsiteY5" fmla="*/ 331503 h 647645"/>
              <a:gd name="connsiteX6" fmla="*/ 9774 w 651374"/>
              <a:gd name="connsiteY6" fmla="*/ 171514 h 647645"/>
              <a:gd name="connsiteX7" fmla="*/ 22183 w 651374"/>
              <a:gd name="connsiteY7" fmla="*/ 37210 h 647645"/>
              <a:gd name="connsiteX8" fmla="*/ 132046 w 651374"/>
              <a:gd name="connsiteY8" fmla="*/ 127 h 647645"/>
              <a:gd name="connsiteX9" fmla="*/ 222187 w 651374"/>
              <a:gd name="connsiteY9" fmla="*/ 45558 h 647645"/>
              <a:gd name="connsiteX10" fmla="*/ 350380 w 651374"/>
              <a:gd name="connsiteY10" fmla="*/ 175523 h 647645"/>
              <a:gd name="connsiteX11" fmla="*/ 449333 w 651374"/>
              <a:gd name="connsiteY11" fmla="*/ 300948 h 647645"/>
              <a:gd name="connsiteX12" fmla="*/ 542850 w 651374"/>
              <a:gd name="connsiteY12" fmla="*/ 445611 h 647645"/>
              <a:gd name="connsiteX13" fmla="*/ 631840 w 651374"/>
              <a:gd name="connsiteY13" fmla="*/ 593313 h 647645"/>
              <a:gd name="connsiteX14" fmla="*/ 617725 w 651374"/>
              <a:gd name="connsiteY14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494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3210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38756 h 647645"/>
              <a:gd name="connsiteX1" fmla="*/ 529883 w 651374"/>
              <a:gd name="connsiteY1" fmla="*/ 593149 h 647645"/>
              <a:gd name="connsiteX2" fmla="*/ 423029 w 651374"/>
              <a:gd name="connsiteY2" fmla="*/ 526001 h 647645"/>
              <a:gd name="connsiteX3" fmla="*/ 328267 w 651374"/>
              <a:gd name="connsiteY3" fmla="*/ 465656 h 647645"/>
              <a:gd name="connsiteX4" fmla="*/ 135707 w 651374"/>
              <a:gd name="connsiteY4" fmla="*/ 331503 h 647645"/>
              <a:gd name="connsiteX5" fmla="*/ 9774 w 651374"/>
              <a:gd name="connsiteY5" fmla="*/ 171514 h 647645"/>
              <a:gd name="connsiteX6" fmla="*/ 22183 w 651374"/>
              <a:gd name="connsiteY6" fmla="*/ 37210 h 647645"/>
              <a:gd name="connsiteX7" fmla="*/ 132046 w 651374"/>
              <a:gd name="connsiteY7" fmla="*/ 127 h 647645"/>
              <a:gd name="connsiteX8" fmla="*/ 222187 w 651374"/>
              <a:gd name="connsiteY8" fmla="*/ 45558 h 647645"/>
              <a:gd name="connsiteX9" fmla="*/ 350380 w 651374"/>
              <a:gd name="connsiteY9" fmla="*/ 175523 h 647645"/>
              <a:gd name="connsiteX10" fmla="*/ 449333 w 651374"/>
              <a:gd name="connsiteY10" fmla="*/ 300948 h 647645"/>
              <a:gd name="connsiteX11" fmla="*/ 542850 w 651374"/>
              <a:gd name="connsiteY11" fmla="*/ 445611 h 647645"/>
              <a:gd name="connsiteX12" fmla="*/ 631840 w 651374"/>
              <a:gd name="connsiteY12" fmla="*/ 593313 h 647645"/>
              <a:gd name="connsiteX13" fmla="*/ 617725 w 651374"/>
              <a:gd name="connsiteY13" fmla="*/ 638756 h 647645"/>
              <a:gd name="connsiteX0" fmla="*/ 617725 w 651374"/>
              <a:gd name="connsiteY0" fmla="*/ 640873 h 649762"/>
              <a:gd name="connsiteX1" fmla="*/ 529883 w 651374"/>
              <a:gd name="connsiteY1" fmla="*/ 595266 h 649762"/>
              <a:gd name="connsiteX2" fmla="*/ 423029 w 651374"/>
              <a:gd name="connsiteY2" fmla="*/ 528118 h 649762"/>
              <a:gd name="connsiteX3" fmla="*/ 328267 w 651374"/>
              <a:gd name="connsiteY3" fmla="*/ 467773 h 649762"/>
              <a:gd name="connsiteX4" fmla="*/ 135707 w 651374"/>
              <a:gd name="connsiteY4" fmla="*/ 333620 h 649762"/>
              <a:gd name="connsiteX5" fmla="*/ 9774 w 651374"/>
              <a:gd name="connsiteY5" fmla="*/ 173631 h 649762"/>
              <a:gd name="connsiteX6" fmla="*/ 22183 w 651374"/>
              <a:gd name="connsiteY6" fmla="*/ 39327 h 649762"/>
              <a:gd name="connsiteX7" fmla="*/ 132046 w 651374"/>
              <a:gd name="connsiteY7" fmla="*/ 2244 h 649762"/>
              <a:gd name="connsiteX8" fmla="*/ 222187 w 651374"/>
              <a:gd name="connsiteY8" fmla="*/ 47675 h 649762"/>
              <a:gd name="connsiteX9" fmla="*/ 350380 w 651374"/>
              <a:gd name="connsiteY9" fmla="*/ 177640 h 649762"/>
              <a:gd name="connsiteX10" fmla="*/ 449333 w 651374"/>
              <a:gd name="connsiteY10" fmla="*/ 303065 h 649762"/>
              <a:gd name="connsiteX11" fmla="*/ 542850 w 651374"/>
              <a:gd name="connsiteY11" fmla="*/ 447728 h 649762"/>
              <a:gd name="connsiteX12" fmla="*/ 631840 w 651374"/>
              <a:gd name="connsiteY12" fmla="*/ 595430 h 649762"/>
              <a:gd name="connsiteX13" fmla="*/ 617725 w 651374"/>
              <a:gd name="connsiteY13" fmla="*/ 640873 h 649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1374" h="649762">
                <a:moveTo>
                  <a:pt x="617725" y="640873"/>
                </a:moveTo>
                <a:cubicBezTo>
                  <a:pt x="573259" y="620225"/>
                  <a:pt x="562332" y="614058"/>
                  <a:pt x="529883" y="595266"/>
                </a:cubicBezTo>
                <a:cubicBezTo>
                  <a:pt x="497434" y="576474"/>
                  <a:pt x="456632" y="549367"/>
                  <a:pt x="423029" y="528118"/>
                </a:cubicBezTo>
                <a:cubicBezTo>
                  <a:pt x="389426" y="506869"/>
                  <a:pt x="376154" y="500189"/>
                  <a:pt x="328267" y="467773"/>
                </a:cubicBezTo>
                <a:cubicBezTo>
                  <a:pt x="280380" y="435357"/>
                  <a:pt x="188789" y="382644"/>
                  <a:pt x="135707" y="333620"/>
                </a:cubicBezTo>
                <a:cubicBezTo>
                  <a:pt x="82625" y="284596"/>
                  <a:pt x="28695" y="222680"/>
                  <a:pt x="9774" y="173631"/>
                </a:cubicBezTo>
                <a:cubicBezTo>
                  <a:pt x="-9147" y="124582"/>
                  <a:pt x="1804" y="67892"/>
                  <a:pt x="22183" y="39327"/>
                </a:cubicBezTo>
                <a:cubicBezTo>
                  <a:pt x="42562" y="10762"/>
                  <a:pt x="90180" y="-6399"/>
                  <a:pt x="132046" y="2244"/>
                </a:cubicBezTo>
                <a:cubicBezTo>
                  <a:pt x="164720" y="8989"/>
                  <a:pt x="184518" y="18442"/>
                  <a:pt x="222187" y="47675"/>
                </a:cubicBezTo>
                <a:cubicBezTo>
                  <a:pt x="259856" y="76908"/>
                  <a:pt x="320201" y="144034"/>
                  <a:pt x="350380" y="177640"/>
                </a:cubicBezTo>
                <a:cubicBezTo>
                  <a:pt x="380559" y="211246"/>
                  <a:pt x="417431" y="257925"/>
                  <a:pt x="449333" y="303065"/>
                </a:cubicBezTo>
                <a:cubicBezTo>
                  <a:pt x="482051" y="349360"/>
                  <a:pt x="512432" y="399001"/>
                  <a:pt x="542850" y="447728"/>
                </a:cubicBezTo>
                <a:cubicBezTo>
                  <a:pt x="573268" y="496456"/>
                  <a:pt x="604643" y="542762"/>
                  <a:pt x="631840" y="595430"/>
                </a:cubicBezTo>
                <a:cubicBezTo>
                  <a:pt x="659037" y="648098"/>
                  <a:pt x="660904" y="660712"/>
                  <a:pt x="617725" y="640873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227BB16D-7B73-40DB-BF93-F157482C6A57}"/>
              </a:ext>
            </a:extLst>
          </p:cNvPr>
          <p:cNvSpPr/>
          <p:nvPr/>
        </p:nvSpPr>
        <p:spPr>
          <a:xfrm flipH="1">
            <a:off x="4116381" y="3037527"/>
            <a:ext cx="466674" cy="416627"/>
          </a:xfrm>
          <a:custGeom>
            <a:avLst/>
            <a:gdLst>
              <a:gd name="connsiteX0" fmla="*/ 319487 w 374000"/>
              <a:gd name="connsiteY0" fmla="*/ 383306 h 385713"/>
              <a:gd name="connsiteX1" fmla="*/ 129854 w 374000"/>
              <a:gd name="connsiteY1" fmla="*/ 299449 h 385713"/>
              <a:gd name="connsiteX2" fmla="*/ 71846 w 374000"/>
              <a:gd name="connsiteY2" fmla="*/ 230482 h 385713"/>
              <a:gd name="connsiteX3" fmla="*/ 50370 w 374000"/>
              <a:gd name="connsiteY3" fmla="*/ 202142 h 385713"/>
              <a:gd name="connsiteX4" fmla="*/ 5148 w 374000"/>
              <a:gd name="connsiteY4" fmla="*/ 97639 h 385713"/>
              <a:gd name="connsiteX5" fmla="*/ 45499 w 374000"/>
              <a:gd name="connsiteY5" fmla="*/ 1549 h 385713"/>
              <a:gd name="connsiteX6" fmla="*/ 170039 w 374000"/>
              <a:gd name="connsiteY6" fmla="*/ 2878 h 385713"/>
              <a:gd name="connsiteX7" fmla="*/ 203250 w 374000"/>
              <a:gd name="connsiteY7" fmla="*/ 5645 h 385713"/>
              <a:gd name="connsiteX8" fmla="*/ 236461 w 374000"/>
              <a:gd name="connsiteY8" fmla="*/ 8413 h 385713"/>
              <a:gd name="connsiteX9" fmla="*/ 284893 w 374000"/>
              <a:gd name="connsiteY9" fmla="*/ 11181 h 385713"/>
              <a:gd name="connsiteX10" fmla="*/ 310520 w 374000"/>
              <a:gd name="connsiteY10" fmla="*/ 61661 h 385713"/>
              <a:gd name="connsiteX11" fmla="*/ 339524 w 374000"/>
              <a:gd name="connsiteY11" fmla="*/ 326183 h 385713"/>
              <a:gd name="connsiteX12" fmla="*/ 319487 w 374000"/>
              <a:gd name="connsiteY12" fmla="*/ 383306 h 385713"/>
              <a:gd name="connsiteX0" fmla="*/ 319487 w 374000"/>
              <a:gd name="connsiteY0" fmla="*/ 382834 h 385241"/>
              <a:gd name="connsiteX1" fmla="*/ 129854 w 374000"/>
              <a:gd name="connsiteY1" fmla="*/ 298977 h 385241"/>
              <a:gd name="connsiteX2" fmla="*/ 71846 w 374000"/>
              <a:gd name="connsiteY2" fmla="*/ 230010 h 385241"/>
              <a:gd name="connsiteX3" fmla="*/ 50370 w 374000"/>
              <a:gd name="connsiteY3" fmla="*/ 201670 h 385241"/>
              <a:gd name="connsiteX4" fmla="*/ 5148 w 374000"/>
              <a:gd name="connsiteY4" fmla="*/ 97167 h 385241"/>
              <a:gd name="connsiteX5" fmla="*/ 45499 w 374000"/>
              <a:gd name="connsiteY5" fmla="*/ 1077 h 385241"/>
              <a:gd name="connsiteX6" fmla="*/ 170039 w 374000"/>
              <a:gd name="connsiteY6" fmla="*/ 2406 h 385241"/>
              <a:gd name="connsiteX7" fmla="*/ 236461 w 374000"/>
              <a:gd name="connsiteY7" fmla="*/ 7941 h 385241"/>
              <a:gd name="connsiteX8" fmla="*/ 284893 w 374000"/>
              <a:gd name="connsiteY8" fmla="*/ 10709 h 385241"/>
              <a:gd name="connsiteX9" fmla="*/ 310520 w 374000"/>
              <a:gd name="connsiteY9" fmla="*/ 61189 h 385241"/>
              <a:gd name="connsiteX10" fmla="*/ 339524 w 374000"/>
              <a:gd name="connsiteY10" fmla="*/ 325711 h 385241"/>
              <a:gd name="connsiteX11" fmla="*/ 319487 w 374000"/>
              <a:gd name="connsiteY11" fmla="*/ 382834 h 385241"/>
              <a:gd name="connsiteX0" fmla="*/ 319487 w 373224"/>
              <a:gd name="connsiteY0" fmla="*/ 382834 h 389186"/>
              <a:gd name="connsiteX1" fmla="*/ 129854 w 373224"/>
              <a:gd name="connsiteY1" fmla="*/ 298977 h 389186"/>
              <a:gd name="connsiteX2" fmla="*/ 71846 w 373224"/>
              <a:gd name="connsiteY2" fmla="*/ 230010 h 389186"/>
              <a:gd name="connsiteX3" fmla="*/ 50370 w 373224"/>
              <a:gd name="connsiteY3" fmla="*/ 201670 h 389186"/>
              <a:gd name="connsiteX4" fmla="*/ 5148 w 373224"/>
              <a:gd name="connsiteY4" fmla="*/ 97167 h 389186"/>
              <a:gd name="connsiteX5" fmla="*/ 45499 w 373224"/>
              <a:gd name="connsiteY5" fmla="*/ 1077 h 389186"/>
              <a:gd name="connsiteX6" fmla="*/ 170039 w 373224"/>
              <a:gd name="connsiteY6" fmla="*/ 2406 h 389186"/>
              <a:gd name="connsiteX7" fmla="*/ 236461 w 373224"/>
              <a:gd name="connsiteY7" fmla="*/ 7941 h 389186"/>
              <a:gd name="connsiteX8" fmla="*/ 284893 w 373224"/>
              <a:gd name="connsiteY8" fmla="*/ 10709 h 389186"/>
              <a:gd name="connsiteX9" fmla="*/ 310520 w 373224"/>
              <a:gd name="connsiteY9" fmla="*/ 61189 h 389186"/>
              <a:gd name="connsiteX10" fmla="*/ 339524 w 373224"/>
              <a:gd name="connsiteY10" fmla="*/ 325711 h 389186"/>
              <a:gd name="connsiteX11" fmla="*/ 372934 w 373224"/>
              <a:gd name="connsiteY11" fmla="*/ 376867 h 389186"/>
              <a:gd name="connsiteX12" fmla="*/ 319487 w 373224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452"/>
              <a:gd name="connsiteY0" fmla="*/ 382834 h 389186"/>
              <a:gd name="connsiteX1" fmla="*/ 129854 w 411452"/>
              <a:gd name="connsiteY1" fmla="*/ 298977 h 389186"/>
              <a:gd name="connsiteX2" fmla="*/ 71846 w 411452"/>
              <a:gd name="connsiteY2" fmla="*/ 230010 h 389186"/>
              <a:gd name="connsiteX3" fmla="*/ 50370 w 411452"/>
              <a:gd name="connsiteY3" fmla="*/ 201670 h 389186"/>
              <a:gd name="connsiteX4" fmla="*/ 5148 w 411452"/>
              <a:gd name="connsiteY4" fmla="*/ 97167 h 389186"/>
              <a:gd name="connsiteX5" fmla="*/ 45499 w 411452"/>
              <a:gd name="connsiteY5" fmla="*/ 1077 h 389186"/>
              <a:gd name="connsiteX6" fmla="*/ 170039 w 411452"/>
              <a:gd name="connsiteY6" fmla="*/ 2406 h 389186"/>
              <a:gd name="connsiteX7" fmla="*/ 236461 w 411452"/>
              <a:gd name="connsiteY7" fmla="*/ 7941 h 389186"/>
              <a:gd name="connsiteX8" fmla="*/ 284893 w 411452"/>
              <a:gd name="connsiteY8" fmla="*/ 10709 h 389186"/>
              <a:gd name="connsiteX9" fmla="*/ 310520 w 411452"/>
              <a:gd name="connsiteY9" fmla="*/ 61189 h 389186"/>
              <a:gd name="connsiteX10" fmla="*/ 339524 w 411452"/>
              <a:gd name="connsiteY10" fmla="*/ 325711 h 389186"/>
              <a:gd name="connsiteX11" fmla="*/ 411328 w 411452"/>
              <a:gd name="connsiteY11" fmla="*/ 376867 h 389186"/>
              <a:gd name="connsiteX12" fmla="*/ 319487 w 411452"/>
              <a:gd name="connsiteY12" fmla="*/ 382834 h 389186"/>
              <a:gd name="connsiteX0" fmla="*/ 319487 w 411623"/>
              <a:gd name="connsiteY0" fmla="*/ 382834 h 389186"/>
              <a:gd name="connsiteX1" fmla="*/ 129854 w 411623"/>
              <a:gd name="connsiteY1" fmla="*/ 298977 h 389186"/>
              <a:gd name="connsiteX2" fmla="*/ 71846 w 411623"/>
              <a:gd name="connsiteY2" fmla="*/ 230010 h 389186"/>
              <a:gd name="connsiteX3" fmla="*/ 50370 w 411623"/>
              <a:gd name="connsiteY3" fmla="*/ 201670 h 389186"/>
              <a:gd name="connsiteX4" fmla="*/ 5148 w 411623"/>
              <a:gd name="connsiteY4" fmla="*/ 97167 h 389186"/>
              <a:gd name="connsiteX5" fmla="*/ 45499 w 411623"/>
              <a:gd name="connsiteY5" fmla="*/ 1077 h 389186"/>
              <a:gd name="connsiteX6" fmla="*/ 170039 w 411623"/>
              <a:gd name="connsiteY6" fmla="*/ 2406 h 389186"/>
              <a:gd name="connsiteX7" fmla="*/ 236461 w 411623"/>
              <a:gd name="connsiteY7" fmla="*/ 7941 h 389186"/>
              <a:gd name="connsiteX8" fmla="*/ 284893 w 411623"/>
              <a:gd name="connsiteY8" fmla="*/ 10709 h 389186"/>
              <a:gd name="connsiteX9" fmla="*/ 310520 w 411623"/>
              <a:gd name="connsiteY9" fmla="*/ 61189 h 389186"/>
              <a:gd name="connsiteX10" fmla="*/ 339524 w 411623"/>
              <a:gd name="connsiteY10" fmla="*/ 325711 h 389186"/>
              <a:gd name="connsiteX11" fmla="*/ 411328 w 411623"/>
              <a:gd name="connsiteY11" fmla="*/ 376867 h 389186"/>
              <a:gd name="connsiteX12" fmla="*/ 319487 w 411623"/>
              <a:gd name="connsiteY12" fmla="*/ 382834 h 389186"/>
              <a:gd name="connsiteX0" fmla="*/ 319487 w 411623"/>
              <a:gd name="connsiteY0" fmla="*/ 382834 h 389811"/>
              <a:gd name="connsiteX1" fmla="*/ 129854 w 411623"/>
              <a:gd name="connsiteY1" fmla="*/ 298977 h 389811"/>
              <a:gd name="connsiteX2" fmla="*/ 71846 w 411623"/>
              <a:gd name="connsiteY2" fmla="*/ 230010 h 389811"/>
              <a:gd name="connsiteX3" fmla="*/ 50370 w 411623"/>
              <a:gd name="connsiteY3" fmla="*/ 201670 h 389811"/>
              <a:gd name="connsiteX4" fmla="*/ 5148 w 411623"/>
              <a:gd name="connsiteY4" fmla="*/ 97167 h 389811"/>
              <a:gd name="connsiteX5" fmla="*/ 45499 w 411623"/>
              <a:gd name="connsiteY5" fmla="*/ 1077 h 389811"/>
              <a:gd name="connsiteX6" fmla="*/ 170039 w 411623"/>
              <a:gd name="connsiteY6" fmla="*/ 2406 h 389811"/>
              <a:gd name="connsiteX7" fmla="*/ 236461 w 411623"/>
              <a:gd name="connsiteY7" fmla="*/ 7941 h 389811"/>
              <a:gd name="connsiteX8" fmla="*/ 284893 w 411623"/>
              <a:gd name="connsiteY8" fmla="*/ 10709 h 389811"/>
              <a:gd name="connsiteX9" fmla="*/ 310520 w 411623"/>
              <a:gd name="connsiteY9" fmla="*/ 61189 h 389811"/>
              <a:gd name="connsiteX10" fmla="*/ 339524 w 411623"/>
              <a:gd name="connsiteY10" fmla="*/ 325711 h 389811"/>
              <a:gd name="connsiteX11" fmla="*/ 411328 w 411623"/>
              <a:gd name="connsiteY11" fmla="*/ 376867 h 389811"/>
              <a:gd name="connsiteX12" fmla="*/ 319487 w 411623"/>
              <a:gd name="connsiteY12" fmla="*/ 382834 h 389811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000"/>
              <a:gd name="connsiteX1" fmla="*/ 129854 w 411623"/>
              <a:gd name="connsiteY1" fmla="*/ 298977 h 385000"/>
              <a:gd name="connsiteX2" fmla="*/ 71846 w 411623"/>
              <a:gd name="connsiteY2" fmla="*/ 230010 h 385000"/>
              <a:gd name="connsiteX3" fmla="*/ 50370 w 411623"/>
              <a:gd name="connsiteY3" fmla="*/ 201670 h 385000"/>
              <a:gd name="connsiteX4" fmla="*/ 5148 w 411623"/>
              <a:gd name="connsiteY4" fmla="*/ 97167 h 385000"/>
              <a:gd name="connsiteX5" fmla="*/ 45499 w 411623"/>
              <a:gd name="connsiteY5" fmla="*/ 1077 h 385000"/>
              <a:gd name="connsiteX6" fmla="*/ 170039 w 411623"/>
              <a:gd name="connsiteY6" fmla="*/ 2406 h 385000"/>
              <a:gd name="connsiteX7" fmla="*/ 236461 w 411623"/>
              <a:gd name="connsiteY7" fmla="*/ 7941 h 385000"/>
              <a:gd name="connsiteX8" fmla="*/ 284893 w 411623"/>
              <a:gd name="connsiteY8" fmla="*/ 10709 h 385000"/>
              <a:gd name="connsiteX9" fmla="*/ 310520 w 411623"/>
              <a:gd name="connsiteY9" fmla="*/ 61189 h 385000"/>
              <a:gd name="connsiteX10" fmla="*/ 339524 w 411623"/>
              <a:gd name="connsiteY10" fmla="*/ 325711 h 385000"/>
              <a:gd name="connsiteX11" fmla="*/ 411328 w 411623"/>
              <a:gd name="connsiteY11" fmla="*/ 376867 h 385000"/>
              <a:gd name="connsiteX12" fmla="*/ 319487 w 411623"/>
              <a:gd name="connsiteY12" fmla="*/ 382834 h 385000"/>
              <a:gd name="connsiteX0" fmla="*/ 319487 w 411623"/>
              <a:gd name="connsiteY0" fmla="*/ 382834 h 385599"/>
              <a:gd name="connsiteX1" fmla="*/ 161209 w 411623"/>
              <a:gd name="connsiteY1" fmla="*/ 347610 h 385599"/>
              <a:gd name="connsiteX2" fmla="*/ 71846 w 411623"/>
              <a:gd name="connsiteY2" fmla="*/ 230010 h 385599"/>
              <a:gd name="connsiteX3" fmla="*/ 50370 w 411623"/>
              <a:gd name="connsiteY3" fmla="*/ 201670 h 385599"/>
              <a:gd name="connsiteX4" fmla="*/ 5148 w 411623"/>
              <a:gd name="connsiteY4" fmla="*/ 97167 h 385599"/>
              <a:gd name="connsiteX5" fmla="*/ 45499 w 411623"/>
              <a:gd name="connsiteY5" fmla="*/ 1077 h 385599"/>
              <a:gd name="connsiteX6" fmla="*/ 170039 w 411623"/>
              <a:gd name="connsiteY6" fmla="*/ 2406 h 385599"/>
              <a:gd name="connsiteX7" fmla="*/ 236461 w 411623"/>
              <a:gd name="connsiteY7" fmla="*/ 7941 h 385599"/>
              <a:gd name="connsiteX8" fmla="*/ 284893 w 411623"/>
              <a:gd name="connsiteY8" fmla="*/ 10709 h 385599"/>
              <a:gd name="connsiteX9" fmla="*/ 310520 w 411623"/>
              <a:gd name="connsiteY9" fmla="*/ 61189 h 385599"/>
              <a:gd name="connsiteX10" fmla="*/ 339524 w 411623"/>
              <a:gd name="connsiteY10" fmla="*/ 325711 h 385599"/>
              <a:gd name="connsiteX11" fmla="*/ 411328 w 411623"/>
              <a:gd name="connsiteY11" fmla="*/ 376867 h 385599"/>
              <a:gd name="connsiteX12" fmla="*/ 319487 w 411623"/>
              <a:gd name="connsiteY12" fmla="*/ 382834 h 385599"/>
              <a:gd name="connsiteX0" fmla="*/ 302850 w 411623"/>
              <a:gd name="connsiteY0" fmla="*/ 392432 h 393633"/>
              <a:gd name="connsiteX1" fmla="*/ 161209 w 411623"/>
              <a:gd name="connsiteY1" fmla="*/ 347610 h 393633"/>
              <a:gd name="connsiteX2" fmla="*/ 71846 w 411623"/>
              <a:gd name="connsiteY2" fmla="*/ 230010 h 393633"/>
              <a:gd name="connsiteX3" fmla="*/ 50370 w 411623"/>
              <a:gd name="connsiteY3" fmla="*/ 201670 h 393633"/>
              <a:gd name="connsiteX4" fmla="*/ 5148 w 411623"/>
              <a:gd name="connsiteY4" fmla="*/ 97167 h 393633"/>
              <a:gd name="connsiteX5" fmla="*/ 45499 w 411623"/>
              <a:gd name="connsiteY5" fmla="*/ 1077 h 393633"/>
              <a:gd name="connsiteX6" fmla="*/ 170039 w 411623"/>
              <a:gd name="connsiteY6" fmla="*/ 2406 h 393633"/>
              <a:gd name="connsiteX7" fmla="*/ 236461 w 411623"/>
              <a:gd name="connsiteY7" fmla="*/ 7941 h 393633"/>
              <a:gd name="connsiteX8" fmla="*/ 284893 w 411623"/>
              <a:gd name="connsiteY8" fmla="*/ 10709 h 393633"/>
              <a:gd name="connsiteX9" fmla="*/ 310520 w 411623"/>
              <a:gd name="connsiteY9" fmla="*/ 61189 h 393633"/>
              <a:gd name="connsiteX10" fmla="*/ 339524 w 411623"/>
              <a:gd name="connsiteY10" fmla="*/ 325711 h 393633"/>
              <a:gd name="connsiteX11" fmla="*/ 411328 w 411623"/>
              <a:gd name="connsiteY11" fmla="*/ 376867 h 393633"/>
              <a:gd name="connsiteX12" fmla="*/ 302850 w 411623"/>
              <a:gd name="connsiteY12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480"/>
              <a:gd name="connsiteY0" fmla="*/ 392432 h 393633"/>
              <a:gd name="connsiteX1" fmla="*/ 161209 w 411480"/>
              <a:gd name="connsiteY1" fmla="*/ 347610 h 393633"/>
              <a:gd name="connsiteX2" fmla="*/ 71846 w 411480"/>
              <a:gd name="connsiteY2" fmla="*/ 230010 h 393633"/>
              <a:gd name="connsiteX3" fmla="*/ 50370 w 411480"/>
              <a:gd name="connsiteY3" fmla="*/ 201670 h 393633"/>
              <a:gd name="connsiteX4" fmla="*/ 5148 w 411480"/>
              <a:gd name="connsiteY4" fmla="*/ 97167 h 393633"/>
              <a:gd name="connsiteX5" fmla="*/ 45499 w 411480"/>
              <a:gd name="connsiteY5" fmla="*/ 1077 h 393633"/>
              <a:gd name="connsiteX6" fmla="*/ 170039 w 411480"/>
              <a:gd name="connsiteY6" fmla="*/ 2406 h 393633"/>
              <a:gd name="connsiteX7" fmla="*/ 236461 w 411480"/>
              <a:gd name="connsiteY7" fmla="*/ 7941 h 393633"/>
              <a:gd name="connsiteX8" fmla="*/ 284893 w 411480"/>
              <a:gd name="connsiteY8" fmla="*/ 10709 h 393633"/>
              <a:gd name="connsiteX9" fmla="*/ 310520 w 411480"/>
              <a:gd name="connsiteY9" fmla="*/ 61189 h 393633"/>
              <a:gd name="connsiteX10" fmla="*/ 273749 w 411480"/>
              <a:gd name="connsiteY10" fmla="*/ 178497 h 393633"/>
              <a:gd name="connsiteX11" fmla="*/ 339524 w 411480"/>
              <a:gd name="connsiteY11" fmla="*/ 325711 h 393633"/>
              <a:gd name="connsiteX12" fmla="*/ 411328 w 411480"/>
              <a:gd name="connsiteY12" fmla="*/ 376867 h 393633"/>
              <a:gd name="connsiteX13" fmla="*/ 302850 w 411480"/>
              <a:gd name="connsiteY13" fmla="*/ 392432 h 393633"/>
              <a:gd name="connsiteX0" fmla="*/ 302850 w 411503"/>
              <a:gd name="connsiteY0" fmla="*/ 392432 h 393633"/>
              <a:gd name="connsiteX1" fmla="*/ 161209 w 411503"/>
              <a:gd name="connsiteY1" fmla="*/ 347610 h 393633"/>
              <a:gd name="connsiteX2" fmla="*/ 71846 w 411503"/>
              <a:gd name="connsiteY2" fmla="*/ 230010 h 393633"/>
              <a:gd name="connsiteX3" fmla="*/ 50370 w 411503"/>
              <a:gd name="connsiteY3" fmla="*/ 201670 h 393633"/>
              <a:gd name="connsiteX4" fmla="*/ 5148 w 411503"/>
              <a:gd name="connsiteY4" fmla="*/ 97167 h 393633"/>
              <a:gd name="connsiteX5" fmla="*/ 45499 w 411503"/>
              <a:gd name="connsiteY5" fmla="*/ 1077 h 393633"/>
              <a:gd name="connsiteX6" fmla="*/ 170039 w 411503"/>
              <a:gd name="connsiteY6" fmla="*/ 2406 h 393633"/>
              <a:gd name="connsiteX7" fmla="*/ 236461 w 411503"/>
              <a:gd name="connsiteY7" fmla="*/ 7941 h 393633"/>
              <a:gd name="connsiteX8" fmla="*/ 284893 w 411503"/>
              <a:gd name="connsiteY8" fmla="*/ 10709 h 393633"/>
              <a:gd name="connsiteX9" fmla="*/ 310520 w 411503"/>
              <a:gd name="connsiteY9" fmla="*/ 61189 h 393633"/>
              <a:gd name="connsiteX10" fmla="*/ 231515 w 411503"/>
              <a:gd name="connsiteY10" fmla="*/ 172098 h 393633"/>
              <a:gd name="connsiteX11" fmla="*/ 339524 w 411503"/>
              <a:gd name="connsiteY11" fmla="*/ 325711 h 393633"/>
              <a:gd name="connsiteX12" fmla="*/ 411328 w 411503"/>
              <a:gd name="connsiteY12" fmla="*/ 376867 h 393633"/>
              <a:gd name="connsiteX13" fmla="*/ 302850 w 411503"/>
              <a:gd name="connsiteY13" fmla="*/ 392432 h 393633"/>
              <a:gd name="connsiteX0" fmla="*/ 302850 w 411490"/>
              <a:gd name="connsiteY0" fmla="*/ 392432 h 393633"/>
              <a:gd name="connsiteX1" fmla="*/ 161209 w 411490"/>
              <a:gd name="connsiteY1" fmla="*/ 347610 h 393633"/>
              <a:gd name="connsiteX2" fmla="*/ 71846 w 411490"/>
              <a:gd name="connsiteY2" fmla="*/ 230010 h 393633"/>
              <a:gd name="connsiteX3" fmla="*/ 50370 w 411490"/>
              <a:gd name="connsiteY3" fmla="*/ 201670 h 393633"/>
              <a:gd name="connsiteX4" fmla="*/ 5148 w 411490"/>
              <a:gd name="connsiteY4" fmla="*/ 97167 h 393633"/>
              <a:gd name="connsiteX5" fmla="*/ 45499 w 411490"/>
              <a:gd name="connsiteY5" fmla="*/ 1077 h 393633"/>
              <a:gd name="connsiteX6" fmla="*/ 170039 w 411490"/>
              <a:gd name="connsiteY6" fmla="*/ 2406 h 393633"/>
              <a:gd name="connsiteX7" fmla="*/ 236461 w 411490"/>
              <a:gd name="connsiteY7" fmla="*/ 7941 h 393633"/>
              <a:gd name="connsiteX8" fmla="*/ 284893 w 411490"/>
              <a:gd name="connsiteY8" fmla="*/ 10709 h 393633"/>
              <a:gd name="connsiteX9" fmla="*/ 310520 w 411490"/>
              <a:gd name="connsiteY9" fmla="*/ 61189 h 393633"/>
              <a:gd name="connsiteX10" fmla="*/ 254552 w 411490"/>
              <a:gd name="connsiteY10" fmla="*/ 172098 h 393633"/>
              <a:gd name="connsiteX11" fmla="*/ 339524 w 411490"/>
              <a:gd name="connsiteY11" fmla="*/ 325711 h 393633"/>
              <a:gd name="connsiteX12" fmla="*/ 411328 w 411490"/>
              <a:gd name="connsiteY12" fmla="*/ 376867 h 393633"/>
              <a:gd name="connsiteX13" fmla="*/ 302850 w 411490"/>
              <a:gd name="connsiteY13" fmla="*/ 392432 h 393633"/>
              <a:gd name="connsiteX0" fmla="*/ 302850 w 411412"/>
              <a:gd name="connsiteY0" fmla="*/ 392432 h 393633"/>
              <a:gd name="connsiteX1" fmla="*/ 161209 w 411412"/>
              <a:gd name="connsiteY1" fmla="*/ 347610 h 393633"/>
              <a:gd name="connsiteX2" fmla="*/ 71846 w 411412"/>
              <a:gd name="connsiteY2" fmla="*/ 230010 h 393633"/>
              <a:gd name="connsiteX3" fmla="*/ 50370 w 411412"/>
              <a:gd name="connsiteY3" fmla="*/ 201670 h 393633"/>
              <a:gd name="connsiteX4" fmla="*/ 5148 w 411412"/>
              <a:gd name="connsiteY4" fmla="*/ 97167 h 393633"/>
              <a:gd name="connsiteX5" fmla="*/ 45499 w 411412"/>
              <a:gd name="connsiteY5" fmla="*/ 1077 h 393633"/>
              <a:gd name="connsiteX6" fmla="*/ 170039 w 411412"/>
              <a:gd name="connsiteY6" fmla="*/ 2406 h 393633"/>
              <a:gd name="connsiteX7" fmla="*/ 236461 w 411412"/>
              <a:gd name="connsiteY7" fmla="*/ 7941 h 393633"/>
              <a:gd name="connsiteX8" fmla="*/ 284893 w 411412"/>
              <a:gd name="connsiteY8" fmla="*/ 10709 h 393633"/>
              <a:gd name="connsiteX9" fmla="*/ 310520 w 411412"/>
              <a:gd name="connsiteY9" fmla="*/ 61189 h 393633"/>
              <a:gd name="connsiteX10" fmla="*/ 254552 w 411412"/>
              <a:gd name="connsiteY10" fmla="*/ 172098 h 393633"/>
              <a:gd name="connsiteX11" fmla="*/ 291531 w 411412"/>
              <a:gd name="connsiteY11" fmla="*/ 280918 h 393633"/>
              <a:gd name="connsiteX12" fmla="*/ 411328 w 411412"/>
              <a:gd name="connsiteY12" fmla="*/ 376867 h 393633"/>
              <a:gd name="connsiteX13" fmla="*/ 302850 w 411412"/>
              <a:gd name="connsiteY13" fmla="*/ 392432 h 393633"/>
              <a:gd name="connsiteX0" fmla="*/ 302850 w 411419"/>
              <a:gd name="connsiteY0" fmla="*/ 392432 h 393633"/>
              <a:gd name="connsiteX1" fmla="*/ 161209 w 411419"/>
              <a:gd name="connsiteY1" fmla="*/ 347610 h 393633"/>
              <a:gd name="connsiteX2" fmla="*/ 71846 w 411419"/>
              <a:gd name="connsiteY2" fmla="*/ 230010 h 393633"/>
              <a:gd name="connsiteX3" fmla="*/ 50370 w 411419"/>
              <a:gd name="connsiteY3" fmla="*/ 201670 h 393633"/>
              <a:gd name="connsiteX4" fmla="*/ 5148 w 411419"/>
              <a:gd name="connsiteY4" fmla="*/ 97167 h 393633"/>
              <a:gd name="connsiteX5" fmla="*/ 45499 w 411419"/>
              <a:gd name="connsiteY5" fmla="*/ 1077 h 393633"/>
              <a:gd name="connsiteX6" fmla="*/ 170039 w 411419"/>
              <a:gd name="connsiteY6" fmla="*/ 2406 h 393633"/>
              <a:gd name="connsiteX7" fmla="*/ 236461 w 411419"/>
              <a:gd name="connsiteY7" fmla="*/ 7941 h 393633"/>
              <a:gd name="connsiteX8" fmla="*/ 284893 w 411419"/>
              <a:gd name="connsiteY8" fmla="*/ 10709 h 393633"/>
              <a:gd name="connsiteX9" fmla="*/ 310520 w 411419"/>
              <a:gd name="connsiteY9" fmla="*/ 61189 h 393633"/>
              <a:gd name="connsiteX10" fmla="*/ 254552 w 411419"/>
              <a:gd name="connsiteY10" fmla="*/ 172098 h 393633"/>
              <a:gd name="connsiteX11" fmla="*/ 299210 w 411419"/>
              <a:gd name="connsiteY11" fmla="*/ 288597 h 393633"/>
              <a:gd name="connsiteX12" fmla="*/ 411328 w 411419"/>
              <a:gd name="connsiteY12" fmla="*/ 376867 h 393633"/>
              <a:gd name="connsiteX13" fmla="*/ 302850 w 411419"/>
              <a:gd name="connsiteY13" fmla="*/ 392432 h 393633"/>
              <a:gd name="connsiteX0" fmla="*/ 302850 w 411328"/>
              <a:gd name="connsiteY0" fmla="*/ 392432 h 393633"/>
              <a:gd name="connsiteX1" fmla="*/ 161209 w 411328"/>
              <a:gd name="connsiteY1" fmla="*/ 347610 h 393633"/>
              <a:gd name="connsiteX2" fmla="*/ 71846 w 411328"/>
              <a:gd name="connsiteY2" fmla="*/ 230010 h 393633"/>
              <a:gd name="connsiteX3" fmla="*/ 50370 w 411328"/>
              <a:gd name="connsiteY3" fmla="*/ 201670 h 393633"/>
              <a:gd name="connsiteX4" fmla="*/ 5148 w 411328"/>
              <a:gd name="connsiteY4" fmla="*/ 97167 h 393633"/>
              <a:gd name="connsiteX5" fmla="*/ 45499 w 411328"/>
              <a:gd name="connsiteY5" fmla="*/ 1077 h 393633"/>
              <a:gd name="connsiteX6" fmla="*/ 170039 w 411328"/>
              <a:gd name="connsiteY6" fmla="*/ 2406 h 393633"/>
              <a:gd name="connsiteX7" fmla="*/ 236461 w 411328"/>
              <a:gd name="connsiteY7" fmla="*/ 7941 h 393633"/>
              <a:gd name="connsiteX8" fmla="*/ 284893 w 411328"/>
              <a:gd name="connsiteY8" fmla="*/ 10709 h 393633"/>
              <a:gd name="connsiteX9" fmla="*/ 310520 w 411328"/>
              <a:gd name="connsiteY9" fmla="*/ 61189 h 393633"/>
              <a:gd name="connsiteX10" fmla="*/ 254552 w 411328"/>
              <a:gd name="connsiteY10" fmla="*/ 172098 h 393633"/>
              <a:gd name="connsiteX11" fmla="*/ 299210 w 411328"/>
              <a:gd name="connsiteY11" fmla="*/ 288597 h 393633"/>
              <a:gd name="connsiteX12" fmla="*/ 411328 w 411328"/>
              <a:gd name="connsiteY12" fmla="*/ 376867 h 393633"/>
              <a:gd name="connsiteX13" fmla="*/ 302850 w 411328"/>
              <a:gd name="connsiteY13" fmla="*/ 392432 h 39363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10520 w 423701"/>
              <a:gd name="connsiteY9" fmla="*/ 61189 h 395543"/>
              <a:gd name="connsiteX10" fmla="*/ 254552 w 423701"/>
              <a:gd name="connsiteY10" fmla="*/ 172098 h 395543"/>
              <a:gd name="connsiteX11" fmla="*/ 299210 w 423701"/>
              <a:gd name="connsiteY11" fmla="*/ 288597 h 395543"/>
              <a:gd name="connsiteX12" fmla="*/ 411328 w 423701"/>
              <a:gd name="connsiteY12" fmla="*/ 376867 h 395543"/>
              <a:gd name="connsiteX13" fmla="*/ 302850 w 423701"/>
              <a:gd name="connsiteY13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44778 w 423701"/>
              <a:gd name="connsiteY9" fmla="*/ 29399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10709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10520 w 423701"/>
              <a:gd name="connsiteY10" fmla="*/ 61189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284284 w 423701"/>
              <a:gd name="connsiteY10" fmla="*/ 573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75493 w 423701"/>
              <a:gd name="connsiteY9" fmla="*/ 19801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45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299210 w 423701"/>
              <a:gd name="connsiteY12" fmla="*/ 288597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2098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7752 w 423701"/>
              <a:gd name="connsiteY11" fmla="*/ 179137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3701"/>
              <a:gd name="connsiteY0" fmla="*/ 392432 h 395543"/>
              <a:gd name="connsiteX1" fmla="*/ 161209 w 423701"/>
              <a:gd name="connsiteY1" fmla="*/ 347610 h 395543"/>
              <a:gd name="connsiteX2" fmla="*/ 71846 w 423701"/>
              <a:gd name="connsiteY2" fmla="*/ 230010 h 395543"/>
              <a:gd name="connsiteX3" fmla="*/ 50370 w 423701"/>
              <a:gd name="connsiteY3" fmla="*/ 201670 h 395543"/>
              <a:gd name="connsiteX4" fmla="*/ 5148 w 423701"/>
              <a:gd name="connsiteY4" fmla="*/ 97167 h 395543"/>
              <a:gd name="connsiteX5" fmla="*/ 45499 w 423701"/>
              <a:gd name="connsiteY5" fmla="*/ 1077 h 395543"/>
              <a:gd name="connsiteX6" fmla="*/ 170039 w 423701"/>
              <a:gd name="connsiteY6" fmla="*/ 2406 h 395543"/>
              <a:gd name="connsiteX7" fmla="*/ 236461 w 423701"/>
              <a:gd name="connsiteY7" fmla="*/ 7941 h 395543"/>
              <a:gd name="connsiteX8" fmla="*/ 284893 w 423701"/>
              <a:gd name="connsiteY8" fmla="*/ 4950 h 395543"/>
              <a:gd name="connsiteX9" fmla="*/ 362695 w 423701"/>
              <a:gd name="connsiteY9" fmla="*/ 30040 h 395543"/>
              <a:gd name="connsiteX10" fmla="*/ 302201 w 423701"/>
              <a:gd name="connsiteY10" fmla="*/ 60550 h 395543"/>
              <a:gd name="connsiteX11" fmla="*/ 250073 w 423701"/>
              <a:gd name="connsiteY11" fmla="*/ 155461 h 395543"/>
              <a:gd name="connsiteX12" fmla="*/ 306889 w 423701"/>
              <a:gd name="connsiteY12" fmla="*/ 294996 h 395543"/>
              <a:gd name="connsiteX13" fmla="*/ 411328 w 423701"/>
              <a:gd name="connsiteY13" fmla="*/ 376867 h 395543"/>
              <a:gd name="connsiteX14" fmla="*/ 302850 w 42370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306889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4091 w 427891"/>
              <a:gd name="connsiteY12" fmla="*/ 294996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302201 w 427891"/>
              <a:gd name="connsiteY10" fmla="*/ 6055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27891"/>
              <a:gd name="connsiteY0" fmla="*/ 392432 h 395543"/>
              <a:gd name="connsiteX1" fmla="*/ 161209 w 427891"/>
              <a:gd name="connsiteY1" fmla="*/ 347610 h 395543"/>
              <a:gd name="connsiteX2" fmla="*/ 71846 w 427891"/>
              <a:gd name="connsiteY2" fmla="*/ 230010 h 395543"/>
              <a:gd name="connsiteX3" fmla="*/ 50370 w 427891"/>
              <a:gd name="connsiteY3" fmla="*/ 201670 h 395543"/>
              <a:gd name="connsiteX4" fmla="*/ 5148 w 427891"/>
              <a:gd name="connsiteY4" fmla="*/ 97167 h 395543"/>
              <a:gd name="connsiteX5" fmla="*/ 45499 w 427891"/>
              <a:gd name="connsiteY5" fmla="*/ 1077 h 395543"/>
              <a:gd name="connsiteX6" fmla="*/ 170039 w 427891"/>
              <a:gd name="connsiteY6" fmla="*/ 2406 h 395543"/>
              <a:gd name="connsiteX7" fmla="*/ 236461 w 427891"/>
              <a:gd name="connsiteY7" fmla="*/ 7941 h 395543"/>
              <a:gd name="connsiteX8" fmla="*/ 284893 w 427891"/>
              <a:gd name="connsiteY8" fmla="*/ 4950 h 395543"/>
              <a:gd name="connsiteX9" fmla="*/ 362695 w 427891"/>
              <a:gd name="connsiteY9" fmla="*/ 30040 h 395543"/>
              <a:gd name="connsiteX10" fmla="*/ 299002 w 427891"/>
              <a:gd name="connsiteY10" fmla="*/ 58630 h 395543"/>
              <a:gd name="connsiteX11" fmla="*/ 250073 w 427891"/>
              <a:gd name="connsiteY11" fmla="*/ 155461 h 395543"/>
              <a:gd name="connsiteX12" fmla="*/ 299850 w 427891"/>
              <a:gd name="connsiteY12" fmla="*/ 289237 h 395543"/>
              <a:gd name="connsiteX13" fmla="*/ 415807 w 427891"/>
              <a:gd name="connsiteY13" fmla="*/ 376867 h 395543"/>
              <a:gd name="connsiteX14" fmla="*/ 302850 w 427891"/>
              <a:gd name="connsiteY14" fmla="*/ 392432 h 395543"/>
              <a:gd name="connsiteX0" fmla="*/ 302850 w 452059"/>
              <a:gd name="connsiteY0" fmla="*/ 392432 h 395543"/>
              <a:gd name="connsiteX1" fmla="*/ 161209 w 452059"/>
              <a:gd name="connsiteY1" fmla="*/ 347610 h 395543"/>
              <a:gd name="connsiteX2" fmla="*/ 71846 w 452059"/>
              <a:gd name="connsiteY2" fmla="*/ 230010 h 395543"/>
              <a:gd name="connsiteX3" fmla="*/ 50370 w 452059"/>
              <a:gd name="connsiteY3" fmla="*/ 201670 h 395543"/>
              <a:gd name="connsiteX4" fmla="*/ 5148 w 452059"/>
              <a:gd name="connsiteY4" fmla="*/ 97167 h 395543"/>
              <a:gd name="connsiteX5" fmla="*/ 45499 w 452059"/>
              <a:gd name="connsiteY5" fmla="*/ 1077 h 395543"/>
              <a:gd name="connsiteX6" fmla="*/ 170039 w 452059"/>
              <a:gd name="connsiteY6" fmla="*/ 2406 h 395543"/>
              <a:gd name="connsiteX7" fmla="*/ 236461 w 452059"/>
              <a:gd name="connsiteY7" fmla="*/ 7941 h 395543"/>
              <a:gd name="connsiteX8" fmla="*/ 284893 w 452059"/>
              <a:gd name="connsiteY8" fmla="*/ 4950 h 395543"/>
              <a:gd name="connsiteX9" fmla="*/ 362695 w 452059"/>
              <a:gd name="connsiteY9" fmla="*/ 30040 h 395543"/>
              <a:gd name="connsiteX10" fmla="*/ 299002 w 452059"/>
              <a:gd name="connsiteY10" fmla="*/ 58630 h 395543"/>
              <a:gd name="connsiteX11" fmla="*/ 250073 w 452059"/>
              <a:gd name="connsiteY11" fmla="*/ 155461 h 395543"/>
              <a:gd name="connsiteX12" fmla="*/ 299850 w 452059"/>
              <a:gd name="connsiteY12" fmla="*/ 289237 h 395543"/>
              <a:gd name="connsiteX13" fmla="*/ 441403 w 452059"/>
              <a:gd name="connsiteY13" fmla="*/ 376867 h 395543"/>
              <a:gd name="connsiteX14" fmla="*/ 302850 w 452059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9850 w 434501"/>
              <a:gd name="connsiteY12" fmla="*/ 289237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0073 w 434501"/>
              <a:gd name="connsiteY11" fmla="*/ 155461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53912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2695 w 434501"/>
              <a:gd name="connsiteY9" fmla="*/ 30040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86371 w 434501"/>
              <a:gd name="connsiteY9" fmla="*/ 26201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3335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284893 w 434501"/>
              <a:gd name="connsiteY8" fmla="*/ 4950 h 395543"/>
              <a:gd name="connsiteX9" fmla="*/ 369094 w 434501"/>
              <a:gd name="connsiteY9" fmla="*/ 21082 h 395543"/>
              <a:gd name="connsiteX10" fmla="*/ 299002 w 434501"/>
              <a:gd name="connsiteY10" fmla="*/ 58630 h 395543"/>
              <a:gd name="connsiteX11" fmla="*/ 248153 w 434501"/>
              <a:gd name="connsiteY11" fmla="*/ 151622 h 395543"/>
              <a:gd name="connsiteX12" fmla="*/ 293451 w 434501"/>
              <a:gd name="connsiteY12" fmla="*/ 281558 h 395543"/>
              <a:gd name="connsiteX13" fmla="*/ 422846 w 434501"/>
              <a:gd name="connsiteY13" fmla="*/ 376867 h 395543"/>
              <a:gd name="connsiteX14" fmla="*/ 302850 w 434501"/>
              <a:gd name="connsiteY14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432 h 395543"/>
              <a:gd name="connsiteX1" fmla="*/ 161209 w 434501"/>
              <a:gd name="connsiteY1" fmla="*/ 347610 h 395543"/>
              <a:gd name="connsiteX2" fmla="*/ 71846 w 434501"/>
              <a:gd name="connsiteY2" fmla="*/ 230010 h 395543"/>
              <a:gd name="connsiteX3" fmla="*/ 50370 w 434501"/>
              <a:gd name="connsiteY3" fmla="*/ 201670 h 395543"/>
              <a:gd name="connsiteX4" fmla="*/ 5148 w 434501"/>
              <a:gd name="connsiteY4" fmla="*/ 97167 h 395543"/>
              <a:gd name="connsiteX5" fmla="*/ 45499 w 434501"/>
              <a:gd name="connsiteY5" fmla="*/ 1077 h 395543"/>
              <a:gd name="connsiteX6" fmla="*/ 170039 w 434501"/>
              <a:gd name="connsiteY6" fmla="*/ 2406 h 395543"/>
              <a:gd name="connsiteX7" fmla="*/ 236461 w 434501"/>
              <a:gd name="connsiteY7" fmla="*/ 7941 h 395543"/>
              <a:gd name="connsiteX8" fmla="*/ 369094 w 434501"/>
              <a:gd name="connsiteY8" fmla="*/ 21082 h 395543"/>
              <a:gd name="connsiteX9" fmla="*/ 299002 w 434501"/>
              <a:gd name="connsiteY9" fmla="*/ 58630 h 395543"/>
              <a:gd name="connsiteX10" fmla="*/ 248153 w 434501"/>
              <a:gd name="connsiteY10" fmla="*/ 151622 h 395543"/>
              <a:gd name="connsiteX11" fmla="*/ 293451 w 434501"/>
              <a:gd name="connsiteY11" fmla="*/ 281558 h 395543"/>
              <a:gd name="connsiteX12" fmla="*/ 422846 w 434501"/>
              <a:gd name="connsiteY12" fmla="*/ 376867 h 395543"/>
              <a:gd name="connsiteX13" fmla="*/ 302850 w 434501"/>
              <a:gd name="connsiteY13" fmla="*/ 392432 h 395543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2850 w 434501"/>
              <a:gd name="connsiteY0" fmla="*/ 392287 h 395398"/>
              <a:gd name="connsiteX1" fmla="*/ 161209 w 434501"/>
              <a:gd name="connsiteY1" fmla="*/ 347465 h 395398"/>
              <a:gd name="connsiteX2" fmla="*/ 71846 w 434501"/>
              <a:gd name="connsiteY2" fmla="*/ 229865 h 395398"/>
              <a:gd name="connsiteX3" fmla="*/ 50370 w 434501"/>
              <a:gd name="connsiteY3" fmla="*/ 201525 h 395398"/>
              <a:gd name="connsiteX4" fmla="*/ 5148 w 434501"/>
              <a:gd name="connsiteY4" fmla="*/ 97022 h 395398"/>
              <a:gd name="connsiteX5" fmla="*/ 45499 w 434501"/>
              <a:gd name="connsiteY5" fmla="*/ 932 h 395398"/>
              <a:gd name="connsiteX6" fmla="*/ 170039 w 434501"/>
              <a:gd name="connsiteY6" fmla="*/ 2261 h 395398"/>
              <a:gd name="connsiteX7" fmla="*/ 236461 w 434501"/>
              <a:gd name="connsiteY7" fmla="*/ 2677 h 395398"/>
              <a:gd name="connsiteX8" fmla="*/ 369094 w 434501"/>
              <a:gd name="connsiteY8" fmla="*/ 20937 h 395398"/>
              <a:gd name="connsiteX9" fmla="*/ 299002 w 434501"/>
              <a:gd name="connsiteY9" fmla="*/ 58485 h 395398"/>
              <a:gd name="connsiteX10" fmla="*/ 248153 w 434501"/>
              <a:gd name="connsiteY10" fmla="*/ 151477 h 395398"/>
              <a:gd name="connsiteX11" fmla="*/ 293451 w 434501"/>
              <a:gd name="connsiteY11" fmla="*/ 281413 h 395398"/>
              <a:gd name="connsiteX12" fmla="*/ 422846 w 434501"/>
              <a:gd name="connsiteY12" fmla="*/ 376722 h 395398"/>
              <a:gd name="connsiteX13" fmla="*/ 302850 w 434501"/>
              <a:gd name="connsiteY13" fmla="*/ 392287 h 395398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1200 w 432851"/>
              <a:gd name="connsiteY0" fmla="*/ 399964 h 403075"/>
              <a:gd name="connsiteX1" fmla="*/ 159559 w 432851"/>
              <a:gd name="connsiteY1" fmla="*/ 355142 h 403075"/>
              <a:gd name="connsiteX2" fmla="*/ 70196 w 432851"/>
              <a:gd name="connsiteY2" fmla="*/ 237542 h 403075"/>
              <a:gd name="connsiteX3" fmla="*/ 48720 w 432851"/>
              <a:gd name="connsiteY3" fmla="*/ 209202 h 403075"/>
              <a:gd name="connsiteX4" fmla="*/ 3498 w 432851"/>
              <a:gd name="connsiteY4" fmla="*/ 104699 h 403075"/>
              <a:gd name="connsiteX5" fmla="*/ 43849 w 432851"/>
              <a:gd name="connsiteY5" fmla="*/ 8609 h 403075"/>
              <a:gd name="connsiteX6" fmla="*/ 137034 w 432851"/>
              <a:gd name="connsiteY6" fmla="*/ 4819 h 403075"/>
              <a:gd name="connsiteX7" fmla="*/ 234811 w 432851"/>
              <a:gd name="connsiteY7" fmla="*/ 10354 h 403075"/>
              <a:gd name="connsiteX8" fmla="*/ 367444 w 432851"/>
              <a:gd name="connsiteY8" fmla="*/ 28614 h 403075"/>
              <a:gd name="connsiteX9" fmla="*/ 297352 w 432851"/>
              <a:gd name="connsiteY9" fmla="*/ 66162 h 403075"/>
              <a:gd name="connsiteX10" fmla="*/ 246503 w 432851"/>
              <a:gd name="connsiteY10" fmla="*/ 159154 h 403075"/>
              <a:gd name="connsiteX11" fmla="*/ 291801 w 432851"/>
              <a:gd name="connsiteY11" fmla="*/ 289090 h 403075"/>
              <a:gd name="connsiteX12" fmla="*/ 421196 w 432851"/>
              <a:gd name="connsiteY12" fmla="*/ 384399 h 403075"/>
              <a:gd name="connsiteX13" fmla="*/ 301200 w 432851"/>
              <a:gd name="connsiteY13" fmla="*/ 399964 h 40307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75260 w 440667"/>
              <a:gd name="connsiteY8" fmla="*/ 25734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7084 h 400195"/>
              <a:gd name="connsiteX1" fmla="*/ 167375 w 440667"/>
              <a:gd name="connsiteY1" fmla="*/ 352262 h 400195"/>
              <a:gd name="connsiteX2" fmla="*/ 78012 w 440667"/>
              <a:gd name="connsiteY2" fmla="*/ 234662 h 400195"/>
              <a:gd name="connsiteX3" fmla="*/ 56536 w 440667"/>
              <a:gd name="connsiteY3" fmla="*/ 206322 h 400195"/>
              <a:gd name="connsiteX4" fmla="*/ 11314 w 440667"/>
              <a:gd name="connsiteY4" fmla="*/ 101819 h 400195"/>
              <a:gd name="connsiteX5" fmla="*/ 11991 w 440667"/>
              <a:gd name="connsiteY5" fmla="*/ 10208 h 400195"/>
              <a:gd name="connsiteX6" fmla="*/ 144850 w 440667"/>
              <a:gd name="connsiteY6" fmla="*/ 1939 h 400195"/>
              <a:gd name="connsiteX7" fmla="*/ 242627 w 440667"/>
              <a:gd name="connsiteY7" fmla="*/ 7474 h 400195"/>
              <a:gd name="connsiteX8" fmla="*/ 366941 w 440667"/>
              <a:gd name="connsiteY8" fmla="*/ 30213 h 400195"/>
              <a:gd name="connsiteX9" fmla="*/ 305168 w 440667"/>
              <a:gd name="connsiteY9" fmla="*/ 63282 h 400195"/>
              <a:gd name="connsiteX10" fmla="*/ 254319 w 440667"/>
              <a:gd name="connsiteY10" fmla="*/ 156274 h 400195"/>
              <a:gd name="connsiteX11" fmla="*/ 299617 w 440667"/>
              <a:gd name="connsiteY11" fmla="*/ 286210 h 400195"/>
              <a:gd name="connsiteX12" fmla="*/ 429012 w 440667"/>
              <a:gd name="connsiteY12" fmla="*/ 381519 h 400195"/>
              <a:gd name="connsiteX13" fmla="*/ 309016 w 440667"/>
              <a:gd name="connsiteY13" fmla="*/ 397084 h 400195"/>
              <a:gd name="connsiteX0" fmla="*/ 309016 w 440667"/>
              <a:gd name="connsiteY0" fmla="*/ 398219 h 401330"/>
              <a:gd name="connsiteX1" fmla="*/ 167375 w 440667"/>
              <a:gd name="connsiteY1" fmla="*/ 353397 h 401330"/>
              <a:gd name="connsiteX2" fmla="*/ 78012 w 440667"/>
              <a:gd name="connsiteY2" fmla="*/ 235797 h 401330"/>
              <a:gd name="connsiteX3" fmla="*/ 56536 w 440667"/>
              <a:gd name="connsiteY3" fmla="*/ 207457 h 401330"/>
              <a:gd name="connsiteX4" fmla="*/ 11314 w 440667"/>
              <a:gd name="connsiteY4" fmla="*/ 102954 h 401330"/>
              <a:gd name="connsiteX5" fmla="*/ 11991 w 440667"/>
              <a:gd name="connsiteY5" fmla="*/ 11343 h 401330"/>
              <a:gd name="connsiteX6" fmla="*/ 144850 w 440667"/>
              <a:gd name="connsiteY6" fmla="*/ 3074 h 401330"/>
              <a:gd name="connsiteX7" fmla="*/ 245187 w 440667"/>
              <a:gd name="connsiteY7" fmla="*/ 2210 h 401330"/>
              <a:gd name="connsiteX8" fmla="*/ 366941 w 440667"/>
              <a:gd name="connsiteY8" fmla="*/ 31348 h 401330"/>
              <a:gd name="connsiteX9" fmla="*/ 305168 w 440667"/>
              <a:gd name="connsiteY9" fmla="*/ 64417 h 401330"/>
              <a:gd name="connsiteX10" fmla="*/ 254319 w 440667"/>
              <a:gd name="connsiteY10" fmla="*/ 157409 h 401330"/>
              <a:gd name="connsiteX11" fmla="*/ 299617 w 440667"/>
              <a:gd name="connsiteY11" fmla="*/ 287345 h 401330"/>
              <a:gd name="connsiteX12" fmla="*/ 429012 w 440667"/>
              <a:gd name="connsiteY12" fmla="*/ 382654 h 401330"/>
              <a:gd name="connsiteX13" fmla="*/ 309016 w 440667"/>
              <a:gd name="connsiteY13" fmla="*/ 398219 h 401330"/>
              <a:gd name="connsiteX0" fmla="*/ 307188 w 438839"/>
              <a:gd name="connsiteY0" fmla="*/ 400138 h 403249"/>
              <a:gd name="connsiteX1" fmla="*/ 165547 w 438839"/>
              <a:gd name="connsiteY1" fmla="*/ 355316 h 403249"/>
              <a:gd name="connsiteX2" fmla="*/ 76184 w 438839"/>
              <a:gd name="connsiteY2" fmla="*/ 237716 h 403249"/>
              <a:gd name="connsiteX3" fmla="*/ 54708 w 438839"/>
              <a:gd name="connsiteY3" fmla="*/ 209376 h 403249"/>
              <a:gd name="connsiteX4" fmla="*/ 9486 w 438839"/>
              <a:gd name="connsiteY4" fmla="*/ 104873 h 403249"/>
              <a:gd name="connsiteX5" fmla="*/ 10163 w 438839"/>
              <a:gd name="connsiteY5" fmla="*/ 13262 h 403249"/>
              <a:gd name="connsiteX6" fmla="*/ 117426 w 438839"/>
              <a:gd name="connsiteY6" fmla="*/ 1153 h 403249"/>
              <a:gd name="connsiteX7" fmla="*/ 243359 w 438839"/>
              <a:gd name="connsiteY7" fmla="*/ 4129 h 403249"/>
              <a:gd name="connsiteX8" fmla="*/ 365113 w 438839"/>
              <a:gd name="connsiteY8" fmla="*/ 33267 h 403249"/>
              <a:gd name="connsiteX9" fmla="*/ 303340 w 438839"/>
              <a:gd name="connsiteY9" fmla="*/ 66336 h 403249"/>
              <a:gd name="connsiteX10" fmla="*/ 252491 w 438839"/>
              <a:gd name="connsiteY10" fmla="*/ 159328 h 403249"/>
              <a:gd name="connsiteX11" fmla="*/ 297789 w 438839"/>
              <a:gd name="connsiteY11" fmla="*/ 289264 h 403249"/>
              <a:gd name="connsiteX12" fmla="*/ 427184 w 438839"/>
              <a:gd name="connsiteY12" fmla="*/ 384573 h 403249"/>
              <a:gd name="connsiteX13" fmla="*/ 307188 w 438839"/>
              <a:gd name="connsiteY13" fmla="*/ 400138 h 403249"/>
              <a:gd name="connsiteX0" fmla="*/ 307188 w 438839"/>
              <a:gd name="connsiteY0" fmla="*/ 413840 h 416951"/>
              <a:gd name="connsiteX1" fmla="*/ 165547 w 438839"/>
              <a:gd name="connsiteY1" fmla="*/ 369018 h 416951"/>
              <a:gd name="connsiteX2" fmla="*/ 76184 w 438839"/>
              <a:gd name="connsiteY2" fmla="*/ 251418 h 416951"/>
              <a:gd name="connsiteX3" fmla="*/ 54708 w 438839"/>
              <a:gd name="connsiteY3" fmla="*/ 223078 h 416951"/>
              <a:gd name="connsiteX4" fmla="*/ 9486 w 438839"/>
              <a:gd name="connsiteY4" fmla="*/ 118575 h 416951"/>
              <a:gd name="connsiteX5" fmla="*/ 10163 w 438839"/>
              <a:gd name="connsiteY5" fmla="*/ 26964 h 416951"/>
              <a:gd name="connsiteX6" fmla="*/ 117426 w 438839"/>
              <a:gd name="connsiteY6" fmla="*/ 137 h 416951"/>
              <a:gd name="connsiteX7" fmla="*/ 243359 w 438839"/>
              <a:gd name="connsiteY7" fmla="*/ 17831 h 416951"/>
              <a:gd name="connsiteX8" fmla="*/ 365113 w 438839"/>
              <a:gd name="connsiteY8" fmla="*/ 46969 h 416951"/>
              <a:gd name="connsiteX9" fmla="*/ 303340 w 438839"/>
              <a:gd name="connsiteY9" fmla="*/ 80038 h 416951"/>
              <a:gd name="connsiteX10" fmla="*/ 252491 w 438839"/>
              <a:gd name="connsiteY10" fmla="*/ 173030 h 416951"/>
              <a:gd name="connsiteX11" fmla="*/ 297789 w 438839"/>
              <a:gd name="connsiteY11" fmla="*/ 302966 h 416951"/>
              <a:gd name="connsiteX12" fmla="*/ 427184 w 438839"/>
              <a:gd name="connsiteY12" fmla="*/ 398275 h 416951"/>
              <a:gd name="connsiteX13" fmla="*/ 307188 w 438839"/>
              <a:gd name="connsiteY13" fmla="*/ 413840 h 416951"/>
              <a:gd name="connsiteX0" fmla="*/ 307097 w 438748"/>
              <a:gd name="connsiteY0" fmla="*/ 405071 h 408182"/>
              <a:gd name="connsiteX1" fmla="*/ 165456 w 438748"/>
              <a:gd name="connsiteY1" fmla="*/ 360249 h 408182"/>
              <a:gd name="connsiteX2" fmla="*/ 76093 w 438748"/>
              <a:gd name="connsiteY2" fmla="*/ 242649 h 408182"/>
              <a:gd name="connsiteX3" fmla="*/ 54617 w 438748"/>
              <a:gd name="connsiteY3" fmla="*/ 214309 h 408182"/>
              <a:gd name="connsiteX4" fmla="*/ 9395 w 438748"/>
              <a:gd name="connsiteY4" fmla="*/ 109806 h 408182"/>
              <a:gd name="connsiteX5" fmla="*/ 10072 w 438748"/>
              <a:gd name="connsiteY5" fmla="*/ 18195 h 408182"/>
              <a:gd name="connsiteX6" fmla="*/ 116055 w 438748"/>
              <a:gd name="connsiteY6" fmla="*/ 327 h 408182"/>
              <a:gd name="connsiteX7" fmla="*/ 243268 w 438748"/>
              <a:gd name="connsiteY7" fmla="*/ 9062 h 408182"/>
              <a:gd name="connsiteX8" fmla="*/ 365022 w 438748"/>
              <a:gd name="connsiteY8" fmla="*/ 38200 h 408182"/>
              <a:gd name="connsiteX9" fmla="*/ 303249 w 438748"/>
              <a:gd name="connsiteY9" fmla="*/ 71269 h 408182"/>
              <a:gd name="connsiteX10" fmla="*/ 252400 w 438748"/>
              <a:gd name="connsiteY10" fmla="*/ 164261 h 408182"/>
              <a:gd name="connsiteX11" fmla="*/ 297698 w 438748"/>
              <a:gd name="connsiteY11" fmla="*/ 294197 h 408182"/>
              <a:gd name="connsiteX12" fmla="*/ 427093 w 438748"/>
              <a:gd name="connsiteY12" fmla="*/ 389506 h 408182"/>
              <a:gd name="connsiteX13" fmla="*/ 307097 w 438748"/>
              <a:gd name="connsiteY13" fmla="*/ 405071 h 408182"/>
              <a:gd name="connsiteX0" fmla="*/ 311731 w 443382"/>
              <a:gd name="connsiteY0" fmla="*/ 405599 h 408710"/>
              <a:gd name="connsiteX1" fmla="*/ 170090 w 443382"/>
              <a:gd name="connsiteY1" fmla="*/ 360777 h 408710"/>
              <a:gd name="connsiteX2" fmla="*/ 80727 w 443382"/>
              <a:gd name="connsiteY2" fmla="*/ 243177 h 408710"/>
              <a:gd name="connsiteX3" fmla="*/ 59251 w 443382"/>
              <a:gd name="connsiteY3" fmla="*/ 214837 h 408710"/>
              <a:gd name="connsiteX4" fmla="*/ 14029 w 443382"/>
              <a:gd name="connsiteY4" fmla="*/ 110334 h 408710"/>
              <a:gd name="connsiteX5" fmla="*/ 8307 w 443382"/>
              <a:gd name="connsiteY5" fmla="*/ 27682 h 408710"/>
              <a:gd name="connsiteX6" fmla="*/ 120689 w 443382"/>
              <a:gd name="connsiteY6" fmla="*/ 855 h 408710"/>
              <a:gd name="connsiteX7" fmla="*/ 247902 w 443382"/>
              <a:gd name="connsiteY7" fmla="*/ 9590 h 408710"/>
              <a:gd name="connsiteX8" fmla="*/ 369656 w 443382"/>
              <a:gd name="connsiteY8" fmla="*/ 38728 h 408710"/>
              <a:gd name="connsiteX9" fmla="*/ 307883 w 443382"/>
              <a:gd name="connsiteY9" fmla="*/ 71797 h 408710"/>
              <a:gd name="connsiteX10" fmla="*/ 257034 w 443382"/>
              <a:gd name="connsiteY10" fmla="*/ 164789 h 408710"/>
              <a:gd name="connsiteX11" fmla="*/ 302332 w 443382"/>
              <a:gd name="connsiteY11" fmla="*/ 294725 h 408710"/>
              <a:gd name="connsiteX12" fmla="*/ 431727 w 443382"/>
              <a:gd name="connsiteY12" fmla="*/ 390034 h 408710"/>
              <a:gd name="connsiteX13" fmla="*/ 311731 w 443382"/>
              <a:gd name="connsiteY13" fmla="*/ 405599 h 408710"/>
              <a:gd name="connsiteX0" fmla="*/ 313987 w 445638"/>
              <a:gd name="connsiteY0" fmla="*/ 405599 h 408710"/>
              <a:gd name="connsiteX1" fmla="*/ 172346 w 445638"/>
              <a:gd name="connsiteY1" fmla="*/ 360777 h 408710"/>
              <a:gd name="connsiteX2" fmla="*/ 82983 w 445638"/>
              <a:gd name="connsiteY2" fmla="*/ 243177 h 408710"/>
              <a:gd name="connsiteX3" fmla="*/ 61507 w 445638"/>
              <a:gd name="connsiteY3" fmla="*/ 214837 h 408710"/>
              <a:gd name="connsiteX4" fmla="*/ 10526 w 445638"/>
              <a:gd name="connsiteY4" fmla="*/ 139130 h 408710"/>
              <a:gd name="connsiteX5" fmla="*/ 10563 w 445638"/>
              <a:gd name="connsiteY5" fmla="*/ 27682 h 408710"/>
              <a:gd name="connsiteX6" fmla="*/ 122945 w 445638"/>
              <a:gd name="connsiteY6" fmla="*/ 855 h 408710"/>
              <a:gd name="connsiteX7" fmla="*/ 250158 w 445638"/>
              <a:gd name="connsiteY7" fmla="*/ 9590 h 408710"/>
              <a:gd name="connsiteX8" fmla="*/ 371912 w 445638"/>
              <a:gd name="connsiteY8" fmla="*/ 38728 h 408710"/>
              <a:gd name="connsiteX9" fmla="*/ 310139 w 445638"/>
              <a:gd name="connsiteY9" fmla="*/ 71797 h 408710"/>
              <a:gd name="connsiteX10" fmla="*/ 259290 w 445638"/>
              <a:gd name="connsiteY10" fmla="*/ 164789 h 408710"/>
              <a:gd name="connsiteX11" fmla="*/ 304588 w 445638"/>
              <a:gd name="connsiteY11" fmla="*/ 294725 h 408710"/>
              <a:gd name="connsiteX12" fmla="*/ 433983 w 445638"/>
              <a:gd name="connsiteY12" fmla="*/ 390034 h 408710"/>
              <a:gd name="connsiteX13" fmla="*/ 313987 w 445638"/>
              <a:gd name="connsiteY13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5124 w 446775"/>
              <a:gd name="connsiteY0" fmla="*/ 405599 h 408710"/>
              <a:gd name="connsiteX1" fmla="*/ 173483 w 446775"/>
              <a:gd name="connsiteY1" fmla="*/ 360777 h 408710"/>
              <a:gd name="connsiteX2" fmla="*/ 84120 w 446775"/>
              <a:gd name="connsiteY2" fmla="*/ 243177 h 408710"/>
              <a:gd name="connsiteX3" fmla="*/ 11663 w 446775"/>
              <a:gd name="connsiteY3" fmla="*/ 139130 h 408710"/>
              <a:gd name="connsiteX4" fmla="*/ 11700 w 446775"/>
              <a:gd name="connsiteY4" fmla="*/ 27682 h 408710"/>
              <a:gd name="connsiteX5" fmla="*/ 124082 w 446775"/>
              <a:gd name="connsiteY5" fmla="*/ 855 h 408710"/>
              <a:gd name="connsiteX6" fmla="*/ 251295 w 446775"/>
              <a:gd name="connsiteY6" fmla="*/ 9590 h 408710"/>
              <a:gd name="connsiteX7" fmla="*/ 373049 w 446775"/>
              <a:gd name="connsiteY7" fmla="*/ 38728 h 408710"/>
              <a:gd name="connsiteX8" fmla="*/ 311276 w 446775"/>
              <a:gd name="connsiteY8" fmla="*/ 71797 h 408710"/>
              <a:gd name="connsiteX9" fmla="*/ 260427 w 446775"/>
              <a:gd name="connsiteY9" fmla="*/ 164789 h 408710"/>
              <a:gd name="connsiteX10" fmla="*/ 305725 w 446775"/>
              <a:gd name="connsiteY10" fmla="*/ 294725 h 408710"/>
              <a:gd name="connsiteX11" fmla="*/ 435120 w 446775"/>
              <a:gd name="connsiteY11" fmla="*/ 390034 h 408710"/>
              <a:gd name="connsiteX12" fmla="*/ 315124 w 446775"/>
              <a:gd name="connsiteY12" fmla="*/ 405599 h 408710"/>
              <a:gd name="connsiteX0" fmla="*/ 314267 w 445918"/>
              <a:gd name="connsiteY0" fmla="*/ 405599 h 408710"/>
              <a:gd name="connsiteX1" fmla="*/ 172626 w 445918"/>
              <a:gd name="connsiteY1" fmla="*/ 360777 h 408710"/>
              <a:gd name="connsiteX2" fmla="*/ 67265 w 445918"/>
              <a:gd name="connsiteY2" fmla="*/ 266214 h 408710"/>
              <a:gd name="connsiteX3" fmla="*/ 10806 w 445918"/>
              <a:gd name="connsiteY3" fmla="*/ 139130 h 408710"/>
              <a:gd name="connsiteX4" fmla="*/ 10843 w 445918"/>
              <a:gd name="connsiteY4" fmla="*/ 27682 h 408710"/>
              <a:gd name="connsiteX5" fmla="*/ 123225 w 445918"/>
              <a:gd name="connsiteY5" fmla="*/ 855 h 408710"/>
              <a:gd name="connsiteX6" fmla="*/ 250438 w 445918"/>
              <a:gd name="connsiteY6" fmla="*/ 9590 h 408710"/>
              <a:gd name="connsiteX7" fmla="*/ 372192 w 445918"/>
              <a:gd name="connsiteY7" fmla="*/ 38728 h 408710"/>
              <a:gd name="connsiteX8" fmla="*/ 310419 w 445918"/>
              <a:gd name="connsiteY8" fmla="*/ 71797 h 408710"/>
              <a:gd name="connsiteX9" fmla="*/ 259570 w 445918"/>
              <a:gd name="connsiteY9" fmla="*/ 164789 h 408710"/>
              <a:gd name="connsiteX10" fmla="*/ 304868 w 445918"/>
              <a:gd name="connsiteY10" fmla="*/ 294725 h 408710"/>
              <a:gd name="connsiteX11" fmla="*/ 434263 w 445918"/>
              <a:gd name="connsiteY11" fmla="*/ 390034 h 408710"/>
              <a:gd name="connsiteX12" fmla="*/ 314267 w 445918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11524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17075 w 452574"/>
              <a:gd name="connsiteY8" fmla="*/ 71797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64789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0467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80116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6226 w 452574"/>
              <a:gd name="connsiteY9" fmla="*/ 176947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302357 w 452574"/>
              <a:gd name="connsiteY8" fmla="*/ 71797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472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07685 w 452574"/>
              <a:gd name="connsiteY10" fmla="*/ 292805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2574"/>
              <a:gd name="connsiteY0" fmla="*/ 405599 h 408710"/>
              <a:gd name="connsiteX1" fmla="*/ 179282 w 452574"/>
              <a:gd name="connsiteY1" fmla="*/ 360777 h 408710"/>
              <a:gd name="connsiteX2" fmla="*/ 73921 w 452574"/>
              <a:gd name="connsiteY2" fmla="*/ 266214 h 408710"/>
              <a:gd name="connsiteX3" fmla="*/ 5944 w 452574"/>
              <a:gd name="connsiteY3" fmla="*/ 139130 h 408710"/>
              <a:gd name="connsiteX4" fmla="*/ 17499 w 452574"/>
              <a:gd name="connsiteY4" fmla="*/ 27682 h 408710"/>
              <a:gd name="connsiteX5" fmla="*/ 129881 w 452574"/>
              <a:gd name="connsiteY5" fmla="*/ 855 h 408710"/>
              <a:gd name="connsiteX6" fmla="*/ 257094 w 452574"/>
              <a:gd name="connsiteY6" fmla="*/ 9590 h 408710"/>
              <a:gd name="connsiteX7" fmla="*/ 378848 w 452574"/>
              <a:gd name="connsiteY7" fmla="*/ 38728 h 408710"/>
              <a:gd name="connsiteX8" fmla="*/ 293398 w 452574"/>
              <a:gd name="connsiteY8" fmla="*/ 83955 h 408710"/>
              <a:gd name="connsiteX9" fmla="*/ 260467 w 452574"/>
              <a:gd name="connsiteY9" fmla="*/ 182706 h 408710"/>
              <a:gd name="connsiteX10" fmla="*/ 313444 w 452574"/>
              <a:gd name="connsiteY10" fmla="*/ 304963 h 408710"/>
              <a:gd name="connsiteX11" fmla="*/ 440919 w 452574"/>
              <a:gd name="connsiteY11" fmla="*/ 390034 h 408710"/>
              <a:gd name="connsiteX12" fmla="*/ 320923 w 452574"/>
              <a:gd name="connsiteY12" fmla="*/ 405599 h 408710"/>
              <a:gd name="connsiteX0" fmla="*/ 320923 w 459818"/>
              <a:gd name="connsiteY0" fmla="*/ 405599 h 418623"/>
              <a:gd name="connsiteX1" fmla="*/ 179282 w 459818"/>
              <a:gd name="connsiteY1" fmla="*/ 360777 h 418623"/>
              <a:gd name="connsiteX2" fmla="*/ 73921 w 459818"/>
              <a:gd name="connsiteY2" fmla="*/ 266214 h 418623"/>
              <a:gd name="connsiteX3" fmla="*/ 5944 w 459818"/>
              <a:gd name="connsiteY3" fmla="*/ 139130 h 418623"/>
              <a:gd name="connsiteX4" fmla="*/ 17499 w 459818"/>
              <a:gd name="connsiteY4" fmla="*/ 27682 h 418623"/>
              <a:gd name="connsiteX5" fmla="*/ 129881 w 459818"/>
              <a:gd name="connsiteY5" fmla="*/ 855 h 418623"/>
              <a:gd name="connsiteX6" fmla="*/ 257094 w 459818"/>
              <a:gd name="connsiteY6" fmla="*/ 9590 h 418623"/>
              <a:gd name="connsiteX7" fmla="*/ 378848 w 459818"/>
              <a:gd name="connsiteY7" fmla="*/ 38728 h 418623"/>
              <a:gd name="connsiteX8" fmla="*/ 293398 w 459818"/>
              <a:gd name="connsiteY8" fmla="*/ 83955 h 418623"/>
              <a:gd name="connsiteX9" fmla="*/ 260467 w 459818"/>
              <a:gd name="connsiteY9" fmla="*/ 182706 h 418623"/>
              <a:gd name="connsiteX10" fmla="*/ 313444 w 459818"/>
              <a:gd name="connsiteY10" fmla="*/ 304963 h 418623"/>
              <a:gd name="connsiteX11" fmla="*/ 448598 w 459818"/>
              <a:gd name="connsiteY11" fmla="*/ 407312 h 418623"/>
              <a:gd name="connsiteX12" fmla="*/ 320923 w 459818"/>
              <a:gd name="connsiteY12" fmla="*/ 405599 h 418623"/>
              <a:gd name="connsiteX0" fmla="*/ 320923 w 447764"/>
              <a:gd name="connsiteY0" fmla="*/ 405599 h 408710"/>
              <a:gd name="connsiteX1" fmla="*/ 179282 w 447764"/>
              <a:gd name="connsiteY1" fmla="*/ 360777 h 408710"/>
              <a:gd name="connsiteX2" fmla="*/ 73921 w 447764"/>
              <a:gd name="connsiteY2" fmla="*/ 266214 h 408710"/>
              <a:gd name="connsiteX3" fmla="*/ 5944 w 447764"/>
              <a:gd name="connsiteY3" fmla="*/ 139130 h 408710"/>
              <a:gd name="connsiteX4" fmla="*/ 17499 w 447764"/>
              <a:gd name="connsiteY4" fmla="*/ 27682 h 408710"/>
              <a:gd name="connsiteX5" fmla="*/ 129881 w 447764"/>
              <a:gd name="connsiteY5" fmla="*/ 855 h 408710"/>
              <a:gd name="connsiteX6" fmla="*/ 257094 w 447764"/>
              <a:gd name="connsiteY6" fmla="*/ 9590 h 408710"/>
              <a:gd name="connsiteX7" fmla="*/ 378848 w 447764"/>
              <a:gd name="connsiteY7" fmla="*/ 38728 h 408710"/>
              <a:gd name="connsiteX8" fmla="*/ 293398 w 447764"/>
              <a:gd name="connsiteY8" fmla="*/ 83955 h 408710"/>
              <a:gd name="connsiteX9" fmla="*/ 260467 w 447764"/>
              <a:gd name="connsiteY9" fmla="*/ 182706 h 408710"/>
              <a:gd name="connsiteX10" fmla="*/ 313444 w 447764"/>
              <a:gd name="connsiteY10" fmla="*/ 304963 h 408710"/>
              <a:gd name="connsiteX11" fmla="*/ 435800 w 447764"/>
              <a:gd name="connsiteY11" fmla="*/ 390035 h 408710"/>
              <a:gd name="connsiteX12" fmla="*/ 320923 w 447764"/>
              <a:gd name="connsiteY12" fmla="*/ 405599 h 408710"/>
              <a:gd name="connsiteX0" fmla="*/ 320923 w 447764"/>
              <a:gd name="connsiteY0" fmla="*/ 405599 h 409468"/>
              <a:gd name="connsiteX1" fmla="*/ 179282 w 447764"/>
              <a:gd name="connsiteY1" fmla="*/ 360777 h 409468"/>
              <a:gd name="connsiteX2" fmla="*/ 73921 w 447764"/>
              <a:gd name="connsiteY2" fmla="*/ 266214 h 409468"/>
              <a:gd name="connsiteX3" fmla="*/ 5944 w 447764"/>
              <a:gd name="connsiteY3" fmla="*/ 139130 h 409468"/>
              <a:gd name="connsiteX4" fmla="*/ 17499 w 447764"/>
              <a:gd name="connsiteY4" fmla="*/ 27682 h 409468"/>
              <a:gd name="connsiteX5" fmla="*/ 129881 w 447764"/>
              <a:gd name="connsiteY5" fmla="*/ 855 h 409468"/>
              <a:gd name="connsiteX6" fmla="*/ 257094 w 447764"/>
              <a:gd name="connsiteY6" fmla="*/ 9590 h 409468"/>
              <a:gd name="connsiteX7" fmla="*/ 378848 w 447764"/>
              <a:gd name="connsiteY7" fmla="*/ 38728 h 409468"/>
              <a:gd name="connsiteX8" fmla="*/ 293398 w 447764"/>
              <a:gd name="connsiteY8" fmla="*/ 83955 h 409468"/>
              <a:gd name="connsiteX9" fmla="*/ 260467 w 447764"/>
              <a:gd name="connsiteY9" fmla="*/ 182706 h 409468"/>
              <a:gd name="connsiteX10" fmla="*/ 313444 w 447764"/>
              <a:gd name="connsiteY10" fmla="*/ 304963 h 409468"/>
              <a:gd name="connsiteX11" fmla="*/ 435800 w 447764"/>
              <a:gd name="connsiteY11" fmla="*/ 391955 h 409468"/>
              <a:gd name="connsiteX12" fmla="*/ 320923 w 447764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1177"/>
              <a:gd name="connsiteY0" fmla="*/ 405599 h 409468"/>
              <a:gd name="connsiteX1" fmla="*/ 179282 w 441177"/>
              <a:gd name="connsiteY1" fmla="*/ 360777 h 409468"/>
              <a:gd name="connsiteX2" fmla="*/ 73921 w 441177"/>
              <a:gd name="connsiteY2" fmla="*/ 266214 h 409468"/>
              <a:gd name="connsiteX3" fmla="*/ 5944 w 441177"/>
              <a:gd name="connsiteY3" fmla="*/ 139130 h 409468"/>
              <a:gd name="connsiteX4" fmla="*/ 17499 w 441177"/>
              <a:gd name="connsiteY4" fmla="*/ 27682 h 409468"/>
              <a:gd name="connsiteX5" fmla="*/ 129881 w 441177"/>
              <a:gd name="connsiteY5" fmla="*/ 855 h 409468"/>
              <a:gd name="connsiteX6" fmla="*/ 257094 w 441177"/>
              <a:gd name="connsiteY6" fmla="*/ 9590 h 409468"/>
              <a:gd name="connsiteX7" fmla="*/ 378848 w 441177"/>
              <a:gd name="connsiteY7" fmla="*/ 38728 h 409468"/>
              <a:gd name="connsiteX8" fmla="*/ 293398 w 441177"/>
              <a:gd name="connsiteY8" fmla="*/ 83955 h 409468"/>
              <a:gd name="connsiteX9" fmla="*/ 260467 w 441177"/>
              <a:gd name="connsiteY9" fmla="*/ 182706 h 409468"/>
              <a:gd name="connsiteX10" fmla="*/ 313444 w 441177"/>
              <a:gd name="connsiteY10" fmla="*/ 304963 h 409468"/>
              <a:gd name="connsiteX11" fmla="*/ 428761 w 441177"/>
              <a:gd name="connsiteY11" fmla="*/ 391955 h 409468"/>
              <a:gd name="connsiteX12" fmla="*/ 320923 w 441177"/>
              <a:gd name="connsiteY12" fmla="*/ 405599 h 409468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13444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6046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6627 w 445370"/>
              <a:gd name="connsiteY9" fmla="*/ 182706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87639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599 h 407632"/>
              <a:gd name="connsiteX1" fmla="*/ 179282 w 445370"/>
              <a:gd name="connsiteY1" fmla="*/ 360777 h 407632"/>
              <a:gd name="connsiteX2" fmla="*/ 73921 w 445370"/>
              <a:gd name="connsiteY2" fmla="*/ 266214 h 407632"/>
              <a:gd name="connsiteX3" fmla="*/ 5944 w 445370"/>
              <a:gd name="connsiteY3" fmla="*/ 139130 h 407632"/>
              <a:gd name="connsiteX4" fmla="*/ 17499 w 445370"/>
              <a:gd name="connsiteY4" fmla="*/ 27682 h 407632"/>
              <a:gd name="connsiteX5" fmla="*/ 129881 w 445370"/>
              <a:gd name="connsiteY5" fmla="*/ 855 h 407632"/>
              <a:gd name="connsiteX6" fmla="*/ 257094 w 445370"/>
              <a:gd name="connsiteY6" fmla="*/ 9590 h 407632"/>
              <a:gd name="connsiteX7" fmla="*/ 378848 w 445370"/>
              <a:gd name="connsiteY7" fmla="*/ 38728 h 407632"/>
              <a:gd name="connsiteX8" fmla="*/ 293398 w 445370"/>
              <a:gd name="connsiteY8" fmla="*/ 83955 h 407632"/>
              <a:gd name="connsiteX9" fmla="*/ 257907 w 445370"/>
              <a:gd name="connsiteY9" fmla="*/ 190385 h 407632"/>
              <a:gd name="connsiteX10" fmla="*/ 307045 w 445370"/>
              <a:gd name="connsiteY10" fmla="*/ 304963 h 407632"/>
              <a:gd name="connsiteX11" fmla="*/ 428761 w 445370"/>
              <a:gd name="connsiteY11" fmla="*/ 391955 h 407632"/>
              <a:gd name="connsiteX12" fmla="*/ 320923 w 445370"/>
              <a:gd name="connsiteY12" fmla="*/ 405599 h 407632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5464 h 407497"/>
              <a:gd name="connsiteX1" fmla="*/ 179282 w 445370"/>
              <a:gd name="connsiteY1" fmla="*/ 360642 h 407497"/>
              <a:gd name="connsiteX2" fmla="*/ 73921 w 445370"/>
              <a:gd name="connsiteY2" fmla="*/ 266079 h 407497"/>
              <a:gd name="connsiteX3" fmla="*/ 5944 w 445370"/>
              <a:gd name="connsiteY3" fmla="*/ 138995 h 407497"/>
              <a:gd name="connsiteX4" fmla="*/ 17499 w 445370"/>
              <a:gd name="connsiteY4" fmla="*/ 27547 h 407497"/>
              <a:gd name="connsiteX5" fmla="*/ 129881 w 445370"/>
              <a:gd name="connsiteY5" fmla="*/ 720 h 407497"/>
              <a:gd name="connsiteX6" fmla="*/ 257094 w 445370"/>
              <a:gd name="connsiteY6" fmla="*/ 9455 h 407497"/>
              <a:gd name="connsiteX7" fmla="*/ 371169 w 445370"/>
              <a:gd name="connsiteY7" fmla="*/ 28354 h 407497"/>
              <a:gd name="connsiteX8" fmla="*/ 293398 w 445370"/>
              <a:gd name="connsiteY8" fmla="*/ 83820 h 407497"/>
              <a:gd name="connsiteX9" fmla="*/ 257907 w 445370"/>
              <a:gd name="connsiteY9" fmla="*/ 190250 h 407497"/>
              <a:gd name="connsiteX10" fmla="*/ 307045 w 445370"/>
              <a:gd name="connsiteY10" fmla="*/ 304828 h 407497"/>
              <a:gd name="connsiteX11" fmla="*/ 428761 w 445370"/>
              <a:gd name="connsiteY11" fmla="*/ 391820 h 407497"/>
              <a:gd name="connsiteX12" fmla="*/ 320923 w 445370"/>
              <a:gd name="connsiteY12" fmla="*/ 405464 h 407497"/>
              <a:gd name="connsiteX0" fmla="*/ 320923 w 445370"/>
              <a:gd name="connsiteY0" fmla="*/ 406024 h 408057"/>
              <a:gd name="connsiteX1" fmla="*/ 179282 w 445370"/>
              <a:gd name="connsiteY1" fmla="*/ 361202 h 408057"/>
              <a:gd name="connsiteX2" fmla="*/ 73921 w 445370"/>
              <a:gd name="connsiteY2" fmla="*/ 266639 h 408057"/>
              <a:gd name="connsiteX3" fmla="*/ 5944 w 445370"/>
              <a:gd name="connsiteY3" fmla="*/ 139555 h 408057"/>
              <a:gd name="connsiteX4" fmla="*/ 17499 w 445370"/>
              <a:gd name="connsiteY4" fmla="*/ 28107 h 408057"/>
              <a:gd name="connsiteX5" fmla="*/ 129881 w 445370"/>
              <a:gd name="connsiteY5" fmla="*/ 1280 h 408057"/>
              <a:gd name="connsiteX6" fmla="*/ 250695 w 445370"/>
              <a:gd name="connsiteY6" fmla="*/ 6816 h 408057"/>
              <a:gd name="connsiteX7" fmla="*/ 371169 w 445370"/>
              <a:gd name="connsiteY7" fmla="*/ 28914 h 408057"/>
              <a:gd name="connsiteX8" fmla="*/ 293398 w 445370"/>
              <a:gd name="connsiteY8" fmla="*/ 84380 h 408057"/>
              <a:gd name="connsiteX9" fmla="*/ 257907 w 445370"/>
              <a:gd name="connsiteY9" fmla="*/ 190810 h 408057"/>
              <a:gd name="connsiteX10" fmla="*/ 307045 w 445370"/>
              <a:gd name="connsiteY10" fmla="*/ 305388 h 408057"/>
              <a:gd name="connsiteX11" fmla="*/ 428761 w 445370"/>
              <a:gd name="connsiteY11" fmla="*/ 392380 h 408057"/>
              <a:gd name="connsiteX12" fmla="*/ 320923 w 445370"/>
              <a:gd name="connsiteY12" fmla="*/ 406024 h 408057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0113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19640 w 444087"/>
              <a:gd name="connsiteY0" fmla="*/ 406582 h 408615"/>
              <a:gd name="connsiteX1" fmla="*/ 177999 w 444087"/>
              <a:gd name="connsiteY1" fmla="*/ 361760 h 408615"/>
              <a:gd name="connsiteX2" fmla="*/ 72638 w 444087"/>
              <a:gd name="connsiteY2" fmla="*/ 267197 h 408615"/>
              <a:gd name="connsiteX3" fmla="*/ 4661 w 444087"/>
              <a:gd name="connsiteY3" fmla="*/ 145232 h 408615"/>
              <a:gd name="connsiteX4" fmla="*/ 16216 w 444087"/>
              <a:gd name="connsiteY4" fmla="*/ 28665 h 408615"/>
              <a:gd name="connsiteX5" fmla="*/ 98523 w 444087"/>
              <a:gd name="connsiteY5" fmla="*/ 1198 h 408615"/>
              <a:gd name="connsiteX6" fmla="*/ 249412 w 444087"/>
              <a:gd name="connsiteY6" fmla="*/ 7374 h 408615"/>
              <a:gd name="connsiteX7" fmla="*/ 369886 w 444087"/>
              <a:gd name="connsiteY7" fmla="*/ 29472 h 408615"/>
              <a:gd name="connsiteX8" fmla="*/ 292115 w 444087"/>
              <a:gd name="connsiteY8" fmla="*/ 84938 h 408615"/>
              <a:gd name="connsiteX9" fmla="*/ 256624 w 444087"/>
              <a:gd name="connsiteY9" fmla="*/ 191368 h 408615"/>
              <a:gd name="connsiteX10" fmla="*/ 305762 w 444087"/>
              <a:gd name="connsiteY10" fmla="*/ 305946 h 408615"/>
              <a:gd name="connsiteX11" fmla="*/ 427478 w 444087"/>
              <a:gd name="connsiteY11" fmla="*/ 392938 h 408615"/>
              <a:gd name="connsiteX12" fmla="*/ 319640 w 444087"/>
              <a:gd name="connsiteY12" fmla="*/ 406582 h 408615"/>
              <a:gd name="connsiteX0" fmla="*/ 325135 w 449582"/>
              <a:gd name="connsiteY0" fmla="*/ 406582 h 408615"/>
              <a:gd name="connsiteX1" fmla="*/ 183494 w 449582"/>
              <a:gd name="connsiteY1" fmla="*/ 361760 h 408615"/>
              <a:gd name="connsiteX2" fmla="*/ 78133 w 449582"/>
              <a:gd name="connsiteY2" fmla="*/ 267197 h 408615"/>
              <a:gd name="connsiteX3" fmla="*/ 10156 w 449582"/>
              <a:gd name="connsiteY3" fmla="*/ 145232 h 408615"/>
              <a:gd name="connsiteX4" fmla="*/ 10193 w 449582"/>
              <a:gd name="connsiteY4" fmla="*/ 28665 h 408615"/>
              <a:gd name="connsiteX5" fmla="*/ 104018 w 449582"/>
              <a:gd name="connsiteY5" fmla="*/ 1198 h 408615"/>
              <a:gd name="connsiteX6" fmla="*/ 254907 w 449582"/>
              <a:gd name="connsiteY6" fmla="*/ 7374 h 408615"/>
              <a:gd name="connsiteX7" fmla="*/ 375381 w 449582"/>
              <a:gd name="connsiteY7" fmla="*/ 29472 h 408615"/>
              <a:gd name="connsiteX8" fmla="*/ 297610 w 449582"/>
              <a:gd name="connsiteY8" fmla="*/ 84938 h 408615"/>
              <a:gd name="connsiteX9" fmla="*/ 262119 w 449582"/>
              <a:gd name="connsiteY9" fmla="*/ 191368 h 408615"/>
              <a:gd name="connsiteX10" fmla="*/ 311257 w 449582"/>
              <a:gd name="connsiteY10" fmla="*/ 305946 h 408615"/>
              <a:gd name="connsiteX11" fmla="*/ 432973 w 449582"/>
              <a:gd name="connsiteY11" fmla="*/ 392938 h 408615"/>
              <a:gd name="connsiteX12" fmla="*/ 325135 w 449582"/>
              <a:gd name="connsiteY12" fmla="*/ 406582 h 408615"/>
              <a:gd name="connsiteX0" fmla="*/ 323622 w 448069"/>
              <a:gd name="connsiteY0" fmla="*/ 406582 h 408615"/>
              <a:gd name="connsiteX1" fmla="*/ 181981 w 448069"/>
              <a:gd name="connsiteY1" fmla="*/ 361760 h 408615"/>
              <a:gd name="connsiteX2" fmla="*/ 76620 w 448069"/>
              <a:gd name="connsiteY2" fmla="*/ 267197 h 408615"/>
              <a:gd name="connsiteX3" fmla="*/ 11842 w 448069"/>
              <a:gd name="connsiteY3" fmla="*/ 157390 h 408615"/>
              <a:gd name="connsiteX4" fmla="*/ 8680 w 448069"/>
              <a:gd name="connsiteY4" fmla="*/ 28665 h 408615"/>
              <a:gd name="connsiteX5" fmla="*/ 102505 w 448069"/>
              <a:gd name="connsiteY5" fmla="*/ 1198 h 408615"/>
              <a:gd name="connsiteX6" fmla="*/ 253394 w 448069"/>
              <a:gd name="connsiteY6" fmla="*/ 7374 h 408615"/>
              <a:gd name="connsiteX7" fmla="*/ 373868 w 448069"/>
              <a:gd name="connsiteY7" fmla="*/ 29472 h 408615"/>
              <a:gd name="connsiteX8" fmla="*/ 296097 w 448069"/>
              <a:gd name="connsiteY8" fmla="*/ 84938 h 408615"/>
              <a:gd name="connsiteX9" fmla="*/ 260606 w 448069"/>
              <a:gd name="connsiteY9" fmla="*/ 191368 h 408615"/>
              <a:gd name="connsiteX10" fmla="*/ 309744 w 448069"/>
              <a:gd name="connsiteY10" fmla="*/ 305946 h 408615"/>
              <a:gd name="connsiteX11" fmla="*/ 431460 w 448069"/>
              <a:gd name="connsiteY11" fmla="*/ 392938 h 408615"/>
              <a:gd name="connsiteX12" fmla="*/ 323622 w 448069"/>
              <a:gd name="connsiteY12" fmla="*/ 406582 h 408615"/>
              <a:gd name="connsiteX0" fmla="*/ 323591 w 448038"/>
              <a:gd name="connsiteY0" fmla="*/ 406582 h 408615"/>
              <a:gd name="connsiteX1" fmla="*/ 181950 w 448038"/>
              <a:gd name="connsiteY1" fmla="*/ 361760 h 408615"/>
              <a:gd name="connsiteX2" fmla="*/ 75949 w 448038"/>
              <a:gd name="connsiteY2" fmla="*/ 272956 h 408615"/>
              <a:gd name="connsiteX3" fmla="*/ 11811 w 448038"/>
              <a:gd name="connsiteY3" fmla="*/ 157390 h 408615"/>
              <a:gd name="connsiteX4" fmla="*/ 8649 w 448038"/>
              <a:gd name="connsiteY4" fmla="*/ 28665 h 408615"/>
              <a:gd name="connsiteX5" fmla="*/ 102474 w 448038"/>
              <a:gd name="connsiteY5" fmla="*/ 1198 h 408615"/>
              <a:gd name="connsiteX6" fmla="*/ 253363 w 448038"/>
              <a:gd name="connsiteY6" fmla="*/ 7374 h 408615"/>
              <a:gd name="connsiteX7" fmla="*/ 373837 w 448038"/>
              <a:gd name="connsiteY7" fmla="*/ 29472 h 408615"/>
              <a:gd name="connsiteX8" fmla="*/ 296066 w 448038"/>
              <a:gd name="connsiteY8" fmla="*/ 84938 h 408615"/>
              <a:gd name="connsiteX9" fmla="*/ 260575 w 448038"/>
              <a:gd name="connsiteY9" fmla="*/ 191368 h 408615"/>
              <a:gd name="connsiteX10" fmla="*/ 309713 w 448038"/>
              <a:gd name="connsiteY10" fmla="*/ 305946 h 408615"/>
              <a:gd name="connsiteX11" fmla="*/ 431429 w 448038"/>
              <a:gd name="connsiteY11" fmla="*/ 392938 h 408615"/>
              <a:gd name="connsiteX12" fmla="*/ 323591 w 448038"/>
              <a:gd name="connsiteY12" fmla="*/ 406582 h 408615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582 h 408116"/>
              <a:gd name="connsiteX1" fmla="*/ 191549 w 447900"/>
              <a:gd name="connsiteY1" fmla="*/ 368799 h 408116"/>
              <a:gd name="connsiteX2" fmla="*/ 75949 w 447900"/>
              <a:gd name="connsiteY2" fmla="*/ 272956 h 408116"/>
              <a:gd name="connsiteX3" fmla="*/ 11811 w 447900"/>
              <a:gd name="connsiteY3" fmla="*/ 157390 h 408116"/>
              <a:gd name="connsiteX4" fmla="*/ 8649 w 447900"/>
              <a:gd name="connsiteY4" fmla="*/ 28665 h 408116"/>
              <a:gd name="connsiteX5" fmla="*/ 102474 w 447900"/>
              <a:gd name="connsiteY5" fmla="*/ 1198 h 408116"/>
              <a:gd name="connsiteX6" fmla="*/ 253363 w 447900"/>
              <a:gd name="connsiteY6" fmla="*/ 7374 h 408116"/>
              <a:gd name="connsiteX7" fmla="*/ 373837 w 447900"/>
              <a:gd name="connsiteY7" fmla="*/ 29472 h 408116"/>
              <a:gd name="connsiteX8" fmla="*/ 296066 w 447900"/>
              <a:gd name="connsiteY8" fmla="*/ 84938 h 408116"/>
              <a:gd name="connsiteX9" fmla="*/ 260575 w 447900"/>
              <a:gd name="connsiteY9" fmla="*/ 191368 h 408116"/>
              <a:gd name="connsiteX10" fmla="*/ 309713 w 447900"/>
              <a:gd name="connsiteY10" fmla="*/ 305946 h 408116"/>
              <a:gd name="connsiteX11" fmla="*/ 431429 w 447900"/>
              <a:gd name="connsiteY11" fmla="*/ 392938 h 408116"/>
              <a:gd name="connsiteX12" fmla="*/ 323591 w 447900"/>
              <a:gd name="connsiteY12" fmla="*/ 406582 h 408116"/>
              <a:gd name="connsiteX0" fmla="*/ 323591 w 447900"/>
              <a:gd name="connsiteY0" fmla="*/ 406715 h 408249"/>
              <a:gd name="connsiteX1" fmla="*/ 191549 w 447900"/>
              <a:gd name="connsiteY1" fmla="*/ 368932 h 408249"/>
              <a:gd name="connsiteX2" fmla="*/ 75949 w 447900"/>
              <a:gd name="connsiteY2" fmla="*/ 273089 h 408249"/>
              <a:gd name="connsiteX3" fmla="*/ 11811 w 447900"/>
              <a:gd name="connsiteY3" fmla="*/ 157523 h 408249"/>
              <a:gd name="connsiteX4" fmla="*/ 8649 w 447900"/>
              <a:gd name="connsiteY4" fmla="*/ 28798 h 408249"/>
              <a:gd name="connsiteX5" fmla="*/ 102474 w 447900"/>
              <a:gd name="connsiteY5" fmla="*/ 1331 h 408249"/>
              <a:gd name="connsiteX6" fmla="*/ 253363 w 447900"/>
              <a:gd name="connsiteY6" fmla="*/ 7507 h 408249"/>
              <a:gd name="connsiteX7" fmla="*/ 389195 w 447900"/>
              <a:gd name="connsiteY7" fmla="*/ 35364 h 408249"/>
              <a:gd name="connsiteX8" fmla="*/ 296066 w 447900"/>
              <a:gd name="connsiteY8" fmla="*/ 85071 h 408249"/>
              <a:gd name="connsiteX9" fmla="*/ 260575 w 447900"/>
              <a:gd name="connsiteY9" fmla="*/ 191501 h 408249"/>
              <a:gd name="connsiteX10" fmla="*/ 309713 w 447900"/>
              <a:gd name="connsiteY10" fmla="*/ 306079 h 408249"/>
              <a:gd name="connsiteX11" fmla="*/ 431429 w 447900"/>
              <a:gd name="connsiteY11" fmla="*/ 393071 h 408249"/>
              <a:gd name="connsiteX12" fmla="*/ 323591 w 447900"/>
              <a:gd name="connsiteY12" fmla="*/ 406715 h 408249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8009 h 409543"/>
              <a:gd name="connsiteX1" fmla="*/ 191549 w 447900"/>
              <a:gd name="connsiteY1" fmla="*/ 370226 h 409543"/>
              <a:gd name="connsiteX2" fmla="*/ 75949 w 447900"/>
              <a:gd name="connsiteY2" fmla="*/ 274383 h 409543"/>
              <a:gd name="connsiteX3" fmla="*/ 11811 w 447900"/>
              <a:gd name="connsiteY3" fmla="*/ 158817 h 409543"/>
              <a:gd name="connsiteX4" fmla="*/ 8649 w 447900"/>
              <a:gd name="connsiteY4" fmla="*/ 30092 h 409543"/>
              <a:gd name="connsiteX5" fmla="*/ 102474 w 447900"/>
              <a:gd name="connsiteY5" fmla="*/ 2625 h 409543"/>
              <a:gd name="connsiteX6" fmla="*/ 251443 w 447900"/>
              <a:gd name="connsiteY6" fmla="*/ 4962 h 409543"/>
              <a:gd name="connsiteX7" fmla="*/ 389195 w 447900"/>
              <a:gd name="connsiteY7" fmla="*/ 36658 h 409543"/>
              <a:gd name="connsiteX8" fmla="*/ 296066 w 447900"/>
              <a:gd name="connsiteY8" fmla="*/ 86365 h 409543"/>
              <a:gd name="connsiteX9" fmla="*/ 260575 w 447900"/>
              <a:gd name="connsiteY9" fmla="*/ 192795 h 409543"/>
              <a:gd name="connsiteX10" fmla="*/ 309713 w 447900"/>
              <a:gd name="connsiteY10" fmla="*/ 307373 h 409543"/>
              <a:gd name="connsiteX11" fmla="*/ 431429 w 447900"/>
              <a:gd name="connsiteY11" fmla="*/ 394365 h 409543"/>
              <a:gd name="connsiteX12" fmla="*/ 323591 w 447900"/>
              <a:gd name="connsiteY12" fmla="*/ 408009 h 409543"/>
              <a:gd name="connsiteX0" fmla="*/ 323591 w 447900"/>
              <a:gd name="connsiteY0" fmla="*/ 407213 h 408747"/>
              <a:gd name="connsiteX1" fmla="*/ 191549 w 447900"/>
              <a:gd name="connsiteY1" fmla="*/ 369430 h 408747"/>
              <a:gd name="connsiteX2" fmla="*/ 75949 w 447900"/>
              <a:gd name="connsiteY2" fmla="*/ 273587 h 408747"/>
              <a:gd name="connsiteX3" fmla="*/ 11811 w 447900"/>
              <a:gd name="connsiteY3" fmla="*/ 158021 h 408747"/>
              <a:gd name="connsiteX4" fmla="*/ 8649 w 447900"/>
              <a:gd name="connsiteY4" fmla="*/ 29296 h 408747"/>
              <a:gd name="connsiteX5" fmla="*/ 102474 w 447900"/>
              <a:gd name="connsiteY5" fmla="*/ 1829 h 408747"/>
              <a:gd name="connsiteX6" fmla="*/ 251443 w 447900"/>
              <a:gd name="connsiteY6" fmla="*/ 4166 h 408747"/>
              <a:gd name="connsiteX7" fmla="*/ 389195 w 447900"/>
              <a:gd name="connsiteY7" fmla="*/ 35862 h 408747"/>
              <a:gd name="connsiteX8" fmla="*/ 296066 w 447900"/>
              <a:gd name="connsiteY8" fmla="*/ 85569 h 408747"/>
              <a:gd name="connsiteX9" fmla="*/ 260575 w 447900"/>
              <a:gd name="connsiteY9" fmla="*/ 191999 h 408747"/>
              <a:gd name="connsiteX10" fmla="*/ 309713 w 447900"/>
              <a:gd name="connsiteY10" fmla="*/ 306577 h 408747"/>
              <a:gd name="connsiteX11" fmla="*/ 431429 w 447900"/>
              <a:gd name="connsiteY11" fmla="*/ 393569 h 408747"/>
              <a:gd name="connsiteX12" fmla="*/ 323591 w 447900"/>
              <a:gd name="connsiteY12" fmla="*/ 407213 h 408747"/>
              <a:gd name="connsiteX0" fmla="*/ 323591 w 447900"/>
              <a:gd name="connsiteY0" fmla="*/ 408542 h 410076"/>
              <a:gd name="connsiteX1" fmla="*/ 191549 w 447900"/>
              <a:gd name="connsiteY1" fmla="*/ 370759 h 410076"/>
              <a:gd name="connsiteX2" fmla="*/ 75949 w 447900"/>
              <a:gd name="connsiteY2" fmla="*/ 274916 h 410076"/>
              <a:gd name="connsiteX3" fmla="*/ 11811 w 447900"/>
              <a:gd name="connsiteY3" fmla="*/ 159350 h 410076"/>
              <a:gd name="connsiteX4" fmla="*/ 8649 w 447900"/>
              <a:gd name="connsiteY4" fmla="*/ 30625 h 410076"/>
              <a:gd name="connsiteX5" fmla="*/ 102474 w 447900"/>
              <a:gd name="connsiteY5" fmla="*/ 1238 h 410076"/>
              <a:gd name="connsiteX6" fmla="*/ 251443 w 447900"/>
              <a:gd name="connsiteY6" fmla="*/ 5495 h 410076"/>
              <a:gd name="connsiteX7" fmla="*/ 389195 w 447900"/>
              <a:gd name="connsiteY7" fmla="*/ 37191 h 410076"/>
              <a:gd name="connsiteX8" fmla="*/ 296066 w 447900"/>
              <a:gd name="connsiteY8" fmla="*/ 86898 h 410076"/>
              <a:gd name="connsiteX9" fmla="*/ 260575 w 447900"/>
              <a:gd name="connsiteY9" fmla="*/ 193328 h 410076"/>
              <a:gd name="connsiteX10" fmla="*/ 309713 w 447900"/>
              <a:gd name="connsiteY10" fmla="*/ 307906 h 410076"/>
              <a:gd name="connsiteX11" fmla="*/ 431429 w 447900"/>
              <a:gd name="connsiteY11" fmla="*/ 394898 h 410076"/>
              <a:gd name="connsiteX12" fmla="*/ 323591 w 447900"/>
              <a:gd name="connsiteY12" fmla="*/ 408542 h 410076"/>
              <a:gd name="connsiteX0" fmla="*/ 323591 w 447900"/>
              <a:gd name="connsiteY0" fmla="*/ 410104 h 411638"/>
              <a:gd name="connsiteX1" fmla="*/ 191549 w 447900"/>
              <a:gd name="connsiteY1" fmla="*/ 372321 h 411638"/>
              <a:gd name="connsiteX2" fmla="*/ 75949 w 447900"/>
              <a:gd name="connsiteY2" fmla="*/ 276478 h 411638"/>
              <a:gd name="connsiteX3" fmla="*/ 11811 w 447900"/>
              <a:gd name="connsiteY3" fmla="*/ 160912 h 411638"/>
              <a:gd name="connsiteX4" fmla="*/ 8649 w 447900"/>
              <a:gd name="connsiteY4" fmla="*/ 32187 h 411638"/>
              <a:gd name="connsiteX5" fmla="*/ 102474 w 447900"/>
              <a:gd name="connsiteY5" fmla="*/ 880 h 411638"/>
              <a:gd name="connsiteX6" fmla="*/ 251443 w 447900"/>
              <a:gd name="connsiteY6" fmla="*/ 7057 h 411638"/>
              <a:gd name="connsiteX7" fmla="*/ 389195 w 447900"/>
              <a:gd name="connsiteY7" fmla="*/ 38753 h 411638"/>
              <a:gd name="connsiteX8" fmla="*/ 296066 w 447900"/>
              <a:gd name="connsiteY8" fmla="*/ 88460 h 411638"/>
              <a:gd name="connsiteX9" fmla="*/ 260575 w 447900"/>
              <a:gd name="connsiteY9" fmla="*/ 194890 h 411638"/>
              <a:gd name="connsiteX10" fmla="*/ 309713 w 447900"/>
              <a:gd name="connsiteY10" fmla="*/ 309468 h 411638"/>
              <a:gd name="connsiteX11" fmla="*/ 431429 w 447900"/>
              <a:gd name="connsiteY11" fmla="*/ 396460 h 411638"/>
              <a:gd name="connsiteX12" fmla="*/ 323591 w 447900"/>
              <a:gd name="connsiteY12" fmla="*/ 410104 h 411638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935 h 412469"/>
              <a:gd name="connsiteX1" fmla="*/ 191549 w 447900"/>
              <a:gd name="connsiteY1" fmla="*/ 373152 h 412469"/>
              <a:gd name="connsiteX2" fmla="*/ 75949 w 447900"/>
              <a:gd name="connsiteY2" fmla="*/ 277309 h 412469"/>
              <a:gd name="connsiteX3" fmla="*/ 11811 w 447900"/>
              <a:gd name="connsiteY3" fmla="*/ 161743 h 412469"/>
              <a:gd name="connsiteX4" fmla="*/ 8649 w 447900"/>
              <a:gd name="connsiteY4" fmla="*/ 33018 h 412469"/>
              <a:gd name="connsiteX5" fmla="*/ 102474 w 447900"/>
              <a:gd name="connsiteY5" fmla="*/ 1711 h 412469"/>
              <a:gd name="connsiteX6" fmla="*/ 251443 w 447900"/>
              <a:gd name="connsiteY6" fmla="*/ 7888 h 412469"/>
              <a:gd name="connsiteX7" fmla="*/ 389195 w 447900"/>
              <a:gd name="connsiteY7" fmla="*/ 39584 h 412469"/>
              <a:gd name="connsiteX8" fmla="*/ 296066 w 447900"/>
              <a:gd name="connsiteY8" fmla="*/ 89291 h 412469"/>
              <a:gd name="connsiteX9" fmla="*/ 260575 w 447900"/>
              <a:gd name="connsiteY9" fmla="*/ 195721 h 412469"/>
              <a:gd name="connsiteX10" fmla="*/ 309713 w 447900"/>
              <a:gd name="connsiteY10" fmla="*/ 310299 h 412469"/>
              <a:gd name="connsiteX11" fmla="*/ 431429 w 447900"/>
              <a:gd name="connsiteY11" fmla="*/ 397291 h 412469"/>
              <a:gd name="connsiteX12" fmla="*/ 323591 w 447900"/>
              <a:gd name="connsiteY12" fmla="*/ 410935 h 412469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3591 w 447900"/>
              <a:gd name="connsiteY0" fmla="*/ 410734 h 412268"/>
              <a:gd name="connsiteX1" fmla="*/ 191549 w 447900"/>
              <a:gd name="connsiteY1" fmla="*/ 372951 h 412268"/>
              <a:gd name="connsiteX2" fmla="*/ 75949 w 447900"/>
              <a:gd name="connsiteY2" fmla="*/ 277108 h 412268"/>
              <a:gd name="connsiteX3" fmla="*/ 11811 w 447900"/>
              <a:gd name="connsiteY3" fmla="*/ 161542 h 412268"/>
              <a:gd name="connsiteX4" fmla="*/ 8649 w 447900"/>
              <a:gd name="connsiteY4" fmla="*/ 32817 h 412268"/>
              <a:gd name="connsiteX5" fmla="*/ 102474 w 447900"/>
              <a:gd name="connsiteY5" fmla="*/ 1510 h 412268"/>
              <a:gd name="connsiteX6" fmla="*/ 251443 w 447900"/>
              <a:gd name="connsiteY6" fmla="*/ 7687 h 412268"/>
              <a:gd name="connsiteX7" fmla="*/ 389195 w 447900"/>
              <a:gd name="connsiteY7" fmla="*/ 39383 h 412268"/>
              <a:gd name="connsiteX8" fmla="*/ 296066 w 447900"/>
              <a:gd name="connsiteY8" fmla="*/ 89090 h 412268"/>
              <a:gd name="connsiteX9" fmla="*/ 260575 w 447900"/>
              <a:gd name="connsiteY9" fmla="*/ 195520 h 412268"/>
              <a:gd name="connsiteX10" fmla="*/ 309713 w 447900"/>
              <a:gd name="connsiteY10" fmla="*/ 310098 h 412268"/>
              <a:gd name="connsiteX11" fmla="*/ 431429 w 447900"/>
              <a:gd name="connsiteY11" fmla="*/ 397090 h 412268"/>
              <a:gd name="connsiteX12" fmla="*/ 323591 w 447900"/>
              <a:gd name="connsiteY12" fmla="*/ 410734 h 412268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023 h 413557"/>
              <a:gd name="connsiteX1" fmla="*/ 190684 w 447035"/>
              <a:gd name="connsiteY1" fmla="*/ 374240 h 413557"/>
              <a:gd name="connsiteX2" fmla="*/ 75084 w 447035"/>
              <a:gd name="connsiteY2" fmla="*/ 278397 h 413557"/>
              <a:gd name="connsiteX3" fmla="*/ 10946 w 447035"/>
              <a:gd name="connsiteY3" fmla="*/ 162831 h 413557"/>
              <a:gd name="connsiteX4" fmla="*/ 7784 w 447035"/>
              <a:gd name="connsiteY4" fmla="*/ 34106 h 413557"/>
              <a:gd name="connsiteX5" fmla="*/ 89451 w 447035"/>
              <a:gd name="connsiteY5" fmla="*/ 1519 h 413557"/>
              <a:gd name="connsiteX6" fmla="*/ 250578 w 447035"/>
              <a:gd name="connsiteY6" fmla="*/ 8976 h 413557"/>
              <a:gd name="connsiteX7" fmla="*/ 388330 w 447035"/>
              <a:gd name="connsiteY7" fmla="*/ 40672 h 413557"/>
              <a:gd name="connsiteX8" fmla="*/ 295201 w 447035"/>
              <a:gd name="connsiteY8" fmla="*/ 90379 h 413557"/>
              <a:gd name="connsiteX9" fmla="*/ 259710 w 447035"/>
              <a:gd name="connsiteY9" fmla="*/ 196809 h 413557"/>
              <a:gd name="connsiteX10" fmla="*/ 308848 w 447035"/>
              <a:gd name="connsiteY10" fmla="*/ 311387 h 413557"/>
              <a:gd name="connsiteX11" fmla="*/ 430564 w 447035"/>
              <a:gd name="connsiteY11" fmla="*/ 398379 h 413557"/>
              <a:gd name="connsiteX12" fmla="*/ 322726 w 447035"/>
              <a:gd name="connsiteY12" fmla="*/ 412023 h 413557"/>
              <a:gd name="connsiteX0" fmla="*/ 322726 w 447035"/>
              <a:gd name="connsiteY0" fmla="*/ 412241 h 413775"/>
              <a:gd name="connsiteX1" fmla="*/ 190684 w 447035"/>
              <a:gd name="connsiteY1" fmla="*/ 374458 h 413775"/>
              <a:gd name="connsiteX2" fmla="*/ 75084 w 447035"/>
              <a:gd name="connsiteY2" fmla="*/ 278615 h 413775"/>
              <a:gd name="connsiteX3" fmla="*/ 10946 w 447035"/>
              <a:gd name="connsiteY3" fmla="*/ 163049 h 413775"/>
              <a:gd name="connsiteX4" fmla="*/ 7784 w 447035"/>
              <a:gd name="connsiteY4" fmla="*/ 34324 h 413775"/>
              <a:gd name="connsiteX5" fmla="*/ 89451 w 447035"/>
              <a:gd name="connsiteY5" fmla="*/ 1737 h 413775"/>
              <a:gd name="connsiteX6" fmla="*/ 250578 w 447035"/>
              <a:gd name="connsiteY6" fmla="*/ 9194 h 413775"/>
              <a:gd name="connsiteX7" fmla="*/ 388330 w 447035"/>
              <a:gd name="connsiteY7" fmla="*/ 49209 h 413775"/>
              <a:gd name="connsiteX8" fmla="*/ 295201 w 447035"/>
              <a:gd name="connsiteY8" fmla="*/ 90597 h 413775"/>
              <a:gd name="connsiteX9" fmla="*/ 259710 w 447035"/>
              <a:gd name="connsiteY9" fmla="*/ 197027 h 413775"/>
              <a:gd name="connsiteX10" fmla="*/ 308848 w 447035"/>
              <a:gd name="connsiteY10" fmla="*/ 311605 h 413775"/>
              <a:gd name="connsiteX11" fmla="*/ 430564 w 447035"/>
              <a:gd name="connsiteY11" fmla="*/ 398597 h 413775"/>
              <a:gd name="connsiteX12" fmla="*/ 322726 w 447035"/>
              <a:gd name="connsiteY12" fmla="*/ 412241 h 413775"/>
              <a:gd name="connsiteX0" fmla="*/ 322726 w 447035"/>
              <a:gd name="connsiteY0" fmla="*/ 411896 h 413430"/>
              <a:gd name="connsiteX1" fmla="*/ 190684 w 447035"/>
              <a:gd name="connsiteY1" fmla="*/ 374113 h 413430"/>
              <a:gd name="connsiteX2" fmla="*/ 75084 w 447035"/>
              <a:gd name="connsiteY2" fmla="*/ 278270 h 413430"/>
              <a:gd name="connsiteX3" fmla="*/ 10946 w 447035"/>
              <a:gd name="connsiteY3" fmla="*/ 162704 h 413430"/>
              <a:gd name="connsiteX4" fmla="*/ 7784 w 447035"/>
              <a:gd name="connsiteY4" fmla="*/ 33979 h 413430"/>
              <a:gd name="connsiteX5" fmla="*/ 89451 w 447035"/>
              <a:gd name="connsiteY5" fmla="*/ 1392 h 413430"/>
              <a:gd name="connsiteX6" fmla="*/ 250578 w 447035"/>
              <a:gd name="connsiteY6" fmla="*/ 8849 h 413430"/>
              <a:gd name="connsiteX7" fmla="*/ 387050 w 447035"/>
              <a:gd name="connsiteY7" fmla="*/ 34786 h 413430"/>
              <a:gd name="connsiteX8" fmla="*/ 295201 w 447035"/>
              <a:gd name="connsiteY8" fmla="*/ 90252 h 413430"/>
              <a:gd name="connsiteX9" fmla="*/ 259710 w 447035"/>
              <a:gd name="connsiteY9" fmla="*/ 196682 h 413430"/>
              <a:gd name="connsiteX10" fmla="*/ 308848 w 447035"/>
              <a:gd name="connsiteY10" fmla="*/ 311260 h 413430"/>
              <a:gd name="connsiteX11" fmla="*/ 430564 w 447035"/>
              <a:gd name="connsiteY11" fmla="*/ 398252 h 413430"/>
              <a:gd name="connsiteX12" fmla="*/ 322726 w 447035"/>
              <a:gd name="connsiteY12" fmla="*/ 411896 h 413430"/>
              <a:gd name="connsiteX0" fmla="*/ 322726 w 447035"/>
              <a:gd name="connsiteY0" fmla="*/ 412205 h 413739"/>
              <a:gd name="connsiteX1" fmla="*/ 190684 w 447035"/>
              <a:gd name="connsiteY1" fmla="*/ 374422 h 413739"/>
              <a:gd name="connsiteX2" fmla="*/ 75084 w 447035"/>
              <a:gd name="connsiteY2" fmla="*/ 278579 h 413739"/>
              <a:gd name="connsiteX3" fmla="*/ 10946 w 447035"/>
              <a:gd name="connsiteY3" fmla="*/ 163013 h 413739"/>
              <a:gd name="connsiteX4" fmla="*/ 7784 w 447035"/>
              <a:gd name="connsiteY4" fmla="*/ 34288 h 413739"/>
              <a:gd name="connsiteX5" fmla="*/ 89451 w 447035"/>
              <a:gd name="connsiteY5" fmla="*/ 1701 h 413739"/>
              <a:gd name="connsiteX6" fmla="*/ 250578 w 447035"/>
              <a:gd name="connsiteY6" fmla="*/ 9158 h 413739"/>
              <a:gd name="connsiteX7" fmla="*/ 387050 w 447035"/>
              <a:gd name="connsiteY7" fmla="*/ 47893 h 413739"/>
              <a:gd name="connsiteX8" fmla="*/ 295201 w 447035"/>
              <a:gd name="connsiteY8" fmla="*/ 90561 h 413739"/>
              <a:gd name="connsiteX9" fmla="*/ 259710 w 447035"/>
              <a:gd name="connsiteY9" fmla="*/ 196991 h 413739"/>
              <a:gd name="connsiteX10" fmla="*/ 308848 w 447035"/>
              <a:gd name="connsiteY10" fmla="*/ 311569 h 413739"/>
              <a:gd name="connsiteX11" fmla="*/ 430564 w 447035"/>
              <a:gd name="connsiteY11" fmla="*/ 398561 h 413739"/>
              <a:gd name="connsiteX12" fmla="*/ 322726 w 447035"/>
              <a:gd name="connsiteY12" fmla="*/ 412205 h 413739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7050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96008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009 h 413543"/>
              <a:gd name="connsiteX1" fmla="*/ 190684 w 447035"/>
              <a:gd name="connsiteY1" fmla="*/ 374226 h 413543"/>
              <a:gd name="connsiteX2" fmla="*/ 75084 w 447035"/>
              <a:gd name="connsiteY2" fmla="*/ 278383 h 413543"/>
              <a:gd name="connsiteX3" fmla="*/ 10946 w 447035"/>
              <a:gd name="connsiteY3" fmla="*/ 162817 h 413543"/>
              <a:gd name="connsiteX4" fmla="*/ 7784 w 447035"/>
              <a:gd name="connsiteY4" fmla="*/ 34092 h 413543"/>
              <a:gd name="connsiteX5" fmla="*/ 89451 w 447035"/>
              <a:gd name="connsiteY5" fmla="*/ 1505 h 413543"/>
              <a:gd name="connsiteX6" fmla="*/ 250578 w 447035"/>
              <a:gd name="connsiteY6" fmla="*/ 8962 h 413543"/>
              <a:gd name="connsiteX7" fmla="*/ 388329 w 447035"/>
              <a:gd name="connsiteY7" fmla="*/ 40018 h 413543"/>
              <a:gd name="connsiteX8" fmla="*/ 295201 w 447035"/>
              <a:gd name="connsiteY8" fmla="*/ 90365 h 413543"/>
              <a:gd name="connsiteX9" fmla="*/ 259710 w 447035"/>
              <a:gd name="connsiteY9" fmla="*/ 196795 h 413543"/>
              <a:gd name="connsiteX10" fmla="*/ 308848 w 447035"/>
              <a:gd name="connsiteY10" fmla="*/ 311373 h 413543"/>
              <a:gd name="connsiteX11" fmla="*/ 430564 w 447035"/>
              <a:gd name="connsiteY11" fmla="*/ 398365 h 413543"/>
              <a:gd name="connsiteX12" fmla="*/ 322726 w 447035"/>
              <a:gd name="connsiteY12" fmla="*/ 412009 h 413543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8848 w 447035"/>
              <a:gd name="connsiteY10" fmla="*/ 311466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47035"/>
              <a:gd name="connsiteY0" fmla="*/ 412102 h 413636"/>
              <a:gd name="connsiteX1" fmla="*/ 190684 w 447035"/>
              <a:gd name="connsiteY1" fmla="*/ 374319 h 413636"/>
              <a:gd name="connsiteX2" fmla="*/ 75084 w 447035"/>
              <a:gd name="connsiteY2" fmla="*/ 278476 h 413636"/>
              <a:gd name="connsiteX3" fmla="*/ 10946 w 447035"/>
              <a:gd name="connsiteY3" fmla="*/ 162910 h 413636"/>
              <a:gd name="connsiteX4" fmla="*/ 7784 w 447035"/>
              <a:gd name="connsiteY4" fmla="*/ 34185 h 413636"/>
              <a:gd name="connsiteX5" fmla="*/ 89451 w 447035"/>
              <a:gd name="connsiteY5" fmla="*/ 1598 h 413636"/>
              <a:gd name="connsiteX6" fmla="*/ 250578 w 447035"/>
              <a:gd name="connsiteY6" fmla="*/ 9055 h 413636"/>
              <a:gd name="connsiteX7" fmla="*/ 388329 w 447035"/>
              <a:gd name="connsiteY7" fmla="*/ 43950 h 413636"/>
              <a:gd name="connsiteX8" fmla="*/ 295201 w 447035"/>
              <a:gd name="connsiteY8" fmla="*/ 90458 h 413636"/>
              <a:gd name="connsiteX9" fmla="*/ 259710 w 447035"/>
              <a:gd name="connsiteY9" fmla="*/ 196888 h 413636"/>
              <a:gd name="connsiteX10" fmla="*/ 306928 w 447035"/>
              <a:gd name="connsiteY10" fmla="*/ 305707 h 413636"/>
              <a:gd name="connsiteX11" fmla="*/ 430564 w 447035"/>
              <a:gd name="connsiteY11" fmla="*/ 398458 h 413636"/>
              <a:gd name="connsiteX12" fmla="*/ 322726 w 447035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05707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06928 w 451173"/>
              <a:gd name="connsiteY10" fmla="*/ 315305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59710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3636"/>
              <a:gd name="connsiteX1" fmla="*/ 190684 w 451173"/>
              <a:gd name="connsiteY1" fmla="*/ 374319 h 413636"/>
              <a:gd name="connsiteX2" fmla="*/ 75084 w 451173"/>
              <a:gd name="connsiteY2" fmla="*/ 278476 h 413636"/>
              <a:gd name="connsiteX3" fmla="*/ 10946 w 451173"/>
              <a:gd name="connsiteY3" fmla="*/ 162910 h 413636"/>
              <a:gd name="connsiteX4" fmla="*/ 7784 w 451173"/>
              <a:gd name="connsiteY4" fmla="*/ 34185 h 413636"/>
              <a:gd name="connsiteX5" fmla="*/ 89451 w 451173"/>
              <a:gd name="connsiteY5" fmla="*/ 1598 h 413636"/>
              <a:gd name="connsiteX6" fmla="*/ 250578 w 451173"/>
              <a:gd name="connsiteY6" fmla="*/ 9055 h 413636"/>
              <a:gd name="connsiteX7" fmla="*/ 388329 w 451173"/>
              <a:gd name="connsiteY7" fmla="*/ 43950 h 413636"/>
              <a:gd name="connsiteX8" fmla="*/ 295201 w 451173"/>
              <a:gd name="connsiteY8" fmla="*/ 90458 h 413636"/>
              <a:gd name="connsiteX9" fmla="*/ 262909 w 451173"/>
              <a:gd name="connsiteY9" fmla="*/ 196888 h 413636"/>
              <a:gd name="connsiteX10" fmla="*/ 312687 w 451173"/>
              <a:gd name="connsiteY10" fmla="*/ 312106 h 413636"/>
              <a:gd name="connsiteX11" fmla="*/ 435043 w 451173"/>
              <a:gd name="connsiteY11" fmla="*/ 398458 h 413636"/>
              <a:gd name="connsiteX12" fmla="*/ 322726 w 451173"/>
              <a:gd name="connsiteY12" fmla="*/ 412102 h 413636"/>
              <a:gd name="connsiteX0" fmla="*/ 322726 w 451173"/>
              <a:gd name="connsiteY0" fmla="*/ 412102 h 412954"/>
              <a:gd name="connsiteX1" fmla="*/ 190684 w 451173"/>
              <a:gd name="connsiteY1" fmla="*/ 374319 h 412954"/>
              <a:gd name="connsiteX2" fmla="*/ 75084 w 451173"/>
              <a:gd name="connsiteY2" fmla="*/ 278476 h 412954"/>
              <a:gd name="connsiteX3" fmla="*/ 10946 w 451173"/>
              <a:gd name="connsiteY3" fmla="*/ 162910 h 412954"/>
              <a:gd name="connsiteX4" fmla="*/ 7784 w 451173"/>
              <a:gd name="connsiteY4" fmla="*/ 34185 h 412954"/>
              <a:gd name="connsiteX5" fmla="*/ 89451 w 451173"/>
              <a:gd name="connsiteY5" fmla="*/ 1598 h 412954"/>
              <a:gd name="connsiteX6" fmla="*/ 250578 w 451173"/>
              <a:gd name="connsiteY6" fmla="*/ 9055 h 412954"/>
              <a:gd name="connsiteX7" fmla="*/ 388329 w 451173"/>
              <a:gd name="connsiteY7" fmla="*/ 43950 h 412954"/>
              <a:gd name="connsiteX8" fmla="*/ 295201 w 451173"/>
              <a:gd name="connsiteY8" fmla="*/ 90458 h 412954"/>
              <a:gd name="connsiteX9" fmla="*/ 262909 w 451173"/>
              <a:gd name="connsiteY9" fmla="*/ 196888 h 412954"/>
              <a:gd name="connsiteX10" fmla="*/ 312687 w 451173"/>
              <a:gd name="connsiteY10" fmla="*/ 312106 h 412954"/>
              <a:gd name="connsiteX11" fmla="*/ 435043 w 451173"/>
              <a:gd name="connsiteY11" fmla="*/ 394619 h 412954"/>
              <a:gd name="connsiteX12" fmla="*/ 322726 w 451173"/>
              <a:gd name="connsiteY12" fmla="*/ 412102 h 412954"/>
              <a:gd name="connsiteX0" fmla="*/ 322726 w 458434"/>
              <a:gd name="connsiteY0" fmla="*/ 412102 h 412954"/>
              <a:gd name="connsiteX1" fmla="*/ 190684 w 458434"/>
              <a:gd name="connsiteY1" fmla="*/ 374319 h 412954"/>
              <a:gd name="connsiteX2" fmla="*/ 75084 w 458434"/>
              <a:gd name="connsiteY2" fmla="*/ 278476 h 412954"/>
              <a:gd name="connsiteX3" fmla="*/ 10946 w 458434"/>
              <a:gd name="connsiteY3" fmla="*/ 162910 h 412954"/>
              <a:gd name="connsiteX4" fmla="*/ 7784 w 458434"/>
              <a:gd name="connsiteY4" fmla="*/ 34185 h 412954"/>
              <a:gd name="connsiteX5" fmla="*/ 89451 w 458434"/>
              <a:gd name="connsiteY5" fmla="*/ 1598 h 412954"/>
              <a:gd name="connsiteX6" fmla="*/ 250578 w 458434"/>
              <a:gd name="connsiteY6" fmla="*/ 9055 h 412954"/>
              <a:gd name="connsiteX7" fmla="*/ 388329 w 458434"/>
              <a:gd name="connsiteY7" fmla="*/ 43950 h 412954"/>
              <a:gd name="connsiteX8" fmla="*/ 295201 w 458434"/>
              <a:gd name="connsiteY8" fmla="*/ 90458 h 412954"/>
              <a:gd name="connsiteX9" fmla="*/ 262909 w 458434"/>
              <a:gd name="connsiteY9" fmla="*/ 196888 h 412954"/>
              <a:gd name="connsiteX10" fmla="*/ 312687 w 458434"/>
              <a:gd name="connsiteY10" fmla="*/ 312106 h 412954"/>
              <a:gd name="connsiteX11" fmla="*/ 435043 w 458434"/>
              <a:gd name="connsiteY11" fmla="*/ 394619 h 412954"/>
              <a:gd name="connsiteX12" fmla="*/ 322726 w 458434"/>
              <a:gd name="connsiteY12" fmla="*/ 412102 h 412954"/>
              <a:gd name="connsiteX0" fmla="*/ 324006 w 458573"/>
              <a:gd name="connsiteY0" fmla="*/ 410182 h 411206"/>
              <a:gd name="connsiteX1" fmla="*/ 190684 w 458573"/>
              <a:gd name="connsiteY1" fmla="*/ 374319 h 411206"/>
              <a:gd name="connsiteX2" fmla="*/ 75084 w 458573"/>
              <a:gd name="connsiteY2" fmla="*/ 278476 h 411206"/>
              <a:gd name="connsiteX3" fmla="*/ 10946 w 458573"/>
              <a:gd name="connsiteY3" fmla="*/ 162910 h 411206"/>
              <a:gd name="connsiteX4" fmla="*/ 7784 w 458573"/>
              <a:gd name="connsiteY4" fmla="*/ 34185 h 411206"/>
              <a:gd name="connsiteX5" fmla="*/ 89451 w 458573"/>
              <a:gd name="connsiteY5" fmla="*/ 1598 h 411206"/>
              <a:gd name="connsiteX6" fmla="*/ 250578 w 458573"/>
              <a:gd name="connsiteY6" fmla="*/ 9055 h 411206"/>
              <a:gd name="connsiteX7" fmla="*/ 388329 w 458573"/>
              <a:gd name="connsiteY7" fmla="*/ 43950 h 411206"/>
              <a:gd name="connsiteX8" fmla="*/ 295201 w 458573"/>
              <a:gd name="connsiteY8" fmla="*/ 90458 h 411206"/>
              <a:gd name="connsiteX9" fmla="*/ 262909 w 458573"/>
              <a:gd name="connsiteY9" fmla="*/ 196888 h 411206"/>
              <a:gd name="connsiteX10" fmla="*/ 312687 w 458573"/>
              <a:gd name="connsiteY10" fmla="*/ 312106 h 411206"/>
              <a:gd name="connsiteX11" fmla="*/ 435043 w 458573"/>
              <a:gd name="connsiteY11" fmla="*/ 394619 h 411206"/>
              <a:gd name="connsiteX12" fmla="*/ 324006 w 458573"/>
              <a:gd name="connsiteY12" fmla="*/ 410182 h 411206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50578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7315"/>
              <a:gd name="connsiteY0" fmla="*/ 410182 h 413454"/>
              <a:gd name="connsiteX1" fmla="*/ 190684 w 467315"/>
              <a:gd name="connsiteY1" fmla="*/ 374319 h 413454"/>
              <a:gd name="connsiteX2" fmla="*/ 75084 w 467315"/>
              <a:gd name="connsiteY2" fmla="*/ 278476 h 413454"/>
              <a:gd name="connsiteX3" fmla="*/ 10946 w 467315"/>
              <a:gd name="connsiteY3" fmla="*/ 162910 h 413454"/>
              <a:gd name="connsiteX4" fmla="*/ 7784 w 467315"/>
              <a:gd name="connsiteY4" fmla="*/ 34185 h 413454"/>
              <a:gd name="connsiteX5" fmla="*/ 89451 w 467315"/>
              <a:gd name="connsiteY5" fmla="*/ 1598 h 413454"/>
              <a:gd name="connsiteX6" fmla="*/ 237140 w 467315"/>
              <a:gd name="connsiteY6" fmla="*/ 9055 h 413454"/>
              <a:gd name="connsiteX7" fmla="*/ 388329 w 467315"/>
              <a:gd name="connsiteY7" fmla="*/ 43950 h 413454"/>
              <a:gd name="connsiteX8" fmla="*/ 295201 w 467315"/>
              <a:gd name="connsiteY8" fmla="*/ 90458 h 413454"/>
              <a:gd name="connsiteX9" fmla="*/ 262909 w 467315"/>
              <a:gd name="connsiteY9" fmla="*/ 196888 h 413454"/>
              <a:gd name="connsiteX10" fmla="*/ 312687 w 467315"/>
              <a:gd name="connsiteY10" fmla="*/ 312106 h 413454"/>
              <a:gd name="connsiteX11" fmla="*/ 444642 w 467315"/>
              <a:gd name="connsiteY11" fmla="*/ 402298 h 413454"/>
              <a:gd name="connsiteX12" fmla="*/ 324006 w 467315"/>
              <a:gd name="connsiteY12" fmla="*/ 410182 h 413454"/>
              <a:gd name="connsiteX0" fmla="*/ 324006 w 466833"/>
              <a:gd name="connsiteY0" fmla="*/ 410182 h 415483"/>
              <a:gd name="connsiteX1" fmla="*/ 190684 w 466833"/>
              <a:gd name="connsiteY1" fmla="*/ 374319 h 415483"/>
              <a:gd name="connsiteX2" fmla="*/ 75084 w 466833"/>
              <a:gd name="connsiteY2" fmla="*/ 278476 h 415483"/>
              <a:gd name="connsiteX3" fmla="*/ 10946 w 466833"/>
              <a:gd name="connsiteY3" fmla="*/ 162910 h 415483"/>
              <a:gd name="connsiteX4" fmla="*/ 7784 w 466833"/>
              <a:gd name="connsiteY4" fmla="*/ 34185 h 415483"/>
              <a:gd name="connsiteX5" fmla="*/ 89451 w 466833"/>
              <a:gd name="connsiteY5" fmla="*/ 1598 h 415483"/>
              <a:gd name="connsiteX6" fmla="*/ 237140 w 466833"/>
              <a:gd name="connsiteY6" fmla="*/ 9055 h 415483"/>
              <a:gd name="connsiteX7" fmla="*/ 388329 w 466833"/>
              <a:gd name="connsiteY7" fmla="*/ 43950 h 415483"/>
              <a:gd name="connsiteX8" fmla="*/ 295201 w 466833"/>
              <a:gd name="connsiteY8" fmla="*/ 90458 h 415483"/>
              <a:gd name="connsiteX9" fmla="*/ 262909 w 466833"/>
              <a:gd name="connsiteY9" fmla="*/ 196888 h 415483"/>
              <a:gd name="connsiteX10" fmla="*/ 312687 w 466833"/>
              <a:gd name="connsiteY10" fmla="*/ 312106 h 415483"/>
              <a:gd name="connsiteX11" fmla="*/ 444642 w 466833"/>
              <a:gd name="connsiteY11" fmla="*/ 402298 h 415483"/>
              <a:gd name="connsiteX12" fmla="*/ 324006 w 466833"/>
              <a:gd name="connsiteY12" fmla="*/ 410182 h 415483"/>
              <a:gd name="connsiteX0" fmla="*/ 324006 w 466555"/>
              <a:gd name="connsiteY0" fmla="*/ 410182 h 416520"/>
              <a:gd name="connsiteX1" fmla="*/ 190684 w 466555"/>
              <a:gd name="connsiteY1" fmla="*/ 374319 h 416520"/>
              <a:gd name="connsiteX2" fmla="*/ 75084 w 466555"/>
              <a:gd name="connsiteY2" fmla="*/ 278476 h 416520"/>
              <a:gd name="connsiteX3" fmla="*/ 10946 w 466555"/>
              <a:gd name="connsiteY3" fmla="*/ 162910 h 416520"/>
              <a:gd name="connsiteX4" fmla="*/ 7784 w 466555"/>
              <a:gd name="connsiteY4" fmla="*/ 34185 h 416520"/>
              <a:gd name="connsiteX5" fmla="*/ 89451 w 466555"/>
              <a:gd name="connsiteY5" fmla="*/ 1598 h 416520"/>
              <a:gd name="connsiteX6" fmla="*/ 237140 w 466555"/>
              <a:gd name="connsiteY6" fmla="*/ 9055 h 416520"/>
              <a:gd name="connsiteX7" fmla="*/ 388329 w 466555"/>
              <a:gd name="connsiteY7" fmla="*/ 43950 h 416520"/>
              <a:gd name="connsiteX8" fmla="*/ 295201 w 466555"/>
              <a:gd name="connsiteY8" fmla="*/ 90458 h 416520"/>
              <a:gd name="connsiteX9" fmla="*/ 262909 w 466555"/>
              <a:gd name="connsiteY9" fmla="*/ 196888 h 416520"/>
              <a:gd name="connsiteX10" fmla="*/ 312687 w 466555"/>
              <a:gd name="connsiteY10" fmla="*/ 312106 h 416520"/>
              <a:gd name="connsiteX11" fmla="*/ 444642 w 466555"/>
              <a:gd name="connsiteY11" fmla="*/ 402298 h 416520"/>
              <a:gd name="connsiteX12" fmla="*/ 324006 w 466555"/>
              <a:gd name="connsiteY12" fmla="*/ 410182 h 41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555" h="416520">
                <a:moveTo>
                  <a:pt x="324006" y="410182"/>
                </a:moveTo>
                <a:cubicBezTo>
                  <a:pt x="281680" y="405519"/>
                  <a:pt x="232171" y="396270"/>
                  <a:pt x="190684" y="374319"/>
                </a:cubicBezTo>
                <a:cubicBezTo>
                  <a:pt x="149197" y="352368"/>
                  <a:pt x="105040" y="313711"/>
                  <a:pt x="75084" y="278476"/>
                </a:cubicBezTo>
                <a:cubicBezTo>
                  <a:pt x="45128" y="243241"/>
                  <a:pt x="22163" y="203625"/>
                  <a:pt x="10946" y="162910"/>
                </a:cubicBezTo>
                <a:cubicBezTo>
                  <a:pt x="-271" y="122195"/>
                  <a:pt x="-5300" y="61070"/>
                  <a:pt x="7784" y="34185"/>
                </a:cubicBezTo>
                <a:cubicBezTo>
                  <a:pt x="20868" y="7300"/>
                  <a:pt x="51225" y="5786"/>
                  <a:pt x="89451" y="1598"/>
                </a:cubicBezTo>
                <a:cubicBezTo>
                  <a:pt x="127677" y="-2590"/>
                  <a:pt x="187327" y="1996"/>
                  <a:pt x="237140" y="9055"/>
                </a:cubicBezTo>
                <a:cubicBezTo>
                  <a:pt x="286953" y="16114"/>
                  <a:pt x="340578" y="26543"/>
                  <a:pt x="388329" y="43950"/>
                </a:cubicBezTo>
                <a:cubicBezTo>
                  <a:pt x="347133" y="45358"/>
                  <a:pt x="316104" y="64968"/>
                  <a:pt x="295201" y="90458"/>
                </a:cubicBezTo>
                <a:cubicBezTo>
                  <a:pt x="274298" y="115948"/>
                  <a:pt x="259995" y="159947"/>
                  <a:pt x="262909" y="196888"/>
                </a:cubicBezTo>
                <a:cubicBezTo>
                  <a:pt x="265823" y="233829"/>
                  <a:pt x="282398" y="277871"/>
                  <a:pt x="312687" y="312106"/>
                </a:cubicBezTo>
                <a:cubicBezTo>
                  <a:pt x="342976" y="346341"/>
                  <a:pt x="387942" y="386029"/>
                  <a:pt x="444642" y="402298"/>
                </a:cubicBezTo>
                <a:cubicBezTo>
                  <a:pt x="523776" y="425004"/>
                  <a:pt x="366332" y="414845"/>
                  <a:pt x="324006" y="410182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E1BF2082-D836-4F15-86CD-FCF74405EFDE}"/>
              </a:ext>
            </a:extLst>
          </p:cNvPr>
          <p:cNvSpPr/>
          <p:nvPr/>
        </p:nvSpPr>
        <p:spPr>
          <a:xfrm flipH="1">
            <a:off x="3747491" y="3110966"/>
            <a:ext cx="533286" cy="316110"/>
          </a:xfrm>
          <a:custGeom>
            <a:avLst/>
            <a:gdLst>
              <a:gd name="connsiteX0" fmla="*/ 199026 w 466548"/>
              <a:gd name="connsiteY0" fmla="*/ 296576 h 298152"/>
              <a:gd name="connsiteX1" fmla="*/ 62585 w 466548"/>
              <a:gd name="connsiteY1" fmla="*/ 227941 h 298152"/>
              <a:gd name="connsiteX2" fmla="*/ 37124 w 466548"/>
              <a:gd name="connsiteY2" fmla="*/ 28234 h 298152"/>
              <a:gd name="connsiteX3" fmla="*/ 120870 w 466548"/>
              <a:gd name="connsiteY3" fmla="*/ 5 h 298152"/>
              <a:gd name="connsiteX4" fmla="*/ 264561 w 466548"/>
              <a:gd name="connsiteY4" fmla="*/ 54249 h 298152"/>
              <a:gd name="connsiteX5" fmla="*/ 389323 w 466548"/>
              <a:gd name="connsiteY5" fmla="*/ 123715 h 298152"/>
              <a:gd name="connsiteX6" fmla="*/ 347643 w 466548"/>
              <a:gd name="connsiteY6" fmla="*/ 219859 h 298152"/>
              <a:gd name="connsiteX7" fmla="*/ 289691 w 466548"/>
              <a:gd name="connsiteY7" fmla="*/ 262591 h 298152"/>
              <a:gd name="connsiteX8" fmla="*/ 199026 w 466548"/>
              <a:gd name="connsiteY8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467827"/>
              <a:gd name="connsiteY0" fmla="*/ 296576 h 298152"/>
              <a:gd name="connsiteX1" fmla="*/ 62585 w 467827"/>
              <a:gd name="connsiteY1" fmla="*/ 227941 h 298152"/>
              <a:gd name="connsiteX2" fmla="*/ 37124 w 467827"/>
              <a:gd name="connsiteY2" fmla="*/ 28234 h 298152"/>
              <a:gd name="connsiteX3" fmla="*/ 120870 w 467827"/>
              <a:gd name="connsiteY3" fmla="*/ 5 h 298152"/>
              <a:gd name="connsiteX4" fmla="*/ 264561 w 467827"/>
              <a:gd name="connsiteY4" fmla="*/ 54249 h 298152"/>
              <a:gd name="connsiteX5" fmla="*/ 389323 w 467827"/>
              <a:gd name="connsiteY5" fmla="*/ 123715 h 298152"/>
              <a:gd name="connsiteX6" fmla="*/ 467186 w 467827"/>
              <a:gd name="connsiteY6" fmla="*/ 182642 h 298152"/>
              <a:gd name="connsiteX7" fmla="*/ 347643 w 467827"/>
              <a:gd name="connsiteY7" fmla="*/ 219859 h 298152"/>
              <a:gd name="connsiteX8" fmla="*/ 289691 w 467827"/>
              <a:gd name="connsiteY8" fmla="*/ 262591 h 298152"/>
              <a:gd name="connsiteX9" fmla="*/ 199026 w 467827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89691 w 503441"/>
              <a:gd name="connsiteY8" fmla="*/ 262591 h 298152"/>
              <a:gd name="connsiteX9" fmla="*/ 199026 w 503441"/>
              <a:gd name="connsiteY9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298152"/>
              <a:gd name="connsiteX1" fmla="*/ 62585 w 503441"/>
              <a:gd name="connsiteY1" fmla="*/ 227941 h 298152"/>
              <a:gd name="connsiteX2" fmla="*/ 37124 w 503441"/>
              <a:gd name="connsiteY2" fmla="*/ 28234 h 298152"/>
              <a:gd name="connsiteX3" fmla="*/ 120870 w 503441"/>
              <a:gd name="connsiteY3" fmla="*/ 5 h 298152"/>
              <a:gd name="connsiteX4" fmla="*/ 264561 w 503441"/>
              <a:gd name="connsiteY4" fmla="*/ 54249 h 298152"/>
              <a:gd name="connsiteX5" fmla="*/ 389323 w 503441"/>
              <a:gd name="connsiteY5" fmla="*/ 123715 h 298152"/>
              <a:gd name="connsiteX6" fmla="*/ 503021 w 503441"/>
              <a:gd name="connsiteY6" fmla="*/ 204399 h 298152"/>
              <a:gd name="connsiteX7" fmla="*/ 347643 w 503441"/>
              <a:gd name="connsiteY7" fmla="*/ 219859 h 298152"/>
              <a:gd name="connsiteX8" fmla="*/ 298251 w 503441"/>
              <a:gd name="connsiteY8" fmla="*/ 240873 h 298152"/>
              <a:gd name="connsiteX9" fmla="*/ 289691 w 503441"/>
              <a:gd name="connsiteY9" fmla="*/ 262591 h 298152"/>
              <a:gd name="connsiteX10" fmla="*/ 199026 w 503441"/>
              <a:gd name="connsiteY10" fmla="*/ 296576 h 298152"/>
              <a:gd name="connsiteX0" fmla="*/ 199026 w 503441"/>
              <a:gd name="connsiteY0" fmla="*/ 296576 h 301238"/>
              <a:gd name="connsiteX1" fmla="*/ 62585 w 503441"/>
              <a:gd name="connsiteY1" fmla="*/ 227941 h 301238"/>
              <a:gd name="connsiteX2" fmla="*/ 37124 w 503441"/>
              <a:gd name="connsiteY2" fmla="*/ 28234 h 301238"/>
              <a:gd name="connsiteX3" fmla="*/ 120870 w 503441"/>
              <a:gd name="connsiteY3" fmla="*/ 5 h 301238"/>
              <a:gd name="connsiteX4" fmla="*/ 264561 w 503441"/>
              <a:gd name="connsiteY4" fmla="*/ 54249 h 301238"/>
              <a:gd name="connsiteX5" fmla="*/ 389323 w 503441"/>
              <a:gd name="connsiteY5" fmla="*/ 123715 h 301238"/>
              <a:gd name="connsiteX6" fmla="*/ 503021 w 503441"/>
              <a:gd name="connsiteY6" fmla="*/ 204399 h 301238"/>
              <a:gd name="connsiteX7" fmla="*/ 347643 w 503441"/>
              <a:gd name="connsiteY7" fmla="*/ 219859 h 301238"/>
              <a:gd name="connsiteX8" fmla="*/ 298251 w 503441"/>
              <a:gd name="connsiteY8" fmla="*/ 240873 h 301238"/>
              <a:gd name="connsiteX9" fmla="*/ 289691 w 503441"/>
              <a:gd name="connsiteY9" fmla="*/ 262591 h 301238"/>
              <a:gd name="connsiteX10" fmla="*/ 199026 w 503441"/>
              <a:gd name="connsiteY10" fmla="*/ 296576 h 301238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47643 w 503441"/>
              <a:gd name="connsiteY7" fmla="*/ 219859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27"/>
              <a:gd name="connsiteX1" fmla="*/ 62585 w 503441"/>
              <a:gd name="connsiteY1" fmla="*/ 227941 h 297527"/>
              <a:gd name="connsiteX2" fmla="*/ 37124 w 503441"/>
              <a:gd name="connsiteY2" fmla="*/ 28234 h 297527"/>
              <a:gd name="connsiteX3" fmla="*/ 120870 w 503441"/>
              <a:gd name="connsiteY3" fmla="*/ 5 h 297527"/>
              <a:gd name="connsiteX4" fmla="*/ 264561 w 503441"/>
              <a:gd name="connsiteY4" fmla="*/ 54249 h 297527"/>
              <a:gd name="connsiteX5" fmla="*/ 389323 w 503441"/>
              <a:gd name="connsiteY5" fmla="*/ 123715 h 297527"/>
              <a:gd name="connsiteX6" fmla="*/ 503021 w 503441"/>
              <a:gd name="connsiteY6" fmla="*/ 204399 h 297527"/>
              <a:gd name="connsiteX7" fmla="*/ 335485 w 503441"/>
              <a:gd name="connsiteY7" fmla="*/ 191703 h 297527"/>
              <a:gd name="connsiteX8" fmla="*/ 261777 w 503441"/>
              <a:gd name="connsiteY8" fmla="*/ 214637 h 297527"/>
              <a:gd name="connsiteX9" fmla="*/ 289691 w 503441"/>
              <a:gd name="connsiteY9" fmla="*/ 262591 h 297527"/>
              <a:gd name="connsiteX10" fmla="*/ 199026 w 503441"/>
              <a:gd name="connsiteY10" fmla="*/ 296576 h 297527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7500"/>
              <a:gd name="connsiteX1" fmla="*/ 62585 w 503441"/>
              <a:gd name="connsiteY1" fmla="*/ 227941 h 297500"/>
              <a:gd name="connsiteX2" fmla="*/ 37124 w 503441"/>
              <a:gd name="connsiteY2" fmla="*/ 28234 h 297500"/>
              <a:gd name="connsiteX3" fmla="*/ 120870 w 503441"/>
              <a:gd name="connsiteY3" fmla="*/ 5 h 297500"/>
              <a:gd name="connsiteX4" fmla="*/ 264561 w 503441"/>
              <a:gd name="connsiteY4" fmla="*/ 54249 h 297500"/>
              <a:gd name="connsiteX5" fmla="*/ 389323 w 503441"/>
              <a:gd name="connsiteY5" fmla="*/ 123715 h 297500"/>
              <a:gd name="connsiteX6" fmla="*/ 503021 w 503441"/>
              <a:gd name="connsiteY6" fmla="*/ 204399 h 297500"/>
              <a:gd name="connsiteX7" fmla="*/ 335485 w 503441"/>
              <a:gd name="connsiteY7" fmla="*/ 191703 h 297500"/>
              <a:gd name="connsiteX8" fmla="*/ 276494 w 503441"/>
              <a:gd name="connsiteY8" fmla="*/ 220396 h 297500"/>
              <a:gd name="connsiteX9" fmla="*/ 289691 w 503441"/>
              <a:gd name="connsiteY9" fmla="*/ 262591 h 297500"/>
              <a:gd name="connsiteX10" fmla="*/ 199026 w 503441"/>
              <a:gd name="connsiteY10" fmla="*/ 296576 h 297500"/>
              <a:gd name="connsiteX0" fmla="*/ 199026 w 503441"/>
              <a:gd name="connsiteY0" fmla="*/ 296576 h 299393"/>
              <a:gd name="connsiteX1" fmla="*/ 62585 w 503441"/>
              <a:gd name="connsiteY1" fmla="*/ 227941 h 299393"/>
              <a:gd name="connsiteX2" fmla="*/ 37124 w 503441"/>
              <a:gd name="connsiteY2" fmla="*/ 28234 h 299393"/>
              <a:gd name="connsiteX3" fmla="*/ 120870 w 503441"/>
              <a:gd name="connsiteY3" fmla="*/ 5 h 299393"/>
              <a:gd name="connsiteX4" fmla="*/ 264561 w 503441"/>
              <a:gd name="connsiteY4" fmla="*/ 54249 h 299393"/>
              <a:gd name="connsiteX5" fmla="*/ 389323 w 503441"/>
              <a:gd name="connsiteY5" fmla="*/ 123715 h 299393"/>
              <a:gd name="connsiteX6" fmla="*/ 503021 w 503441"/>
              <a:gd name="connsiteY6" fmla="*/ 204399 h 299393"/>
              <a:gd name="connsiteX7" fmla="*/ 335485 w 503441"/>
              <a:gd name="connsiteY7" fmla="*/ 191703 h 299393"/>
              <a:gd name="connsiteX8" fmla="*/ 276494 w 503441"/>
              <a:gd name="connsiteY8" fmla="*/ 220396 h 299393"/>
              <a:gd name="connsiteX9" fmla="*/ 291611 w 503441"/>
              <a:gd name="connsiteY9" fmla="*/ 285628 h 299393"/>
              <a:gd name="connsiteX10" fmla="*/ 199026 w 503441"/>
              <a:gd name="connsiteY10" fmla="*/ 296576 h 299393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441"/>
              <a:gd name="connsiteY0" fmla="*/ 296576 h 299538"/>
              <a:gd name="connsiteX1" fmla="*/ 62585 w 503441"/>
              <a:gd name="connsiteY1" fmla="*/ 227941 h 299538"/>
              <a:gd name="connsiteX2" fmla="*/ 37124 w 503441"/>
              <a:gd name="connsiteY2" fmla="*/ 28234 h 299538"/>
              <a:gd name="connsiteX3" fmla="*/ 120870 w 503441"/>
              <a:gd name="connsiteY3" fmla="*/ 5 h 299538"/>
              <a:gd name="connsiteX4" fmla="*/ 264561 w 503441"/>
              <a:gd name="connsiteY4" fmla="*/ 54249 h 299538"/>
              <a:gd name="connsiteX5" fmla="*/ 389323 w 503441"/>
              <a:gd name="connsiteY5" fmla="*/ 123715 h 299538"/>
              <a:gd name="connsiteX6" fmla="*/ 503021 w 503441"/>
              <a:gd name="connsiteY6" fmla="*/ 204399 h 299538"/>
              <a:gd name="connsiteX7" fmla="*/ 335485 w 503441"/>
              <a:gd name="connsiteY7" fmla="*/ 191703 h 299538"/>
              <a:gd name="connsiteX8" fmla="*/ 276494 w 503441"/>
              <a:gd name="connsiteY8" fmla="*/ 220396 h 299538"/>
              <a:gd name="connsiteX9" fmla="*/ 323606 w 503441"/>
              <a:gd name="connsiteY9" fmla="*/ 286268 h 299538"/>
              <a:gd name="connsiteX10" fmla="*/ 199026 w 50344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439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9323 w 503021"/>
              <a:gd name="connsiteY5" fmla="*/ 12371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81644 w 503021"/>
              <a:gd name="connsiteY5" fmla="*/ 11795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5052"/>
              <a:gd name="connsiteY0" fmla="*/ 296576 h 299538"/>
              <a:gd name="connsiteX1" fmla="*/ 62585 w 505052"/>
              <a:gd name="connsiteY1" fmla="*/ 227941 h 299538"/>
              <a:gd name="connsiteX2" fmla="*/ 37124 w 505052"/>
              <a:gd name="connsiteY2" fmla="*/ 28234 h 299538"/>
              <a:gd name="connsiteX3" fmla="*/ 120870 w 505052"/>
              <a:gd name="connsiteY3" fmla="*/ 5 h 299538"/>
              <a:gd name="connsiteX4" fmla="*/ 264561 w 505052"/>
              <a:gd name="connsiteY4" fmla="*/ 54249 h 299538"/>
              <a:gd name="connsiteX5" fmla="*/ 377805 w 505052"/>
              <a:gd name="connsiteY5" fmla="*/ 124995 h 299538"/>
              <a:gd name="connsiteX6" fmla="*/ 503021 w 505052"/>
              <a:gd name="connsiteY6" fmla="*/ 203119 h 299538"/>
              <a:gd name="connsiteX7" fmla="*/ 335485 w 505052"/>
              <a:gd name="connsiteY7" fmla="*/ 191703 h 299538"/>
              <a:gd name="connsiteX8" fmla="*/ 276494 w 505052"/>
              <a:gd name="connsiteY8" fmla="*/ 220396 h 299538"/>
              <a:gd name="connsiteX9" fmla="*/ 323606 w 505052"/>
              <a:gd name="connsiteY9" fmla="*/ 286268 h 299538"/>
              <a:gd name="connsiteX10" fmla="*/ 199026 w 505052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77805 w 503021"/>
              <a:gd name="connsiteY5" fmla="*/ 124995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6 h 299538"/>
              <a:gd name="connsiteX1" fmla="*/ 62585 w 503021"/>
              <a:gd name="connsiteY1" fmla="*/ 227941 h 299538"/>
              <a:gd name="connsiteX2" fmla="*/ 37124 w 503021"/>
              <a:gd name="connsiteY2" fmla="*/ 28234 h 299538"/>
              <a:gd name="connsiteX3" fmla="*/ 120870 w 503021"/>
              <a:gd name="connsiteY3" fmla="*/ 5 h 299538"/>
              <a:gd name="connsiteX4" fmla="*/ 264561 w 503021"/>
              <a:gd name="connsiteY4" fmla="*/ 54249 h 299538"/>
              <a:gd name="connsiteX5" fmla="*/ 359888 w 503021"/>
              <a:gd name="connsiteY5" fmla="*/ 119236 h 299538"/>
              <a:gd name="connsiteX6" fmla="*/ 503021 w 503021"/>
              <a:gd name="connsiteY6" fmla="*/ 203119 h 299538"/>
              <a:gd name="connsiteX7" fmla="*/ 335485 w 503021"/>
              <a:gd name="connsiteY7" fmla="*/ 191703 h 299538"/>
              <a:gd name="connsiteX8" fmla="*/ 276494 w 503021"/>
              <a:gd name="connsiteY8" fmla="*/ 220396 h 299538"/>
              <a:gd name="connsiteX9" fmla="*/ 323606 w 503021"/>
              <a:gd name="connsiteY9" fmla="*/ 286268 h 299538"/>
              <a:gd name="connsiteX10" fmla="*/ 199026 w 503021"/>
              <a:gd name="connsiteY10" fmla="*/ 296576 h 299538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1"/>
              <a:gd name="connsiteY0" fmla="*/ 296572 h 299534"/>
              <a:gd name="connsiteX1" fmla="*/ 62585 w 503021"/>
              <a:gd name="connsiteY1" fmla="*/ 227937 h 299534"/>
              <a:gd name="connsiteX2" fmla="*/ 37124 w 503021"/>
              <a:gd name="connsiteY2" fmla="*/ 28230 h 299534"/>
              <a:gd name="connsiteX3" fmla="*/ 120870 w 503021"/>
              <a:gd name="connsiteY3" fmla="*/ 1 h 299534"/>
              <a:gd name="connsiteX4" fmla="*/ 222967 w 503021"/>
              <a:gd name="connsiteY4" fmla="*/ 28649 h 299534"/>
              <a:gd name="connsiteX5" fmla="*/ 359888 w 503021"/>
              <a:gd name="connsiteY5" fmla="*/ 119232 h 299534"/>
              <a:gd name="connsiteX6" fmla="*/ 503021 w 503021"/>
              <a:gd name="connsiteY6" fmla="*/ 203115 h 299534"/>
              <a:gd name="connsiteX7" fmla="*/ 335485 w 503021"/>
              <a:gd name="connsiteY7" fmla="*/ 191699 h 299534"/>
              <a:gd name="connsiteX8" fmla="*/ 276494 w 503021"/>
              <a:gd name="connsiteY8" fmla="*/ 220392 h 299534"/>
              <a:gd name="connsiteX9" fmla="*/ 323606 w 503021"/>
              <a:gd name="connsiteY9" fmla="*/ 286264 h 299534"/>
              <a:gd name="connsiteX10" fmla="*/ 199026 w 503021"/>
              <a:gd name="connsiteY10" fmla="*/ 296572 h 299534"/>
              <a:gd name="connsiteX0" fmla="*/ 199026 w 503023"/>
              <a:gd name="connsiteY0" fmla="*/ 296572 h 299534"/>
              <a:gd name="connsiteX1" fmla="*/ 62585 w 503023"/>
              <a:gd name="connsiteY1" fmla="*/ 227937 h 299534"/>
              <a:gd name="connsiteX2" fmla="*/ 37124 w 503023"/>
              <a:gd name="connsiteY2" fmla="*/ 28230 h 299534"/>
              <a:gd name="connsiteX3" fmla="*/ 120870 w 503023"/>
              <a:gd name="connsiteY3" fmla="*/ 1 h 299534"/>
              <a:gd name="connsiteX4" fmla="*/ 222967 w 503023"/>
              <a:gd name="connsiteY4" fmla="*/ 28649 h 299534"/>
              <a:gd name="connsiteX5" fmla="*/ 359888 w 503023"/>
              <a:gd name="connsiteY5" fmla="*/ 119232 h 299534"/>
              <a:gd name="connsiteX6" fmla="*/ 503021 w 503023"/>
              <a:gd name="connsiteY6" fmla="*/ 203115 h 299534"/>
              <a:gd name="connsiteX7" fmla="*/ 335485 w 503023"/>
              <a:gd name="connsiteY7" fmla="*/ 191699 h 299534"/>
              <a:gd name="connsiteX8" fmla="*/ 276494 w 503023"/>
              <a:gd name="connsiteY8" fmla="*/ 220392 h 299534"/>
              <a:gd name="connsiteX9" fmla="*/ 323606 w 503023"/>
              <a:gd name="connsiteY9" fmla="*/ 286264 h 299534"/>
              <a:gd name="connsiteX10" fmla="*/ 199026 w 503023"/>
              <a:gd name="connsiteY10" fmla="*/ 296572 h 299534"/>
              <a:gd name="connsiteX0" fmla="*/ 199026 w 507203"/>
              <a:gd name="connsiteY0" fmla="*/ 296572 h 299534"/>
              <a:gd name="connsiteX1" fmla="*/ 62585 w 507203"/>
              <a:gd name="connsiteY1" fmla="*/ 227937 h 299534"/>
              <a:gd name="connsiteX2" fmla="*/ 37124 w 507203"/>
              <a:gd name="connsiteY2" fmla="*/ 28230 h 299534"/>
              <a:gd name="connsiteX3" fmla="*/ 120870 w 507203"/>
              <a:gd name="connsiteY3" fmla="*/ 1 h 299534"/>
              <a:gd name="connsiteX4" fmla="*/ 222967 w 507203"/>
              <a:gd name="connsiteY4" fmla="*/ 28649 h 299534"/>
              <a:gd name="connsiteX5" fmla="*/ 359888 w 507203"/>
              <a:gd name="connsiteY5" fmla="*/ 119232 h 299534"/>
              <a:gd name="connsiteX6" fmla="*/ 503021 w 507203"/>
              <a:gd name="connsiteY6" fmla="*/ 203115 h 299534"/>
              <a:gd name="connsiteX7" fmla="*/ 335485 w 507203"/>
              <a:gd name="connsiteY7" fmla="*/ 191699 h 299534"/>
              <a:gd name="connsiteX8" fmla="*/ 276494 w 507203"/>
              <a:gd name="connsiteY8" fmla="*/ 220392 h 299534"/>
              <a:gd name="connsiteX9" fmla="*/ 323606 w 507203"/>
              <a:gd name="connsiteY9" fmla="*/ 286264 h 299534"/>
              <a:gd name="connsiteX10" fmla="*/ 199026 w 507203"/>
              <a:gd name="connsiteY10" fmla="*/ 296572 h 299534"/>
              <a:gd name="connsiteX0" fmla="*/ 199026 w 510683"/>
              <a:gd name="connsiteY0" fmla="*/ 296572 h 299534"/>
              <a:gd name="connsiteX1" fmla="*/ 62585 w 510683"/>
              <a:gd name="connsiteY1" fmla="*/ 227937 h 299534"/>
              <a:gd name="connsiteX2" fmla="*/ 37124 w 510683"/>
              <a:gd name="connsiteY2" fmla="*/ 28230 h 299534"/>
              <a:gd name="connsiteX3" fmla="*/ 120870 w 510683"/>
              <a:gd name="connsiteY3" fmla="*/ 1 h 299534"/>
              <a:gd name="connsiteX4" fmla="*/ 222967 w 510683"/>
              <a:gd name="connsiteY4" fmla="*/ 28649 h 299534"/>
              <a:gd name="connsiteX5" fmla="*/ 359888 w 510683"/>
              <a:gd name="connsiteY5" fmla="*/ 119232 h 299534"/>
              <a:gd name="connsiteX6" fmla="*/ 503021 w 510683"/>
              <a:gd name="connsiteY6" fmla="*/ 203115 h 299534"/>
              <a:gd name="connsiteX7" fmla="*/ 335485 w 510683"/>
              <a:gd name="connsiteY7" fmla="*/ 191699 h 299534"/>
              <a:gd name="connsiteX8" fmla="*/ 276494 w 510683"/>
              <a:gd name="connsiteY8" fmla="*/ 220392 h 299534"/>
              <a:gd name="connsiteX9" fmla="*/ 323606 w 510683"/>
              <a:gd name="connsiteY9" fmla="*/ 286264 h 299534"/>
              <a:gd name="connsiteX10" fmla="*/ 199026 w 510683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534"/>
              <a:gd name="connsiteX1" fmla="*/ 62585 w 503092"/>
              <a:gd name="connsiteY1" fmla="*/ 227937 h 299534"/>
              <a:gd name="connsiteX2" fmla="*/ 37124 w 503092"/>
              <a:gd name="connsiteY2" fmla="*/ 28230 h 299534"/>
              <a:gd name="connsiteX3" fmla="*/ 120870 w 503092"/>
              <a:gd name="connsiteY3" fmla="*/ 1 h 299534"/>
              <a:gd name="connsiteX4" fmla="*/ 222967 w 503092"/>
              <a:gd name="connsiteY4" fmla="*/ 28649 h 299534"/>
              <a:gd name="connsiteX5" fmla="*/ 353489 w 503092"/>
              <a:gd name="connsiteY5" fmla="*/ 110913 h 299534"/>
              <a:gd name="connsiteX6" fmla="*/ 503021 w 503092"/>
              <a:gd name="connsiteY6" fmla="*/ 203115 h 299534"/>
              <a:gd name="connsiteX7" fmla="*/ 335485 w 503092"/>
              <a:gd name="connsiteY7" fmla="*/ 191699 h 299534"/>
              <a:gd name="connsiteX8" fmla="*/ 276494 w 503092"/>
              <a:gd name="connsiteY8" fmla="*/ 220392 h 299534"/>
              <a:gd name="connsiteX9" fmla="*/ 323606 w 503092"/>
              <a:gd name="connsiteY9" fmla="*/ 286264 h 299534"/>
              <a:gd name="connsiteX10" fmla="*/ 199026 w 503092"/>
              <a:gd name="connsiteY10" fmla="*/ 296572 h 299534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23606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91699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7416"/>
              <a:gd name="connsiteY0" fmla="*/ 296572 h 299326"/>
              <a:gd name="connsiteX1" fmla="*/ 62585 w 507416"/>
              <a:gd name="connsiteY1" fmla="*/ 227937 h 299326"/>
              <a:gd name="connsiteX2" fmla="*/ 37124 w 507416"/>
              <a:gd name="connsiteY2" fmla="*/ 28230 h 299326"/>
              <a:gd name="connsiteX3" fmla="*/ 120870 w 507416"/>
              <a:gd name="connsiteY3" fmla="*/ 1 h 299326"/>
              <a:gd name="connsiteX4" fmla="*/ 222967 w 507416"/>
              <a:gd name="connsiteY4" fmla="*/ 28649 h 299326"/>
              <a:gd name="connsiteX5" fmla="*/ 353489 w 507416"/>
              <a:gd name="connsiteY5" fmla="*/ 110913 h 299326"/>
              <a:gd name="connsiteX6" fmla="*/ 503021 w 507416"/>
              <a:gd name="connsiteY6" fmla="*/ 203115 h 299326"/>
              <a:gd name="connsiteX7" fmla="*/ 335485 w 507416"/>
              <a:gd name="connsiteY7" fmla="*/ 191699 h 299326"/>
              <a:gd name="connsiteX8" fmla="*/ 284173 w 507416"/>
              <a:gd name="connsiteY8" fmla="*/ 226791 h 299326"/>
              <a:gd name="connsiteX9" fmla="*/ 338964 w 507416"/>
              <a:gd name="connsiteY9" fmla="*/ 286264 h 299326"/>
              <a:gd name="connsiteX10" fmla="*/ 199026 w 507416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326"/>
              <a:gd name="connsiteX1" fmla="*/ 62585 w 503092"/>
              <a:gd name="connsiteY1" fmla="*/ 227937 h 299326"/>
              <a:gd name="connsiteX2" fmla="*/ 37124 w 503092"/>
              <a:gd name="connsiteY2" fmla="*/ 28230 h 299326"/>
              <a:gd name="connsiteX3" fmla="*/ 120870 w 503092"/>
              <a:gd name="connsiteY3" fmla="*/ 1 h 299326"/>
              <a:gd name="connsiteX4" fmla="*/ 222967 w 503092"/>
              <a:gd name="connsiteY4" fmla="*/ 28649 h 299326"/>
              <a:gd name="connsiteX5" fmla="*/ 353489 w 503092"/>
              <a:gd name="connsiteY5" fmla="*/ 110913 h 299326"/>
              <a:gd name="connsiteX6" fmla="*/ 503021 w 503092"/>
              <a:gd name="connsiteY6" fmla="*/ 203115 h 299326"/>
              <a:gd name="connsiteX7" fmla="*/ 335485 w 503092"/>
              <a:gd name="connsiteY7" fmla="*/ 182100 h 299326"/>
              <a:gd name="connsiteX8" fmla="*/ 284173 w 503092"/>
              <a:gd name="connsiteY8" fmla="*/ 226791 h 299326"/>
              <a:gd name="connsiteX9" fmla="*/ 338964 w 503092"/>
              <a:gd name="connsiteY9" fmla="*/ 286264 h 299326"/>
              <a:gd name="connsiteX10" fmla="*/ 199026 w 503092"/>
              <a:gd name="connsiteY10" fmla="*/ 296572 h 299326"/>
              <a:gd name="connsiteX0" fmla="*/ 199026 w 503092"/>
              <a:gd name="connsiteY0" fmla="*/ 296572 h 299100"/>
              <a:gd name="connsiteX1" fmla="*/ 62585 w 503092"/>
              <a:gd name="connsiteY1" fmla="*/ 227937 h 299100"/>
              <a:gd name="connsiteX2" fmla="*/ 37124 w 503092"/>
              <a:gd name="connsiteY2" fmla="*/ 28230 h 299100"/>
              <a:gd name="connsiteX3" fmla="*/ 120870 w 503092"/>
              <a:gd name="connsiteY3" fmla="*/ 1 h 299100"/>
              <a:gd name="connsiteX4" fmla="*/ 222967 w 503092"/>
              <a:gd name="connsiteY4" fmla="*/ 28649 h 299100"/>
              <a:gd name="connsiteX5" fmla="*/ 353489 w 503092"/>
              <a:gd name="connsiteY5" fmla="*/ 110913 h 299100"/>
              <a:gd name="connsiteX6" fmla="*/ 503021 w 503092"/>
              <a:gd name="connsiteY6" fmla="*/ 203115 h 299100"/>
              <a:gd name="connsiteX7" fmla="*/ 335485 w 503092"/>
              <a:gd name="connsiteY7" fmla="*/ 182100 h 299100"/>
              <a:gd name="connsiteX8" fmla="*/ 293772 w 503092"/>
              <a:gd name="connsiteY8" fmla="*/ 234470 h 299100"/>
              <a:gd name="connsiteX9" fmla="*/ 338964 w 503092"/>
              <a:gd name="connsiteY9" fmla="*/ 286264 h 299100"/>
              <a:gd name="connsiteX10" fmla="*/ 199026 w 503092"/>
              <a:gd name="connsiteY10" fmla="*/ 296572 h 299100"/>
              <a:gd name="connsiteX0" fmla="*/ 199026 w 503092"/>
              <a:gd name="connsiteY0" fmla="*/ 296572 h 301245"/>
              <a:gd name="connsiteX1" fmla="*/ 62585 w 503092"/>
              <a:gd name="connsiteY1" fmla="*/ 227937 h 301245"/>
              <a:gd name="connsiteX2" fmla="*/ 37124 w 503092"/>
              <a:gd name="connsiteY2" fmla="*/ 28230 h 301245"/>
              <a:gd name="connsiteX3" fmla="*/ 120870 w 503092"/>
              <a:gd name="connsiteY3" fmla="*/ 1 h 301245"/>
              <a:gd name="connsiteX4" fmla="*/ 222967 w 503092"/>
              <a:gd name="connsiteY4" fmla="*/ 28649 h 301245"/>
              <a:gd name="connsiteX5" fmla="*/ 353489 w 503092"/>
              <a:gd name="connsiteY5" fmla="*/ 110913 h 301245"/>
              <a:gd name="connsiteX6" fmla="*/ 503021 w 503092"/>
              <a:gd name="connsiteY6" fmla="*/ 203115 h 301245"/>
              <a:gd name="connsiteX7" fmla="*/ 335485 w 503092"/>
              <a:gd name="connsiteY7" fmla="*/ 182100 h 301245"/>
              <a:gd name="connsiteX8" fmla="*/ 293772 w 503092"/>
              <a:gd name="connsiteY8" fmla="*/ 234470 h 301245"/>
              <a:gd name="connsiteX9" fmla="*/ 338964 w 503092"/>
              <a:gd name="connsiteY9" fmla="*/ 286264 h 301245"/>
              <a:gd name="connsiteX10" fmla="*/ 199026 w 503092"/>
              <a:gd name="connsiteY10" fmla="*/ 296572 h 301245"/>
              <a:gd name="connsiteX0" fmla="*/ 199026 w 503092"/>
              <a:gd name="connsiteY0" fmla="*/ 296572 h 301645"/>
              <a:gd name="connsiteX1" fmla="*/ 62585 w 503092"/>
              <a:gd name="connsiteY1" fmla="*/ 227937 h 301645"/>
              <a:gd name="connsiteX2" fmla="*/ 37124 w 503092"/>
              <a:gd name="connsiteY2" fmla="*/ 28230 h 301645"/>
              <a:gd name="connsiteX3" fmla="*/ 120870 w 503092"/>
              <a:gd name="connsiteY3" fmla="*/ 1 h 301645"/>
              <a:gd name="connsiteX4" fmla="*/ 222967 w 503092"/>
              <a:gd name="connsiteY4" fmla="*/ 28649 h 301645"/>
              <a:gd name="connsiteX5" fmla="*/ 353489 w 503092"/>
              <a:gd name="connsiteY5" fmla="*/ 110913 h 301645"/>
              <a:gd name="connsiteX6" fmla="*/ 503021 w 503092"/>
              <a:gd name="connsiteY6" fmla="*/ 203115 h 301645"/>
              <a:gd name="connsiteX7" fmla="*/ 335485 w 503092"/>
              <a:gd name="connsiteY7" fmla="*/ 182100 h 301645"/>
              <a:gd name="connsiteX8" fmla="*/ 293772 w 503092"/>
              <a:gd name="connsiteY8" fmla="*/ 234470 h 301645"/>
              <a:gd name="connsiteX9" fmla="*/ 338964 w 503092"/>
              <a:gd name="connsiteY9" fmla="*/ 286264 h 301645"/>
              <a:gd name="connsiteX10" fmla="*/ 199026 w 503092"/>
              <a:gd name="connsiteY10" fmla="*/ 296572 h 301645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99026 w 503092"/>
              <a:gd name="connsiteY0" fmla="*/ 296572 h 304408"/>
              <a:gd name="connsiteX1" fmla="*/ 62585 w 503092"/>
              <a:gd name="connsiteY1" fmla="*/ 227937 h 304408"/>
              <a:gd name="connsiteX2" fmla="*/ 37124 w 503092"/>
              <a:gd name="connsiteY2" fmla="*/ 28230 h 304408"/>
              <a:gd name="connsiteX3" fmla="*/ 120870 w 503092"/>
              <a:gd name="connsiteY3" fmla="*/ 1 h 304408"/>
              <a:gd name="connsiteX4" fmla="*/ 222967 w 503092"/>
              <a:gd name="connsiteY4" fmla="*/ 28649 h 304408"/>
              <a:gd name="connsiteX5" fmla="*/ 353489 w 503092"/>
              <a:gd name="connsiteY5" fmla="*/ 110913 h 304408"/>
              <a:gd name="connsiteX6" fmla="*/ 503021 w 503092"/>
              <a:gd name="connsiteY6" fmla="*/ 203115 h 304408"/>
              <a:gd name="connsiteX7" fmla="*/ 335485 w 503092"/>
              <a:gd name="connsiteY7" fmla="*/ 182100 h 304408"/>
              <a:gd name="connsiteX8" fmla="*/ 293772 w 503092"/>
              <a:gd name="connsiteY8" fmla="*/ 234470 h 304408"/>
              <a:gd name="connsiteX9" fmla="*/ 338964 w 503092"/>
              <a:gd name="connsiteY9" fmla="*/ 286264 h 304408"/>
              <a:gd name="connsiteX10" fmla="*/ 199026 w 503092"/>
              <a:gd name="connsiteY10" fmla="*/ 296572 h 304408"/>
              <a:gd name="connsiteX0" fmla="*/ 189329 w 493395"/>
              <a:gd name="connsiteY0" fmla="*/ 296572 h 304408"/>
              <a:gd name="connsiteX1" fmla="*/ 52888 w 493395"/>
              <a:gd name="connsiteY1" fmla="*/ 227937 h 304408"/>
              <a:gd name="connsiteX2" fmla="*/ 27427 w 493395"/>
              <a:gd name="connsiteY2" fmla="*/ 28230 h 304408"/>
              <a:gd name="connsiteX3" fmla="*/ 111173 w 493395"/>
              <a:gd name="connsiteY3" fmla="*/ 1 h 304408"/>
              <a:gd name="connsiteX4" fmla="*/ 213270 w 493395"/>
              <a:gd name="connsiteY4" fmla="*/ 28649 h 304408"/>
              <a:gd name="connsiteX5" fmla="*/ 343792 w 493395"/>
              <a:gd name="connsiteY5" fmla="*/ 110913 h 304408"/>
              <a:gd name="connsiteX6" fmla="*/ 493324 w 493395"/>
              <a:gd name="connsiteY6" fmla="*/ 203115 h 304408"/>
              <a:gd name="connsiteX7" fmla="*/ 325788 w 493395"/>
              <a:gd name="connsiteY7" fmla="*/ 182100 h 304408"/>
              <a:gd name="connsiteX8" fmla="*/ 284075 w 493395"/>
              <a:gd name="connsiteY8" fmla="*/ 234470 h 304408"/>
              <a:gd name="connsiteX9" fmla="*/ 329267 w 493395"/>
              <a:gd name="connsiteY9" fmla="*/ 286264 h 304408"/>
              <a:gd name="connsiteX10" fmla="*/ 189329 w 493395"/>
              <a:gd name="connsiteY10" fmla="*/ 296572 h 304408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194255 w 498321"/>
              <a:gd name="connsiteY0" fmla="*/ 296875 h 305045"/>
              <a:gd name="connsiteX1" fmla="*/ 16220 w 498321"/>
              <a:gd name="connsiteY1" fmla="*/ 200084 h 305045"/>
              <a:gd name="connsiteX2" fmla="*/ 32353 w 498321"/>
              <a:gd name="connsiteY2" fmla="*/ 28533 h 305045"/>
              <a:gd name="connsiteX3" fmla="*/ 116099 w 498321"/>
              <a:gd name="connsiteY3" fmla="*/ 304 h 305045"/>
              <a:gd name="connsiteX4" fmla="*/ 218196 w 498321"/>
              <a:gd name="connsiteY4" fmla="*/ 28952 h 305045"/>
              <a:gd name="connsiteX5" fmla="*/ 348718 w 498321"/>
              <a:gd name="connsiteY5" fmla="*/ 111216 h 305045"/>
              <a:gd name="connsiteX6" fmla="*/ 498250 w 498321"/>
              <a:gd name="connsiteY6" fmla="*/ 203418 h 305045"/>
              <a:gd name="connsiteX7" fmla="*/ 330714 w 498321"/>
              <a:gd name="connsiteY7" fmla="*/ 182403 h 305045"/>
              <a:gd name="connsiteX8" fmla="*/ 289001 w 498321"/>
              <a:gd name="connsiteY8" fmla="*/ 234773 h 305045"/>
              <a:gd name="connsiteX9" fmla="*/ 334193 w 498321"/>
              <a:gd name="connsiteY9" fmla="*/ 286567 h 305045"/>
              <a:gd name="connsiteX10" fmla="*/ 194255 w 498321"/>
              <a:gd name="connsiteY10" fmla="*/ 296875 h 305045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204884 w 508950"/>
              <a:gd name="connsiteY0" fmla="*/ 296572 h 304742"/>
              <a:gd name="connsiteX1" fmla="*/ 26849 w 508950"/>
              <a:gd name="connsiteY1" fmla="*/ 199781 h 304742"/>
              <a:gd name="connsiteX2" fmla="*/ 42982 w 508950"/>
              <a:gd name="connsiteY2" fmla="*/ 28230 h 304742"/>
              <a:gd name="connsiteX3" fmla="*/ 126728 w 508950"/>
              <a:gd name="connsiteY3" fmla="*/ 1 h 304742"/>
              <a:gd name="connsiteX4" fmla="*/ 228825 w 508950"/>
              <a:gd name="connsiteY4" fmla="*/ 28649 h 304742"/>
              <a:gd name="connsiteX5" fmla="*/ 359347 w 508950"/>
              <a:gd name="connsiteY5" fmla="*/ 110913 h 304742"/>
              <a:gd name="connsiteX6" fmla="*/ 508879 w 508950"/>
              <a:gd name="connsiteY6" fmla="*/ 203115 h 304742"/>
              <a:gd name="connsiteX7" fmla="*/ 341343 w 508950"/>
              <a:gd name="connsiteY7" fmla="*/ 182100 h 304742"/>
              <a:gd name="connsiteX8" fmla="*/ 299630 w 508950"/>
              <a:gd name="connsiteY8" fmla="*/ 234470 h 304742"/>
              <a:gd name="connsiteX9" fmla="*/ 344822 w 508950"/>
              <a:gd name="connsiteY9" fmla="*/ 286264 h 304742"/>
              <a:gd name="connsiteX10" fmla="*/ 204884 w 508950"/>
              <a:gd name="connsiteY10" fmla="*/ 296572 h 304742"/>
              <a:gd name="connsiteX0" fmla="*/ 193809 w 497875"/>
              <a:gd name="connsiteY0" fmla="*/ 309369 h 317539"/>
              <a:gd name="connsiteX1" fmla="*/ 15774 w 497875"/>
              <a:gd name="connsiteY1" fmla="*/ 212578 h 317539"/>
              <a:gd name="connsiteX2" fmla="*/ 31907 w 497875"/>
              <a:gd name="connsiteY2" fmla="*/ 41027 h 317539"/>
              <a:gd name="connsiteX3" fmla="*/ 102215 w 497875"/>
              <a:gd name="connsiteY3" fmla="*/ 0 h 317539"/>
              <a:gd name="connsiteX4" fmla="*/ 217750 w 497875"/>
              <a:gd name="connsiteY4" fmla="*/ 41446 h 317539"/>
              <a:gd name="connsiteX5" fmla="*/ 348272 w 497875"/>
              <a:gd name="connsiteY5" fmla="*/ 123710 h 317539"/>
              <a:gd name="connsiteX6" fmla="*/ 497804 w 497875"/>
              <a:gd name="connsiteY6" fmla="*/ 215912 h 317539"/>
              <a:gd name="connsiteX7" fmla="*/ 330268 w 497875"/>
              <a:gd name="connsiteY7" fmla="*/ 194897 h 317539"/>
              <a:gd name="connsiteX8" fmla="*/ 288555 w 497875"/>
              <a:gd name="connsiteY8" fmla="*/ 247267 h 317539"/>
              <a:gd name="connsiteX9" fmla="*/ 333747 w 497875"/>
              <a:gd name="connsiteY9" fmla="*/ 299061 h 317539"/>
              <a:gd name="connsiteX10" fmla="*/ 193809 w 497875"/>
              <a:gd name="connsiteY10" fmla="*/ 309369 h 317539"/>
              <a:gd name="connsiteX0" fmla="*/ 213891 w 517957"/>
              <a:gd name="connsiteY0" fmla="*/ 309698 h 317868"/>
              <a:gd name="connsiteX1" fmla="*/ 35856 w 517957"/>
              <a:gd name="connsiteY1" fmla="*/ 212907 h 317868"/>
              <a:gd name="connsiteX2" fmla="*/ 6556 w 517957"/>
              <a:gd name="connsiteY2" fmla="*/ 62473 h 317868"/>
              <a:gd name="connsiteX3" fmla="*/ 122297 w 517957"/>
              <a:gd name="connsiteY3" fmla="*/ 329 h 317868"/>
              <a:gd name="connsiteX4" fmla="*/ 237832 w 517957"/>
              <a:gd name="connsiteY4" fmla="*/ 41775 h 317868"/>
              <a:gd name="connsiteX5" fmla="*/ 368354 w 517957"/>
              <a:gd name="connsiteY5" fmla="*/ 124039 h 317868"/>
              <a:gd name="connsiteX6" fmla="*/ 517886 w 517957"/>
              <a:gd name="connsiteY6" fmla="*/ 216241 h 317868"/>
              <a:gd name="connsiteX7" fmla="*/ 350350 w 517957"/>
              <a:gd name="connsiteY7" fmla="*/ 195226 h 317868"/>
              <a:gd name="connsiteX8" fmla="*/ 308637 w 517957"/>
              <a:gd name="connsiteY8" fmla="*/ 247596 h 317868"/>
              <a:gd name="connsiteX9" fmla="*/ 353829 w 517957"/>
              <a:gd name="connsiteY9" fmla="*/ 299390 h 317868"/>
              <a:gd name="connsiteX10" fmla="*/ 213891 w 517957"/>
              <a:gd name="connsiteY10" fmla="*/ 309698 h 317868"/>
              <a:gd name="connsiteX0" fmla="*/ 213609 w 517675"/>
              <a:gd name="connsiteY0" fmla="*/ 309698 h 317868"/>
              <a:gd name="connsiteX1" fmla="*/ 35574 w 517675"/>
              <a:gd name="connsiteY1" fmla="*/ 212907 h 317868"/>
              <a:gd name="connsiteX2" fmla="*/ 6274 w 517675"/>
              <a:gd name="connsiteY2" fmla="*/ 62473 h 317868"/>
              <a:gd name="connsiteX3" fmla="*/ 122015 w 517675"/>
              <a:gd name="connsiteY3" fmla="*/ 329 h 317868"/>
              <a:gd name="connsiteX4" fmla="*/ 237550 w 517675"/>
              <a:gd name="connsiteY4" fmla="*/ 41775 h 317868"/>
              <a:gd name="connsiteX5" fmla="*/ 368072 w 517675"/>
              <a:gd name="connsiteY5" fmla="*/ 124039 h 317868"/>
              <a:gd name="connsiteX6" fmla="*/ 517604 w 517675"/>
              <a:gd name="connsiteY6" fmla="*/ 216241 h 317868"/>
              <a:gd name="connsiteX7" fmla="*/ 350068 w 517675"/>
              <a:gd name="connsiteY7" fmla="*/ 195226 h 317868"/>
              <a:gd name="connsiteX8" fmla="*/ 308355 w 517675"/>
              <a:gd name="connsiteY8" fmla="*/ 247596 h 317868"/>
              <a:gd name="connsiteX9" fmla="*/ 353547 w 517675"/>
              <a:gd name="connsiteY9" fmla="*/ 299390 h 317868"/>
              <a:gd name="connsiteX10" fmla="*/ 213609 w 517675"/>
              <a:gd name="connsiteY10" fmla="*/ 309698 h 317868"/>
              <a:gd name="connsiteX0" fmla="*/ 213609 w 517675"/>
              <a:gd name="connsiteY0" fmla="*/ 311338 h 319508"/>
              <a:gd name="connsiteX1" fmla="*/ 35574 w 517675"/>
              <a:gd name="connsiteY1" fmla="*/ 214547 h 319508"/>
              <a:gd name="connsiteX2" fmla="*/ 6274 w 517675"/>
              <a:gd name="connsiteY2" fmla="*/ 64113 h 319508"/>
              <a:gd name="connsiteX3" fmla="*/ 122015 w 517675"/>
              <a:gd name="connsiteY3" fmla="*/ 1969 h 319508"/>
              <a:gd name="connsiteX4" fmla="*/ 237550 w 517675"/>
              <a:gd name="connsiteY4" fmla="*/ 43415 h 319508"/>
              <a:gd name="connsiteX5" fmla="*/ 368072 w 517675"/>
              <a:gd name="connsiteY5" fmla="*/ 125679 h 319508"/>
              <a:gd name="connsiteX6" fmla="*/ 517604 w 517675"/>
              <a:gd name="connsiteY6" fmla="*/ 217881 h 319508"/>
              <a:gd name="connsiteX7" fmla="*/ 350068 w 517675"/>
              <a:gd name="connsiteY7" fmla="*/ 196866 h 319508"/>
              <a:gd name="connsiteX8" fmla="*/ 308355 w 517675"/>
              <a:gd name="connsiteY8" fmla="*/ 249236 h 319508"/>
              <a:gd name="connsiteX9" fmla="*/ 353547 w 517675"/>
              <a:gd name="connsiteY9" fmla="*/ 301030 h 319508"/>
              <a:gd name="connsiteX10" fmla="*/ 213609 w 517675"/>
              <a:gd name="connsiteY10" fmla="*/ 311338 h 319508"/>
              <a:gd name="connsiteX0" fmla="*/ 213609 w 517675"/>
              <a:gd name="connsiteY0" fmla="*/ 311338 h 318116"/>
              <a:gd name="connsiteX1" fmla="*/ 35574 w 517675"/>
              <a:gd name="connsiteY1" fmla="*/ 214547 h 318116"/>
              <a:gd name="connsiteX2" fmla="*/ 6274 w 517675"/>
              <a:gd name="connsiteY2" fmla="*/ 64113 h 318116"/>
              <a:gd name="connsiteX3" fmla="*/ 122015 w 517675"/>
              <a:gd name="connsiteY3" fmla="*/ 1969 h 318116"/>
              <a:gd name="connsiteX4" fmla="*/ 237550 w 517675"/>
              <a:gd name="connsiteY4" fmla="*/ 43415 h 318116"/>
              <a:gd name="connsiteX5" fmla="*/ 368072 w 517675"/>
              <a:gd name="connsiteY5" fmla="*/ 125679 h 318116"/>
              <a:gd name="connsiteX6" fmla="*/ 517604 w 517675"/>
              <a:gd name="connsiteY6" fmla="*/ 217881 h 318116"/>
              <a:gd name="connsiteX7" fmla="*/ 350068 w 517675"/>
              <a:gd name="connsiteY7" fmla="*/ 196866 h 318116"/>
              <a:gd name="connsiteX8" fmla="*/ 308355 w 517675"/>
              <a:gd name="connsiteY8" fmla="*/ 249236 h 318116"/>
              <a:gd name="connsiteX9" fmla="*/ 353547 w 517675"/>
              <a:gd name="connsiteY9" fmla="*/ 301030 h 318116"/>
              <a:gd name="connsiteX10" fmla="*/ 213609 w 517675"/>
              <a:gd name="connsiteY10" fmla="*/ 311338 h 318116"/>
              <a:gd name="connsiteX0" fmla="*/ 212852 w 516918"/>
              <a:gd name="connsiteY0" fmla="*/ 310855 h 316987"/>
              <a:gd name="connsiteX1" fmla="*/ 38657 w 516918"/>
              <a:gd name="connsiteY1" fmla="*/ 242220 h 316987"/>
              <a:gd name="connsiteX2" fmla="*/ 5517 w 516918"/>
              <a:gd name="connsiteY2" fmla="*/ 63630 h 316987"/>
              <a:gd name="connsiteX3" fmla="*/ 121258 w 516918"/>
              <a:gd name="connsiteY3" fmla="*/ 1486 h 316987"/>
              <a:gd name="connsiteX4" fmla="*/ 236793 w 516918"/>
              <a:gd name="connsiteY4" fmla="*/ 42932 h 316987"/>
              <a:gd name="connsiteX5" fmla="*/ 367315 w 516918"/>
              <a:gd name="connsiteY5" fmla="*/ 125196 h 316987"/>
              <a:gd name="connsiteX6" fmla="*/ 516847 w 516918"/>
              <a:gd name="connsiteY6" fmla="*/ 217398 h 316987"/>
              <a:gd name="connsiteX7" fmla="*/ 349311 w 516918"/>
              <a:gd name="connsiteY7" fmla="*/ 196383 h 316987"/>
              <a:gd name="connsiteX8" fmla="*/ 307598 w 516918"/>
              <a:gd name="connsiteY8" fmla="*/ 248753 h 316987"/>
              <a:gd name="connsiteX9" fmla="*/ 352790 w 516918"/>
              <a:gd name="connsiteY9" fmla="*/ 300547 h 316987"/>
              <a:gd name="connsiteX10" fmla="*/ 212852 w 516918"/>
              <a:gd name="connsiteY10" fmla="*/ 310855 h 316987"/>
              <a:gd name="connsiteX0" fmla="*/ 211574 w 515640"/>
              <a:gd name="connsiteY0" fmla="*/ 310822 h 317368"/>
              <a:gd name="connsiteX1" fmla="*/ 43138 w 515640"/>
              <a:gd name="connsiteY1" fmla="*/ 236428 h 317368"/>
              <a:gd name="connsiteX2" fmla="*/ 4239 w 515640"/>
              <a:gd name="connsiteY2" fmla="*/ 63597 h 317368"/>
              <a:gd name="connsiteX3" fmla="*/ 119980 w 515640"/>
              <a:gd name="connsiteY3" fmla="*/ 1453 h 317368"/>
              <a:gd name="connsiteX4" fmla="*/ 235515 w 515640"/>
              <a:gd name="connsiteY4" fmla="*/ 42899 h 317368"/>
              <a:gd name="connsiteX5" fmla="*/ 366037 w 515640"/>
              <a:gd name="connsiteY5" fmla="*/ 125163 h 317368"/>
              <a:gd name="connsiteX6" fmla="*/ 515569 w 515640"/>
              <a:gd name="connsiteY6" fmla="*/ 217365 h 317368"/>
              <a:gd name="connsiteX7" fmla="*/ 348033 w 515640"/>
              <a:gd name="connsiteY7" fmla="*/ 196350 h 317368"/>
              <a:gd name="connsiteX8" fmla="*/ 306320 w 515640"/>
              <a:gd name="connsiteY8" fmla="*/ 248720 h 317368"/>
              <a:gd name="connsiteX9" fmla="*/ 351512 w 515640"/>
              <a:gd name="connsiteY9" fmla="*/ 300514 h 317368"/>
              <a:gd name="connsiteX10" fmla="*/ 211574 w 515640"/>
              <a:gd name="connsiteY10" fmla="*/ 310822 h 317368"/>
              <a:gd name="connsiteX0" fmla="*/ 213173 w 517239"/>
              <a:gd name="connsiteY0" fmla="*/ 310822 h 317368"/>
              <a:gd name="connsiteX1" fmla="*/ 44737 w 517239"/>
              <a:gd name="connsiteY1" fmla="*/ 236428 h 317368"/>
              <a:gd name="connsiteX2" fmla="*/ 5838 w 517239"/>
              <a:gd name="connsiteY2" fmla="*/ 63597 h 317368"/>
              <a:gd name="connsiteX3" fmla="*/ 121579 w 517239"/>
              <a:gd name="connsiteY3" fmla="*/ 1453 h 317368"/>
              <a:gd name="connsiteX4" fmla="*/ 237114 w 517239"/>
              <a:gd name="connsiteY4" fmla="*/ 42899 h 317368"/>
              <a:gd name="connsiteX5" fmla="*/ 367636 w 517239"/>
              <a:gd name="connsiteY5" fmla="*/ 125163 h 317368"/>
              <a:gd name="connsiteX6" fmla="*/ 517168 w 517239"/>
              <a:gd name="connsiteY6" fmla="*/ 217365 h 317368"/>
              <a:gd name="connsiteX7" fmla="*/ 349632 w 517239"/>
              <a:gd name="connsiteY7" fmla="*/ 196350 h 317368"/>
              <a:gd name="connsiteX8" fmla="*/ 307919 w 517239"/>
              <a:gd name="connsiteY8" fmla="*/ 248720 h 317368"/>
              <a:gd name="connsiteX9" fmla="*/ 353111 w 517239"/>
              <a:gd name="connsiteY9" fmla="*/ 300514 h 317368"/>
              <a:gd name="connsiteX10" fmla="*/ 213173 w 517239"/>
              <a:gd name="connsiteY10" fmla="*/ 310822 h 317368"/>
              <a:gd name="connsiteX0" fmla="*/ 213173 w 517224"/>
              <a:gd name="connsiteY0" fmla="*/ 310822 h 317368"/>
              <a:gd name="connsiteX1" fmla="*/ 44737 w 517224"/>
              <a:gd name="connsiteY1" fmla="*/ 236428 h 317368"/>
              <a:gd name="connsiteX2" fmla="*/ 5838 w 517224"/>
              <a:gd name="connsiteY2" fmla="*/ 63597 h 317368"/>
              <a:gd name="connsiteX3" fmla="*/ 121579 w 517224"/>
              <a:gd name="connsiteY3" fmla="*/ 1453 h 317368"/>
              <a:gd name="connsiteX4" fmla="*/ 237114 w 517224"/>
              <a:gd name="connsiteY4" fmla="*/ 42899 h 317368"/>
              <a:gd name="connsiteX5" fmla="*/ 365716 w 517224"/>
              <a:gd name="connsiteY5" fmla="*/ 121324 h 317368"/>
              <a:gd name="connsiteX6" fmla="*/ 517168 w 517224"/>
              <a:gd name="connsiteY6" fmla="*/ 217365 h 317368"/>
              <a:gd name="connsiteX7" fmla="*/ 349632 w 517224"/>
              <a:gd name="connsiteY7" fmla="*/ 196350 h 317368"/>
              <a:gd name="connsiteX8" fmla="*/ 307919 w 517224"/>
              <a:gd name="connsiteY8" fmla="*/ 248720 h 317368"/>
              <a:gd name="connsiteX9" fmla="*/ 353111 w 517224"/>
              <a:gd name="connsiteY9" fmla="*/ 300514 h 317368"/>
              <a:gd name="connsiteX10" fmla="*/ 213173 w 517224"/>
              <a:gd name="connsiteY10" fmla="*/ 310822 h 317368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640 w 522691"/>
              <a:gd name="connsiteY0" fmla="*/ 310431 h 316977"/>
              <a:gd name="connsiteX1" fmla="*/ 50204 w 522691"/>
              <a:gd name="connsiteY1" fmla="*/ 236037 h 316977"/>
              <a:gd name="connsiteX2" fmla="*/ 8791 w 522691"/>
              <a:gd name="connsiteY2" fmla="*/ 144024 h 316977"/>
              <a:gd name="connsiteX3" fmla="*/ 11305 w 522691"/>
              <a:gd name="connsiteY3" fmla="*/ 63206 h 316977"/>
              <a:gd name="connsiteX4" fmla="*/ 127046 w 522691"/>
              <a:gd name="connsiteY4" fmla="*/ 1062 h 316977"/>
              <a:gd name="connsiteX5" fmla="*/ 242581 w 522691"/>
              <a:gd name="connsiteY5" fmla="*/ 42508 h 316977"/>
              <a:gd name="connsiteX6" fmla="*/ 371183 w 522691"/>
              <a:gd name="connsiteY6" fmla="*/ 120933 h 316977"/>
              <a:gd name="connsiteX7" fmla="*/ 522635 w 522691"/>
              <a:gd name="connsiteY7" fmla="*/ 216974 h 316977"/>
              <a:gd name="connsiteX8" fmla="*/ 355099 w 522691"/>
              <a:gd name="connsiteY8" fmla="*/ 195959 h 316977"/>
              <a:gd name="connsiteX9" fmla="*/ 313386 w 522691"/>
              <a:gd name="connsiteY9" fmla="*/ 248329 h 316977"/>
              <a:gd name="connsiteX10" fmla="*/ 358578 w 522691"/>
              <a:gd name="connsiteY10" fmla="*/ 300123 h 316977"/>
              <a:gd name="connsiteX11" fmla="*/ 218640 w 522691"/>
              <a:gd name="connsiteY11" fmla="*/ 310431 h 316977"/>
              <a:gd name="connsiteX0" fmla="*/ 218053 w 522104"/>
              <a:gd name="connsiteY0" fmla="*/ 310431 h 316977"/>
              <a:gd name="connsiteX1" fmla="*/ 49617 w 522104"/>
              <a:gd name="connsiteY1" fmla="*/ 236037 h 316977"/>
              <a:gd name="connsiteX2" fmla="*/ 8204 w 522104"/>
              <a:gd name="connsiteY2" fmla="*/ 144024 h 316977"/>
              <a:gd name="connsiteX3" fmla="*/ 10718 w 522104"/>
              <a:gd name="connsiteY3" fmla="*/ 63206 h 316977"/>
              <a:gd name="connsiteX4" fmla="*/ 126459 w 522104"/>
              <a:gd name="connsiteY4" fmla="*/ 1062 h 316977"/>
              <a:gd name="connsiteX5" fmla="*/ 241994 w 522104"/>
              <a:gd name="connsiteY5" fmla="*/ 42508 h 316977"/>
              <a:gd name="connsiteX6" fmla="*/ 370596 w 522104"/>
              <a:gd name="connsiteY6" fmla="*/ 120933 h 316977"/>
              <a:gd name="connsiteX7" fmla="*/ 522048 w 522104"/>
              <a:gd name="connsiteY7" fmla="*/ 216974 h 316977"/>
              <a:gd name="connsiteX8" fmla="*/ 354512 w 522104"/>
              <a:gd name="connsiteY8" fmla="*/ 195959 h 316977"/>
              <a:gd name="connsiteX9" fmla="*/ 312799 w 522104"/>
              <a:gd name="connsiteY9" fmla="*/ 248329 h 316977"/>
              <a:gd name="connsiteX10" fmla="*/ 357991 w 522104"/>
              <a:gd name="connsiteY10" fmla="*/ 300123 h 316977"/>
              <a:gd name="connsiteX11" fmla="*/ 218053 w 522104"/>
              <a:gd name="connsiteY11" fmla="*/ 310431 h 316977"/>
              <a:gd name="connsiteX0" fmla="*/ 228089 w 532140"/>
              <a:gd name="connsiteY0" fmla="*/ 310431 h 316977"/>
              <a:gd name="connsiteX1" fmla="*/ 59653 w 532140"/>
              <a:gd name="connsiteY1" fmla="*/ 236037 h 316977"/>
              <a:gd name="connsiteX2" fmla="*/ 2242 w 532140"/>
              <a:gd name="connsiteY2" fmla="*/ 144024 h 316977"/>
              <a:gd name="connsiteX3" fmla="*/ 20754 w 532140"/>
              <a:gd name="connsiteY3" fmla="*/ 63206 h 316977"/>
              <a:gd name="connsiteX4" fmla="*/ 136495 w 532140"/>
              <a:gd name="connsiteY4" fmla="*/ 1062 h 316977"/>
              <a:gd name="connsiteX5" fmla="*/ 252030 w 532140"/>
              <a:gd name="connsiteY5" fmla="*/ 42508 h 316977"/>
              <a:gd name="connsiteX6" fmla="*/ 380632 w 532140"/>
              <a:gd name="connsiteY6" fmla="*/ 120933 h 316977"/>
              <a:gd name="connsiteX7" fmla="*/ 532084 w 532140"/>
              <a:gd name="connsiteY7" fmla="*/ 216974 h 316977"/>
              <a:gd name="connsiteX8" fmla="*/ 364548 w 532140"/>
              <a:gd name="connsiteY8" fmla="*/ 195959 h 316977"/>
              <a:gd name="connsiteX9" fmla="*/ 322835 w 532140"/>
              <a:gd name="connsiteY9" fmla="*/ 248329 h 316977"/>
              <a:gd name="connsiteX10" fmla="*/ 368027 w 532140"/>
              <a:gd name="connsiteY10" fmla="*/ 300123 h 316977"/>
              <a:gd name="connsiteX11" fmla="*/ 228089 w 532140"/>
              <a:gd name="connsiteY11" fmla="*/ 310431 h 316977"/>
              <a:gd name="connsiteX0" fmla="*/ 226007 w 530058"/>
              <a:gd name="connsiteY0" fmla="*/ 310689 h 317235"/>
              <a:gd name="connsiteX1" fmla="*/ 57571 w 530058"/>
              <a:gd name="connsiteY1" fmla="*/ 236295 h 317235"/>
              <a:gd name="connsiteX2" fmla="*/ 160 w 530058"/>
              <a:gd name="connsiteY2" fmla="*/ 144282 h 317235"/>
              <a:gd name="connsiteX3" fmla="*/ 43628 w 530058"/>
              <a:gd name="connsiteY3" fmla="*/ 23150 h 317235"/>
              <a:gd name="connsiteX4" fmla="*/ 134413 w 530058"/>
              <a:gd name="connsiteY4" fmla="*/ 1320 h 317235"/>
              <a:gd name="connsiteX5" fmla="*/ 249948 w 530058"/>
              <a:gd name="connsiteY5" fmla="*/ 42766 h 317235"/>
              <a:gd name="connsiteX6" fmla="*/ 378550 w 530058"/>
              <a:gd name="connsiteY6" fmla="*/ 121191 h 317235"/>
              <a:gd name="connsiteX7" fmla="*/ 530002 w 530058"/>
              <a:gd name="connsiteY7" fmla="*/ 217232 h 317235"/>
              <a:gd name="connsiteX8" fmla="*/ 362466 w 530058"/>
              <a:gd name="connsiteY8" fmla="*/ 196217 h 317235"/>
              <a:gd name="connsiteX9" fmla="*/ 320753 w 530058"/>
              <a:gd name="connsiteY9" fmla="*/ 248587 h 317235"/>
              <a:gd name="connsiteX10" fmla="*/ 365945 w 530058"/>
              <a:gd name="connsiteY10" fmla="*/ 300381 h 317235"/>
              <a:gd name="connsiteX11" fmla="*/ 226007 w 530058"/>
              <a:gd name="connsiteY11" fmla="*/ 310689 h 317235"/>
              <a:gd name="connsiteX0" fmla="*/ 226139 w 530190"/>
              <a:gd name="connsiteY0" fmla="*/ 311738 h 318284"/>
              <a:gd name="connsiteX1" fmla="*/ 57703 w 530190"/>
              <a:gd name="connsiteY1" fmla="*/ 237344 h 318284"/>
              <a:gd name="connsiteX2" fmla="*/ 292 w 530190"/>
              <a:gd name="connsiteY2" fmla="*/ 145331 h 318284"/>
              <a:gd name="connsiteX3" fmla="*/ 43760 w 530190"/>
              <a:gd name="connsiteY3" fmla="*/ 24199 h 318284"/>
              <a:gd name="connsiteX4" fmla="*/ 134545 w 530190"/>
              <a:gd name="connsiteY4" fmla="*/ 2369 h 318284"/>
              <a:gd name="connsiteX5" fmla="*/ 250080 w 530190"/>
              <a:gd name="connsiteY5" fmla="*/ 43815 h 318284"/>
              <a:gd name="connsiteX6" fmla="*/ 378682 w 530190"/>
              <a:gd name="connsiteY6" fmla="*/ 122240 h 318284"/>
              <a:gd name="connsiteX7" fmla="*/ 530134 w 530190"/>
              <a:gd name="connsiteY7" fmla="*/ 218281 h 318284"/>
              <a:gd name="connsiteX8" fmla="*/ 362598 w 530190"/>
              <a:gd name="connsiteY8" fmla="*/ 197266 h 318284"/>
              <a:gd name="connsiteX9" fmla="*/ 320885 w 530190"/>
              <a:gd name="connsiteY9" fmla="*/ 249636 h 318284"/>
              <a:gd name="connsiteX10" fmla="*/ 366077 w 530190"/>
              <a:gd name="connsiteY10" fmla="*/ 301430 h 318284"/>
              <a:gd name="connsiteX11" fmla="*/ 226139 w 530190"/>
              <a:gd name="connsiteY11" fmla="*/ 311738 h 318284"/>
              <a:gd name="connsiteX0" fmla="*/ 227260 w 531311"/>
              <a:gd name="connsiteY0" fmla="*/ 309712 h 316258"/>
              <a:gd name="connsiteX1" fmla="*/ 58824 w 531311"/>
              <a:gd name="connsiteY1" fmla="*/ 235318 h 316258"/>
              <a:gd name="connsiteX2" fmla="*/ 1413 w 531311"/>
              <a:gd name="connsiteY2" fmla="*/ 143305 h 316258"/>
              <a:gd name="connsiteX3" fmla="*/ 34642 w 531311"/>
              <a:gd name="connsiteY3" fmla="*/ 31771 h 316258"/>
              <a:gd name="connsiteX4" fmla="*/ 135666 w 531311"/>
              <a:gd name="connsiteY4" fmla="*/ 343 h 316258"/>
              <a:gd name="connsiteX5" fmla="*/ 251201 w 531311"/>
              <a:gd name="connsiteY5" fmla="*/ 41789 h 316258"/>
              <a:gd name="connsiteX6" fmla="*/ 379803 w 531311"/>
              <a:gd name="connsiteY6" fmla="*/ 120214 h 316258"/>
              <a:gd name="connsiteX7" fmla="*/ 531255 w 531311"/>
              <a:gd name="connsiteY7" fmla="*/ 216255 h 316258"/>
              <a:gd name="connsiteX8" fmla="*/ 363719 w 531311"/>
              <a:gd name="connsiteY8" fmla="*/ 195240 h 316258"/>
              <a:gd name="connsiteX9" fmla="*/ 322006 w 531311"/>
              <a:gd name="connsiteY9" fmla="*/ 247610 h 316258"/>
              <a:gd name="connsiteX10" fmla="*/ 367198 w 531311"/>
              <a:gd name="connsiteY10" fmla="*/ 299404 h 316258"/>
              <a:gd name="connsiteX11" fmla="*/ 227260 w 531311"/>
              <a:gd name="connsiteY11" fmla="*/ 309712 h 316258"/>
              <a:gd name="connsiteX0" fmla="*/ 228565 w 532616"/>
              <a:gd name="connsiteY0" fmla="*/ 309712 h 316258"/>
              <a:gd name="connsiteX1" fmla="*/ 60129 w 532616"/>
              <a:gd name="connsiteY1" fmla="*/ 235318 h 316258"/>
              <a:gd name="connsiteX2" fmla="*/ 2718 w 532616"/>
              <a:gd name="connsiteY2" fmla="*/ 143305 h 316258"/>
              <a:gd name="connsiteX3" fmla="*/ 35947 w 532616"/>
              <a:gd name="connsiteY3" fmla="*/ 31771 h 316258"/>
              <a:gd name="connsiteX4" fmla="*/ 136971 w 532616"/>
              <a:gd name="connsiteY4" fmla="*/ 343 h 316258"/>
              <a:gd name="connsiteX5" fmla="*/ 252506 w 532616"/>
              <a:gd name="connsiteY5" fmla="*/ 41789 h 316258"/>
              <a:gd name="connsiteX6" fmla="*/ 381108 w 532616"/>
              <a:gd name="connsiteY6" fmla="*/ 120214 h 316258"/>
              <a:gd name="connsiteX7" fmla="*/ 532560 w 532616"/>
              <a:gd name="connsiteY7" fmla="*/ 216255 h 316258"/>
              <a:gd name="connsiteX8" fmla="*/ 365024 w 532616"/>
              <a:gd name="connsiteY8" fmla="*/ 195240 h 316258"/>
              <a:gd name="connsiteX9" fmla="*/ 323311 w 532616"/>
              <a:gd name="connsiteY9" fmla="*/ 247610 h 316258"/>
              <a:gd name="connsiteX10" fmla="*/ 368503 w 532616"/>
              <a:gd name="connsiteY10" fmla="*/ 299404 h 316258"/>
              <a:gd name="connsiteX11" fmla="*/ 228565 w 532616"/>
              <a:gd name="connsiteY11" fmla="*/ 309712 h 316258"/>
              <a:gd name="connsiteX0" fmla="*/ 228788 w 532839"/>
              <a:gd name="connsiteY0" fmla="*/ 309712 h 314928"/>
              <a:gd name="connsiteX1" fmla="*/ 82749 w 532839"/>
              <a:gd name="connsiteY1" fmla="*/ 253875 h 314928"/>
              <a:gd name="connsiteX2" fmla="*/ 2941 w 532839"/>
              <a:gd name="connsiteY2" fmla="*/ 143305 h 314928"/>
              <a:gd name="connsiteX3" fmla="*/ 36170 w 532839"/>
              <a:gd name="connsiteY3" fmla="*/ 31771 h 314928"/>
              <a:gd name="connsiteX4" fmla="*/ 137194 w 532839"/>
              <a:gd name="connsiteY4" fmla="*/ 343 h 314928"/>
              <a:gd name="connsiteX5" fmla="*/ 252729 w 532839"/>
              <a:gd name="connsiteY5" fmla="*/ 41789 h 314928"/>
              <a:gd name="connsiteX6" fmla="*/ 381331 w 532839"/>
              <a:gd name="connsiteY6" fmla="*/ 120214 h 314928"/>
              <a:gd name="connsiteX7" fmla="*/ 532783 w 532839"/>
              <a:gd name="connsiteY7" fmla="*/ 216255 h 314928"/>
              <a:gd name="connsiteX8" fmla="*/ 365247 w 532839"/>
              <a:gd name="connsiteY8" fmla="*/ 195240 h 314928"/>
              <a:gd name="connsiteX9" fmla="*/ 323534 w 532839"/>
              <a:gd name="connsiteY9" fmla="*/ 247610 h 314928"/>
              <a:gd name="connsiteX10" fmla="*/ 368726 w 532839"/>
              <a:gd name="connsiteY10" fmla="*/ 299404 h 314928"/>
              <a:gd name="connsiteX11" fmla="*/ 228788 w 532839"/>
              <a:gd name="connsiteY11" fmla="*/ 309712 h 314928"/>
              <a:gd name="connsiteX0" fmla="*/ 228788 w 532839"/>
              <a:gd name="connsiteY0" fmla="*/ 309712 h 316028"/>
              <a:gd name="connsiteX1" fmla="*/ 82749 w 532839"/>
              <a:gd name="connsiteY1" fmla="*/ 253875 h 316028"/>
              <a:gd name="connsiteX2" fmla="*/ 2941 w 532839"/>
              <a:gd name="connsiteY2" fmla="*/ 143305 h 316028"/>
              <a:gd name="connsiteX3" fmla="*/ 36170 w 532839"/>
              <a:gd name="connsiteY3" fmla="*/ 31771 h 316028"/>
              <a:gd name="connsiteX4" fmla="*/ 137194 w 532839"/>
              <a:gd name="connsiteY4" fmla="*/ 343 h 316028"/>
              <a:gd name="connsiteX5" fmla="*/ 252729 w 532839"/>
              <a:gd name="connsiteY5" fmla="*/ 41789 h 316028"/>
              <a:gd name="connsiteX6" fmla="*/ 381331 w 532839"/>
              <a:gd name="connsiteY6" fmla="*/ 120214 h 316028"/>
              <a:gd name="connsiteX7" fmla="*/ 532783 w 532839"/>
              <a:gd name="connsiteY7" fmla="*/ 216255 h 316028"/>
              <a:gd name="connsiteX8" fmla="*/ 365247 w 532839"/>
              <a:gd name="connsiteY8" fmla="*/ 195240 h 316028"/>
              <a:gd name="connsiteX9" fmla="*/ 323534 w 532839"/>
              <a:gd name="connsiteY9" fmla="*/ 247610 h 316028"/>
              <a:gd name="connsiteX10" fmla="*/ 368726 w 532839"/>
              <a:gd name="connsiteY10" fmla="*/ 299404 h 316028"/>
              <a:gd name="connsiteX11" fmla="*/ 228788 w 532839"/>
              <a:gd name="connsiteY11" fmla="*/ 309712 h 316028"/>
              <a:gd name="connsiteX0" fmla="*/ 228788 w 533334"/>
              <a:gd name="connsiteY0" fmla="*/ 309712 h 316028"/>
              <a:gd name="connsiteX1" fmla="*/ 82749 w 533334"/>
              <a:gd name="connsiteY1" fmla="*/ 253875 h 316028"/>
              <a:gd name="connsiteX2" fmla="*/ 2941 w 533334"/>
              <a:gd name="connsiteY2" fmla="*/ 143305 h 316028"/>
              <a:gd name="connsiteX3" fmla="*/ 36170 w 533334"/>
              <a:gd name="connsiteY3" fmla="*/ 31771 h 316028"/>
              <a:gd name="connsiteX4" fmla="*/ 137194 w 533334"/>
              <a:gd name="connsiteY4" fmla="*/ 343 h 316028"/>
              <a:gd name="connsiteX5" fmla="*/ 252729 w 533334"/>
              <a:gd name="connsiteY5" fmla="*/ 41789 h 316028"/>
              <a:gd name="connsiteX6" fmla="*/ 410127 w 533334"/>
              <a:gd name="connsiteY6" fmla="*/ 131732 h 316028"/>
              <a:gd name="connsiteX7" fmla="*/ 532783 w 533334"/>
              <a:gd name="connsiteY7" fmla="*/ 216255 h 316028"/>
              <a:gd name="connsiteX8" fmla="*/ 365247 w 533334"/>
              <a:gd name="connsiteY8" fmla="*/ 195240 h 316028"/>
              <a:gd name="connsiteX9" fmla="*/ 323534 w 533334"/>
              <a:gd name="connsiteY9" fmla="*/ 247610 h 316028"/>
              <a:gd name="connsiteX10" fmla="*/ 368726 w 533334"/>
              <a:gd name="connsiteY10" fmla="*/ 299404 h 316028"/>
              <a:gd name="connsiteX11" fmla="*/ 228788 w 533334"/>
              <a:gd name="connsiteY11" fmla="*/ 309712 h 316028"/>
              <a:gd name="connsiteX0" fmla="*/ 228788 w 533181"/>
              <a:gd name="connsiteY0" fmla="*/ 309712 h 316028"/>
              <a:gd name="connsiteX1" fmla="*/ 82749 w 533181"/>
              <a:gd name="connsiteY1" fmla="*/ 253875 h 316028"/>
              <a:gd name="connsiteX2" fmla="*/ 2941 w 533181"/>
              <a:gd name="connsiteY2" fmla="*/ 143305 h 316028"/>
              <a:gd name="connsiteX3" fmla="*/ 36170 w 533181"/>
              <a:gd name="connsiteY3" fmla="*/ 31771 h 316028"/>
              <a:gd name="connsiteX4" fmla="*/ 137194 w 533181"/>
              <a:gd name="connsiteY4" fmla="*/ 343 h 316028"/>
              <a:gd name="connsiteX5" fmla="*/ 252729 w 533181"/>
              <a:gd name="connsiteY5" fmla="*/ 41789 h 316028"/>
              <a:gd name="connsiteX6" fmla="*/ 404368 w 533181"/>
              <a:gd name="connsiteY6" fmla="*/ 131732 h 316028"/>
              <a:gd name="connsiteX7" fmla="*/ 532783 w 533181"/>
              <a:gd name="connsiteY7" fmla="*/ 216255 h 316028"/>
              <a:gd name="connsiteX8" fmla="*/ 365247 w 533181"/>
              <a:gd name="connsiteY8" fmla="*/ 195240 h 316028"/>
              <a:gd name="connsiteX9" fmla="*/ 323534 w 533181"/>
              <a:gd name="connsiteY9" fmla="*/ 247610 h 316028"/>
              <a:gd name="connsiteX10" fmla="*/ 368726 w 533181"/>
              <a:gd name="connsiteY10" fmla="*/ 299404 h 316028"/>
              <a:gd name="connsiteX11" fmla="*/ 228788 w 533181"/>
              <a:gd name="connsiteY11" fmla="*/ 309712 h 316028"/>
              <a:gd name="connsiteX0" fmla="*/ 228788 w 533166"/>
              <a:gd name="connsiteY0" fmla="*/ 309712 h 316028"/>
              <a:gd name="connsiteX1" fmla="*/ 82749 w 533166"/>
              <a:gd name="connsiteY1" fmla="*/ 253875 h 316028"/>
              <a:gd name="connsiteX2" fmla="*/ 2941 w 533166"/>
              <a:gd name="connsiteY2" fmla="*/ 143305 h 316028"/>
              <a:gd name="connsiteX3" fmla="*/ 36170 w 533166"/>
              <a:gd name="connsiteY3" fmla="*/ 31771 h 316028"/>
              <a:gd name="connsiteX4" fmla="*/ 137194 w 533166"/>
              <a:gd name="connsiteY4" fmla="*/ 343 h 316028"/>
              <a:gd name="connsiteX5" fmla="*/ 252729 w 533166"/>
              <a:gd name="connsiteY5" fmla="*/ 41789 h 316028"/>
              <a:gd name="connsiteX6" fmla="*/ 404368 w 533166"/>
              <a:gd name="connsiteY6" fmla="*/ 131732 h 316028"/>
              <a:gd name="connsiteX7" fmla="*/ 532783 w 533166"/>
              <a:gd name="connsiteY7" fmla="*/ 216255 h 316028"/>
              <a:gd name="connsiteX8" fmla="*/ 365247 w 533166"/>
              <a:gd name="connsiteY8" fmla="*/ 195240 h 316028"/>
              <a:gd name="connsiteX9" fmla="*/ 323534 w 533166"/>
              <a:gd name="connsiteY9" fmla="*/ 247610 h 316028"/>
              <a:gd name="connsiteX10" fmla="*/ 368726 w 533166"/>
              <a:gd name="connsiteY10" fmla="*/ 299404 h 316028"/>
              <a:gd name="connsiteX11" fmla="*/ 228788 w 533166"/>
              <a:gd name="connsiteY11" fmla="*/ 309712 h 316028"/>
              <a:gd name="connsiteX0" fmla="*/ 228788 w 533149"/>
              <a:gd name="connsiteY0" fmla="*/ 309712 h 316028"/>
              <a:gd name="connsiteX1" fmla="*/ 82749 w 533149"/>
              <a:gd name="connsiteY1" fmla="*/ 253875 h 316028"/>
              <a:gd name="connsiteX2" fmla="*/ 2941 w 533149"/>
              <a:gd name="connsiteY2" fmla="*/ 143305 h 316028"/>
              <a:gd name="connsiteX3" fmla="*/ 36170 w 533149"/>
              <a:gd name="connsiteY3" fmla="*/ 31771 h 316028"/>
              <a:gd name="connsiteX4" fmla="*/ 137194 w 533149"/>
              <a:gd name="connsiteY4" fmla="*/ 343 h 316028"/>
              <a:gd name="connsiteX5" fmla="*/ 252729 w 533149"/>
              <a:gd name="connsiteY5" fmla="*/ 41789 h 316028"/>
              <a:gd name="connsiteX6" fmla="*/ 404368 w 533149"/>
              <a:gd name="connsiteY6" fmla="*/ 131732 h 316028"/>
              <a:gd name="connsiteX7" fmla="*/ 532783 w 533149"/>
              <a:gd name="connsiteY7" fmla="*/ 216255 h 316028"/>
              <a:gd name="connsiteX8" fmla="*/ 365247 w 533149"/>
              <a:gd name="connsiteY8" fmla="*/ 195240 h 316028"/>
              <a:gd name="connsiteX9" fmla="*/ 323534 w 533149"/>
              <a:gd name="connsiteY9" fmla="*/ 247610 h 316028"/>
              <a:gd name="connsiteX10" fmla="*/ 368726 w 533149"/>
              <a:gd name="connsiteY10" fmla="*/ 299404 h 316028"/>
              <a:gd name="connsiteX11" fmla="*/ 228788 w 533149"/>
              <a:gd name="connsiteY11" fmla="*/ 309712 h 316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3149" h="316028">
                <a:moveTo>
                  <a:pt x="228788" y="309712"/>
                </a:moveTo>
                <a:cubicBezTo>
                  <a:pt x="171526" y="299564"/>
                  <a:pt x="120390" y="281609"/>
                  <a:pt x="82749" y="253875"/>
                </a:cubicBezTo>
                <a:cubicBezTo>
                  <a:pt x="45108" y="226141"/>
                  <a:pt x="10704" y="180322"/>
                  <a:pt x="2941" y="143305"/>
                </a:cubicBezTo>
                <a:cubicBezTo>
                  <a:pt x="-4822" y="106288"/>
                  <a:pt x="1637" y="61357"/>
                  <a:pt x="36170" y="31771"/>
                </a:cubicBezTo>
                <a:cubicBezTo>
                  <a:pt x="70703" y="2185"/>
                  <a:pt x="101101" y="-1327"/>
                  <a:pt x="137194" y="343"/>
                </a:cubicBezTo>
                <a:cubicBezTo>
                  <a:pt x="173287" y="2013"/>
                  <a:pt x="208200" y="19891"/>
                  <a:pt x="252729" y="41789"/>
                </a:cubicBezTo>
                <a:cubicBezTo>
                  <a:pt x="297258" y="63687"/>
                  <a:pt x="351293" y="96895"/>
                  <a:pt x="404368" y="131732"/>
                </a:cubicBezTo>
                <a:cubicBezTo>
                  <a:pt x="457443" y="166569"/>
                  <a:pt x="539303" y="205670"/>
                  <a:pt x="532783" y="216255"/>
                </a:cubicBezTo>
                <a:cubicBezTo>
                  <a:pt x="526263" y="226840"/>
                  <a:pt x="400122" y="190014"/>
                  <a:pt x="365247" y="195240"/>
                </a:cubicBezTo>
                <a:cubicBezTo>
                  <a:pt x="330372" y="200466"/>
                  <a:pt x="315275" y="222570"/>
                  <a:pt x="323534" y="247610"/>
                </a:cubicBezTo>
                <a:cubicBezTo>
                  <a:pt x="331793" y="272650"/>
                  <a:pt x="349323" y="280095"/>
                  <a:pt x="368726" y="299404"/>
                </a:cubicBezTo>
                <a:cubicBezTo>
                  <a:pt x="388129" y="318713"/>
                  <a:pt x="286050" y="319860"/>
                  <a:pt x="228788" y="309712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70D9F69A-92B7-4913-9945-0854DDA5CD5E}"/>
              </a:ext>
            </a:extLst>
          </p:cNvPr>
          <p:cNvSpPr/>
          <p:nvPr/>
        </p:nvSpPr>
        <p:spPr>
          <a:xfrm flipH="1">
            <a:off x="3640139" y="3510646"/>
            <a:ext cx="460067" cy="407068"/>
          </a:xfrm>
          <a:custGeom>
            <a:avLst/>
            <a:gdLst>
              <a:gd name="connsiteX0" fmla="*/ 178268 w 392056"/>
              <a:gd name="connsiteY0" fmla="*/ 399226 h 401177"/>
              <a:gd name="connsiteX1" fmla="*/ 141404 w 392056"/>
              <a:gd name="connsiteY1" fmla="*/ 281494 h 401177"/>
              <a:gd name="connsiteX2" fmla="*/ 140408 w 392056"/>
              <a:gd name="connsiteY2" fmla="*/ 233671 h 401177"/>
              <a:gd name="connsiteX3" fmla="*/ 82566 w 392056"/>
              <a:gd name="connsiteY3" fmla="*/ 237933 h 401177"/>
              <a:gd name="connsiteX4" fmla="*/ 5241 w 392056"/>
              <a:gd name="connsiteY4" fmla="*/ 163209 h 401177"/>
              <a:gd name="connsiteX5" fmla="*/ 137419 w 392056"/>
              <a:gd name="connsiteY5" fmla="*/ 54555 h 401177"/>
              <a:gd name="connsiteX6" fmla="*/ 176885 w 392056"/>
              <a:gd name="connsiteY6" fmla="*/ 40329 h 401177"/>
              <a:gd name="connsiteX7" fmla="*/ 220058 w 392056"/>
              <a:gd name="connsiteY7" fmla="*/ 26658 h 401177"/>
              <a:gd name="connsiteX8" fmla="*/ 257420 w 392056"/>
              <a:gd name="connsiteY8" fmla="*/ 15200 h 401177"/>
              <a:gd name="connsiteX9" fmla="*/ 366351 w 392056"/>
              <a:gd name="connsiteY9" fmla="*/ 9111 h 401177"/>
              <a:gd name="connsiteX10" fmla="*/ 372385 w 392056"/>
              <a:gd name="connsiteY10" fmla="*/ 107027 h 401177"/>
              <a:gd name="connsiteX11" fmla="*/ 356056 w 392056"/>
              <a:gd name="connsiteY11" fmla="*/ 147932 h 401177"/>
              <a:gd name="connsiteX12" fmla="*/ 340890 w 392056"/>
              <a:gd name="connsiteY12" fmla="*/ 186013 h 401177"/>
              <a:gd name="connsiteX13" fmla="*/ 325059 w 392056"/>
              <a:gd name="connsiteY13" fmla="*/ 221992 h 401177"/>
              <a:gd name="connsiteX14" fmla="*/ 178268 w 392056"/>
              <a:gd name="connsiteY14" fmla="*/ 399226 h 401177"/>
              <a:gd name="connsiteX0" fmla="*/ 178268 w 392056"/>
              <a:gd name="connsiteY0" fmla="*/ 395862 h 397813"/>
              <a:gd name="connsiteX1" fmla="*/ 141404 w 392056"/>
              <a:gd name="connsiteY1" fmla="*/ 278130 h 397813"/>
              <a:gd name="connsiteX2" fmla="*/ 140408 w 392056"/>
              <a:gd name="connsiteY2" fmla="*/ 230307 h 397813"/>
              <a:gd name="connsiteX3" fmla="*/ 82566 w 392056"/>
              <a:gd name="connsiteY3" fmla="*/ 234569 h 397813"/>
              <a:gd name="connsiteX4" fmla="*/ 5241 w 392056"/>
              <a:gd name="connsiteY4" fmla="*/ 159845 h 397813"/>
              <a:gd name="connsiteX5" fmla="*/ 137419 w 392056"/>
              <a:gd name="connsiteY5" fmla="*/ 51191 h 397813"/>
              <a:gd name="connsiteX6" fmla="*/ 176885 w 392056"/>
              <a:gd name="connsiteY6" fmla="*/ 36965 h 397813"/>
              <a:gd name="connsiteX7" fmla="*/ 257420 w 392056"/>
              <a:gd name="connsiteY7" fmla="*/ 11836 h 397813"/>
              <a:gd name="connsiteX8" fmla="*/ 366351 w 392056"/>
              <a:gd name="connsiteY8" fmla="*/ 5747 h 397813"/>
              <a:gd name="connsiteX9" fmla="*/ 372385 w 392056"/>
              <a:gd name="connsiteY9" fmla="*/ 103663 h 397813"/>
              <a:gd name="connsiteX10" fmla="*/ 356056 w 392056"/>
              <a:gd name="connsiteY10" fmla="*/ 144568 h 397813"/>
              <a:gd name="connsiteX11" fmla="*/ 340890 w 392056"/>
              <a:gd name="connsiteY11" fmla="*/ 182649 h 397813"/>
              <a:gd name="connsiteX12" fmla="*/ 325059 w 392056"/>
              <a:gd name="connsiteY12" fmla="*/ 218628 h 397813"/>
              <a:gd name="connsiteX13" fmla="*/ 178268 w 392056"/>
              <a:gd name="connsiteY13" fmla="*/ 395862 h 397813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6346 h 398297"/>
              <a:gd name="connsiteX1" fmla="*/ 141404 w 392056"/>
              <a:gd name="connsiteY1" fmla="*/ 278614 h 398297"/>
              <a:gd name="connsiteX2" fmla="*/ 140408 w 392056"/>
              <a:gd name="connsiteY2" fmla="*/ 230791 h 398297"/>
              <a:gd name="connsiteX3" fmla="*/ 82566 w 392056"/>
              <a:gd name="connsiteY3" fmla="*/ 235053 h 398297"/>
              <a:gd name="connsiteX4" fmla="*/ 5241 w 392056"/>
              <a:gd name="connsiteY4" fmla="*/ 160329 h 398297"/>
              <a:gd name="connsiteX5" fmla="*/ 137419 w 392056"/>
              <a:gd name="connsiteY5" fmla="*/ 51675 h 398297"/>
              <a:gd name="connsiteX6" fmla="*/ 257420 w 392056"/>
              <a:gd name="connsiteY6" fmla="*/ 12320 h 398297"/>
              <a:gd name="connsiteX7" fmla="*/ 366351 w 392056"/>
              <a:gd name="connsiteY7" fmla="*/ 6231 h 398297"/>
              <a:gd name="connsiteX8" fmla="*/ 372385 w 392056"/>
              <a:gd name="connsiteY8" fmla="*/ 104147 h 398297"/>
              <a:gd name="connsiteX9" fmla="*/ 356056 w 392056"/>
              <a:gd name="connsiteY9" fmla="*/ 145052 h 398297"/>
              <a:gd name="connsiteX10" fmla="*/ 340890 w 392056"/>
              <a:gd name="connsiteY10" fmla="*/ 183133 h 398297"/>
              <a:gd name="connsiteX11" fmla="*/ 325059 w 392056"/>
              <a:gd name="connsiteY11" fmla="*/ 219112 h 398297"/>
              <a:gd name="connsiteX12" fmla="*/ 178268 w 392056"/>
              <a:gd name="connsiteY12" fmla="*/ 396346 h 398297"/>
              <a:gd name="connsiteX0" fmla="*/ 178268 w 392056"/>
              <a:gd name="connsiteY0" fmla="*/ 392746 h 394697"/>
              <a:gd name="connsiteX1" fmla="*/ 141404 w 392056"/>
              <a:gd name="connsiteY1" fmla="*/ 275014 h 394697"/>
              <a:gd name="connsiteX2" fmla="*/ 140408 w 392056"/>
              <a:gd name="connsiteY2" fmla="*/ 227191 h 394697"/>
              <a:gd name="connsiteX3" fmla="*/ 82566 w 392056"/>
              <a:gd name="connsiteY3" fmla="*/ 231453 h 394697"/>
              <a:gd name="connsiteX4" fmla="*/ 5241 w 392056"/>
              <a:gd name="connsiteY4" fmla="*/ 156729 h 394697"/>
              <a:gd name="connsiteX5" fmla="*/ 137419 w 392056"/>
              <a:gd name="connsiteY5" fmla="*/ 48075 h 394697"/>
              <a:gd name="connsiteX6" fmla="*/ 257420 w 392056"/>
              <a:gd name="connsiteY6" fmla="*/ 8720 h 394697"/>
              <a:gd name="connsiteX7" fmla="*/ 366351 w 392056"/>
              <a:gd name="connsiteY7" fmla="*/ 2631 h 394697"/>
              <a:gd name="connsiteX8" fmla="*/ 372385 w 392056"/>
              <a:gd name="connsiteY8" fmla="*/ 100547 h 394697"/>
              <a:gd name="connsiteX9" fmla="*/ 356056 w 392056"/>
              <a:gd name="connsiteY9" fmla="*/ 141452 h 394697"/>
              <a:gd name="connsiteX10" fmla="*/ 340890 w 392056"/>
              <a:gd name="connsiteY10" fmla="*/ 179533 h 394697"/>
              <a:gd name="connsiteX11" fmla="*/ 325059 w 392056"/>
              <a:gd name="connsiteY11" fmla="*/ 215512 h 394697"/>
              <a:gd name="connsiteX12" fmla="*/ 178268 w 392056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2746 h 394697"/>
              <a:gd name="connsiteX1" fmla="*/ 141404 w 388955"/>
              <a:gd name="connsiteY1" fmla="*/ 275014 h 394697"/>
              <a:gd name="connsiteX2" fmla="*/ 140408 w 388955"/>
              <a:gd name="connsiteY2" fmla="*/ 227191 h 394697"/>
              <a:gd name="connsiteX3" fmla="*/ 82566 w 388955"/>
              <a:gd name="connsiteY3" fmla="*/ 231453 h 394697"/>
              <a:gd name="connsiteX4" fmla="*/ 5241 w 388955"/>
              <a:gd name="connsiteY4" fmla="*/ 156729 h 394697"/>
              <a:gd name="connsiteX5" fmla="*/ 137419 w 388955"/>
              <a:gd name="connsiteY5" fmla="*/ 48075 h 394697"/>
              <a:gd name="connsiteX6" fmla="*/ 257420 w 388955"/>
              <a:gd name="connsiteY6" fmla="*/ 8720 h 394697"/>
              <a:gd name="connsiteX7" fmla="*/ 366351 w 388955"/>
              <a:gd name="connsiteY7" fmla="*/ 2631 h 394697"/>
              <a:gd name="connsiteX8" fmla="*/ 372385 w 388955"/>
              <a:gd name="connsiteY8" fmla="*/ 100547 h 394697"/>
              <a:gd name="connsiteX9" fmla="*/ 356056 w 388955"/>
              <a:gd name="connsiteY9" fmla="*/ 141452 h 394697"/>
              <a:gd name="connsiteX10" fmla="*/ 340890 w 388955"/>
              <a:gd name="connsiteY10" fmla="*/ 179533 h 394697"/>
              <a:gd name="connsiteX11" fmla="*/ 325059 w 388955"/>
              <a:gd name="connsiteY11" fmla="*/ 215512 h 394697"/>
              <a:gd name="connsiteX12" fmla="*/ 178268 w 388955"/>
              <a:gd name="connsiteY12" fmla="*/ 392746 h 394697"/>
              <a:gd name="connsiteX0" fmla="*/ 178268 w 388955"/>
              <a:gd name="connsiteY0" fmla="*/ 393506 h 395457"/>
              <a:gd name="connsiteX1" fmla="*/ 141404 w 388955"/>
              <a:gd name="connsiteY1" fmla="*/ 275774 h 395457"/>
              <a:gd name="connsiteX2" fmla="*/ 140408 w 388955"/>
              <a:gd name="connsiteY2" fmla="*/ 227951 h 395457"/>
              <a:gd name="connsiteX3" fmla="*/ 82566 w 388955"/>
              <a:gd name="connsiteY3" fmla="*/ 232213 h 395457"/>
              <a:gd name="connsiteX4" fmla="*/ 5241 w 388955"/>
              <a:gd name="connsiteY4" fmla="*/ 157489 h 395457"/>
              <a:gd name="connsiteX5" fmla="*/ 137419 w 388955"/>
              <a:gd name="connsiteY5" fmla="*/ 48835 h 395457"/>
              <a:gd name="connsiteX6" fmla="*/ 256140 w 388955"/>
              <a:gd name="connsiteY6" fmla="*/ 6920 h 395457"/>
              <a:gd name="connsiteX7" fmla="*/ 366351 w 388955"/>
              <a:gd name="connsiteY7" fmla="*/ 3391 h 395457"/>
              <a:gd name="connsiteX8" fmla="*/ 372385 w 388955"/>
              <a:gd name="connsiteY8" fmla="*/ 101307 h 395457"/>
              <a:gd name="connsiteX9" fmla="*/ 356056 w 388955"/>
              <a:gd name="connsiteY9" fmla="*/ 142212 h 395457"/>
              <a:gd name="connsiteX10" fmla="*/ 340890 w 388955"/>
              <a:gd name="connsiteY10" fmla="*/ 180293 h 395457"/>
              <a:gd name="connsiteX11" fmla="*/ 325059 w 388955"/>
              <a:gd name="connsiteY11" fmla="*/ 216272 h 395457"/>
              <a:gd name="connsiteX12" fmla="*/ 178268 w 388955"/>
              <a:gd name="connsiteY12" fmla="*/ 393506 h 395457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8268 w 388955"/>
              <a:gd name="connsiteY0" fmla="*/ 392651 h 394602"/>
              <a:gd name="connsiteX1" fmla="*/ 141404 w 388955"/>
              <a:gd name="connsiteY1" fmla="*/ 274919 h 394602"/>
              <a:gd name="connsiteX2" fmla="*/ 140408 w 388955"/>
              <a:gd name="connsiteY2" fmla="*/ 227096 h 394602"/>
              <a:gd name="connsiteX3" fmla="*/ 82566 w 388955"/>
              <a:gd name="connsiteY3" fmla="*/ 231358 h 394602"/>
              <a:gd name="connsiteX4" fmla="*/ 5241 w 388955"/>
              <a:gd name="connsiteY4" fmla="*/ 156634 h 394602"/>
              <a:gd name="connsiteX5" fmla="*/ 137419 w 388955"/>
              <a:gd name="connsiteY5" fmla="*/ 47980 h 394602"/>
              <a:gd name="connsiteX6" fmla="*/ 256140 w 388955"/>
              <a:gd name="connsiteY6" fmla="*/ 6065 h 394602"/>
              <a:gd name="connsiteX7" fmla="*/ 366351 w 388955"/>
              <a:gd name="connsiteY7" fmla="*/ 2536 h 394602"/>
              <a:gd name="connsiteX8" fmla="*/ 372385 w 388955"/>
              <a:gd name="connsiteY8" fmla="*/ 100452 h 394602"/>
              <a:gd name="connsiteX9" fmla="*/ 356056 w 388955"/>
              <a:gd name="connsiteY9" fmla="*/ 141357 h 394602"/>
              <a:gd name="connsiteX10" fmla="*/ 340890 w 388955"/>
              <a:gd name="connsiteY10" fmla="*/ 179438 h 394602"/>
              <a:gd name="connsiteX11" fmla="*/ 325059 w 388955"/>
              <a:gd name="connsiteY11" fmla="*/ 215417 h 394602"/>
              <a:gd name="connsiteX12" fmla="*/ 178268 w 388955"/>
              <a:gd name="connsiteY12" fmla="*/ 392651 h 394602"/>
              <a:gd name="connsiteX0" fmla="*/ 173599 w 384286"/>
              <a:gd name="connsiteY0" fmla="*/ 393942 h 395893"/>
              <a:gd name="connsiteX1" fmla="*/ 136735 w 384286"/>
              <a:gd name="connsiteY1" fmla="*/ 276210 h 395893"/>
              <a:gd name="connsiteX2" fmla="*/ 135739 w 384286"/>
              <a:gd name="connsiteY2" fmla="*/ 228387 h 395893"/>
              <a:gd name="connsiteX3" fmla="*/ 77897 w 384286"/>
              <a:gd name="connsiteY3" fmla="*/ 232649 h 395893"/>
              <a:gd name="connsiteX4" fmla="*/ 572 w 384286"/>
              <a:gd name="connsiteY4" fmla="*/ 157925 h 395893"/>
              <a:gd name="connsiteX5" fmla="*/ 103315 w 384286"/>
              <a:gd name="connsiteY5" fmla="*/ 57803 h 395893"/>
              <a:gd name="connsiteX6" fmla="*/ 251471 w 384286"/>
              <a:gd name="connsiteY6" fmla="*/ 7356 h 395893"/>
              <a:gd name="connsiteX7" fmla="*/ 361682 w 384286"/>
              <a:gd name="connsiteY7" fmla="*/ 3827 h 395893"/>
              <a:gd name="connsiteX8" fmla="*/ 367716 w 384286"/>
              <a:gd name="connsiteY8" fmla="*/ 101743 h 395893"/>
              <a:gd name="connsiteX9" fmla="*/ 351387 w 384286"/>
              <a:gd name="connsiteY9" fmla="*/ 142648 h 395893"/>
              <a:gd name="connsiteX10" fmla="*/ 336221 w 384286"/>
              <a:gd name="connsiteY10" fmla="*/ 180729 h 395893"/>
              <a:gd name="connsiteX11" fmla="*/ 320390 w 384286"/>
              <a:gd name="connsiteY11" fmla="*/ 216708 h 395893"/>
              <a:gd name="connsiteX12" fmla="*/ 173599 w 384286"/>
              <a:gd name="connsiteY12" fmla="*/ 393942 h 395893"/>
              <a:gd name="connsiteX0" fmla="*/ 173222 w 383909"/>
              <a:gd name="connsiteY0" fmla="*/ 393875 h 395826"/>
              <a:gd name="connsiteX1" fmla="*/ 136358 w 383909"/>
              <a:gd name="connsiteY1" fmla="*/ 276143 h 395826"/>
              <a:gd name="connsiteX2" fmla="*/ 135362 w 383909"/>
              <a:gd name="connsiteY2" fmla="*/ 228320 h 395826"/>
              <a:gd name="connsiteX3" fmla="*/ 77520 w 383909"/>
              <a:gd name="connsiteY3" fmla="*/ 232582 h 395826"/>
              <a:gd name="connsiteX4" fmla="*/ 195 w 383909"/>
              <a:gd name="connsiteY4" fmla="*/ 157858 h 395826"/>
              <a:gd name="connsiteX5" fmla="*/ 90993 w 383909"/>
              <a:gd name="connsiteY5" fmla="*/ 56456 h 395826"/>
              <a:gd name="connsiteX6" fmla="*/ 251094 w 383909"/>
              <a:gd name="connsiteY6" fmla="*/ 7289 h 395826"/>
              <a:gd name="connsiteX7" fmla="*/ 361305 w 383909"/>
              <a:gd name="connsiteY7" fmla="*/ 3760 h 395826"/>
              <a:gd name="connsiteX8" fmla="*/ 367339 w 383909"/>
              <a:gd name="connsiteY8" fmla="*/ 101676 h 395826"/>
              <a:gd name="connsiteX9" fmla="*/ 351010 w 383909"/>
              <a:gd name="connsiteY9" fmla="*/ 142581 h 395826"/>
              <a:gd name="connsiteX10" fmla="*/ 335844 w 383909"/>
              <a:gd name="connsiteY10" fmla="*/ 180662 h 395826"/>
              <a:gd name="connsiteX11" fmla="*/ 320013 w 383909"/>
              <a:gd name="connsiteY11" fmla="*/ 216641 h 395826"/>
              <a:gd name="connsiteX12" fmla="*/ 173222 w 383909"/>
              <a:gd name="connsiteY12" fmla="*/ 393875 h 395826"/>
              <a:gd name="connsiteX0" fmla="*/ 173669 w 384356"/>
              <a:gd name="connsiteY0" fmla="*/ 393988 h 395939"/>
              <a:gd name="connsiteX1" fmla="*/ 136805 w 384356"/>
              <a:gd name="connsiteY1" fmla="*/ 276256 h 395939"/>
              <a:gd name="connsiteX2" fmla="*/ 135809 w 384356"/>
              <a:gd name="connsiteY2" fmla="*/ 228433 h 395939"/>
              <a:gd name="connsiteX3" fmla="*/ 77967 w 384356"/>
              <a:gd name="connsiteY3" fmla="*/ 232695 h 395939"/>
              <a:gd name="connsiteX4" fmla="*/ 642 w 384356"/>
              <a:gd name="connsiteY4" fmla="*/ 157971 h 395939"/>
              <a:gd name="connsiteX5" fmla="*/ 53473 w 384356"/>
              <a:gd name="connsiteY5" fmla="*/ 58702 h 395939"/>
              <a:gd name="connsiteX6" fmla="*/ 251541 w 384356"/>
              <a:gd name="connsiteY6" fmla="*/ 7402 h 395939"/>
              <a:gd name="connsiteX7" fmla="*/ 361752 w 384356"/>
              <a:gd name="connsiteY7" fmla="*/ 3873 h 395939"/>
              <a:gd name="connsiteX8" fmla="*/ 367786 w 384356"/>
              <a:gd name="connsiteY8" fmla="*/ 101789 h 395939"/>
              <a:gd name="connsiteX9" fmla="*/ 351457 w 384356"/>
              <a:gd name="connsiteY9" fmla="*/ 142694 h 395939"/>
              <a:gd name="connsiteX10" fmla="*/ 336291 w 384356"/>
              <a:gd name="connsiteY10" fmla="*/ 180775 h 395939"/>
              <a:gd name="connsiteX11" fmla="*/ 320460 w 384356"/>
              <a:gd name="connsiteY11" fmla="*/ 216754 h 395939"/>
              <a:gd name="connsiteX12" fmla="*/ 173669 w 384356"/>
              <a:gd name="connsiteY12" fmla="*/ 393988 h 395939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174632 w 385319"/>
              <a:gd name="connsiteY0" fmla="*/ 394199 h 396150"/>
              <a:gd name="connsiteX1" fmla="*/ 137768 w 385319"/>
              <a:gd name="connsiteY1" fmla="*/ 276467 h 396150"/>
              <a:gd name="connsiteX2" fmla="*/ 136772 w 385319"/>
              <a:gd name="connsiteY2" fmla="*/ 228644 h 396150"/>
              <a:gd name="connsiteX3" fmla="*/ 78930 w 385319"/>
              <a:gd name="connsiteY3" fmla="*/ 232906 h 396150"/>
              <a:gd name="connsiteX4" fmla="*/ 1605 w 385319"/>
              <a:gd name="connsiteY4" fmla="*/ 158182 h 396150"/>
              <a:gd name="connsiteX5" fmla="*/ 45478 w 385319"/>
              <a:gd name="connsiteY5" fmla="*/ 62752 h 396150"/>
              <a:gd name="connsiteX6" fmla="*/ 252504 w 385319"/>
              <a:gd name="connsiteY6" fmla="*/ 7613 h 396150"/>
              <a:gd name="connsiteX7" fmla="*/ 362715 w 385319"/>
              <a:gd name="connsiteY7" fmla="*/ 4084 h 396150"/>
              <a:gd name="connsiteX8" fmla="*/ 368749 w 385319"/>
              <a:gd name="connsiteY8" fmla="*/ 102000 h 396150"/>
              <a:gd name="connsiteX9" fmla="*/ 352420 w 385319"/>
              <a:gd name="connsiteY9" fmla="*/ 142905 h 396150"/>
              <a:gd name="connsiteX10" fmla="*/ 337254 w 385319"/>
              <a:gd name="connsiteY10" fmla="*/ 180986 h 396150"/>
              <a:gd name="connsiteX11" fmla="*/ 321423 w 385319"/>
              <a:gd name="connsiteY11" fmla="*/ 216965 h 396150"/>
              <a:gd name="connsiteX12" fmla="*/ 174632 w 385319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828 w 412515"/>
              <a:gd name="connsiteY0" fmla="*/ 394199 h 396150"/>
              <a:gd name="connsiteX1" fmla="*/ 164964 w 412515"/>
              <a:gd name="connsiteY1" fmla="*/ 276467 h 396150"/>
              <a:gd name="connsiteX2" fmla="*/ 163968 w 412515"/>
              <a:gd name="connsiteY2" fmla="*/ 228644 h 396150"/>
              <a:gd name="connsiteX3" fmla="*/ 106126 w 412515"/>
              <a:gd name="connsiteY3" fmla="*/ 232906 h 396150"/>
              <a:gd name="connsiteX4" fmla="*/ 645 w 412515"/>
              <a:gd name="connsiteY4" fmla="*/ 177379 h 396150"/>
              <a:gd name="connsiteX5" fmla="*/ 72674 w 412515"/>
              <a:gd name="connsiteY5" fmla="*/ 62752 h 396150"/>
              <a:gd name="connsiteX6" fmla="*/ 279700 w 412515"/>
              <a:gd name="connsiteY6" fmla="*/ 7613 h 396150"/>
              <a:gd name="connsiteX7" fmla="*/ 389911 w 412515"/>
              <a:gd name="connsiteY7" fmla="*/ 4084 h 396150"/>
              <a:gd name="connsiteX8" fmla="*/ 395945 w 412515"/>
              <a:gd name="connsiteY8" fmla="*/ 102000 h 396150"/>
              <a:gd name="connsiteX9" fmla="*/ 379616 w 412515"/>
              <a:gd name="connsiteY9" fmla="*/ 142905 h 396150"/>
              <a:gd name="connsiteX10" fmla="*/ 364450 w 412515"/>
              <a:gd name="connsiteY10" fmla="*/ 180986 h 396150"/>
              <a:gd name="connsiteX11" fmla="*/ 348619 w 412515"/>
              <a:gd name="connsiteY11" fmla="*/ 216965 h 396150"/>
              <a:gd name="connsiteX12" fmla="*/ 201828 w 412515"/>
              <a:gd name="connsiteY12" fmla="*/ 394199 h 396150"/>
              <a:gd name="connsiteX0" fmla="*/ 201192 w 411879"/>
              <a:gd name="connsiteY0" fmla="*/ 394199 h 396150"/>
              <a:gd name="connsiteX1" fmla="*/ 164328 w 411879"/>
              <a:gd name="connsiteY1" fmla="*/ 276467 h 396150"/>
              <a:gd name="connsiteX2" fmla="*/ 163332 w 411879"/>
              <a:gd name="connsiteY2" fmla="*/ 228644 h 396150"/>
              <a:gd name="connsiteX3" fmla="*/ 67949 w 411879"/>
              <a:gd name="connsiteY3" fmla="*/ 253809 h 396150"/>
              <a:gd name="connsiteX4" fmla="*/ 9 w 411879"/>
              <a:gd name="connsiteY4" fmla="*/ 177379 h 396150"/>
              <a:gd name="connsiteX5" fmla="*/ 72038 w 411879"/>
              <a:gd name="connsiteY5" fmla="*/ 62752 h 396150"/>
              <a:gd name="connsiteX6" fmla="*/ 279064 w 411879"/>
              <a:gd name="connsiteY6" fmla="*/ 7613 h 396150"/>
              <a:gd name="connsiteX7" fmla="*/ 389275 w 411879"/>
              <a:gd name="connsiteY7" fmla="*/ 4084 h 396150"/>
              <a:gd name="connsiteX8" fmla="*/ 395309 w 411879"/>
              <a:gd name="connsiteY8" fmla="*/ 102000 h 396150"/>
              <a:gd name="connsiteX9" fmla="*/ 378980 w 411879"/>
              <a:gd name="connsiteY9" fmla="*/ 142905 h 396150"/>
              <a:gd name="connsiteX10" fmla="*/ 363814 w 411879"/>
              <a:gd name="connsiteY10" fmla="*/ 180986 h 396150"/>
              <a:gd name="connsiteX11" fmla="*/ 347983 w 411879"/>
              <a:gd name="connsiteY11" fmla="*/ 216965 h 396150"/>
              <a:gd name="connsiteX12" fmla="*/ 201192 w 411879"/>
              <a:gd name="connsiteY12" fmla="*/ 394199 h 396150"/>
              <a:gd name="connsiteX0" fmla="*/ 201194 w 411881"/>
              <a:gd name="connsiteY0" fmla="*/ 394199 h 396150"/>
              <a:gd name="connsiteX1" fmla="*/ 164330 w 411881"/>
              <a:gd name="connsiteY1" fmla="*/ 276467 h 396150"/>
              <a:gd name="connsiteX2" fmla="*/ 163334 w 411881"/>
              <a:gd name="connsiteY2" fmla="*/ 228644 h 396150"/>
              <a:gd name="connsiteX3" fmla="*/ 67951 w 411881"/>
              <a:gd name="connsiteY3" fmla="*/ 253809 h 396150"/>
              <a:gd name="connsiteX4" fmla="*/ 11 w 411881"/>
              <a:gd name="connsiteY4" fmla="*/ 177379 h 396150"/>
              <a:gd name="connsiteX5" fmla="*/ 72040 w 411881"/>
              <a:gd name="connsiteY5" fmla="*/ 62752 h 396150"/>
              <a:gd name="connsiteX6" fmla="*/ 279066 w 411881"/>
              <a:gd name="connsiteY6" fmla="*/ 7613 h 396150"/>
              <a:gd name="connsiteX7" fmla="*/ 389277 w 411881"/>
              <a:gd name="connsiteY7" fmla="*/ 4084 h 396150"/>
              <a:gd name="connsiteX8" fmla="*/ 395311 w 411881"/>
              <a:gd name="connsiteY8" fmla="*/ 102000 h 396150"/>
              <a:gd name="connsiteX9" fmla="*/ 378982 w 411881"/>
              <a:gd name="connsiteY9" fmla="*/ 142905 h 396150"/>
              <a:gd name="connsiteX10" fmla="*/ 363816 w 411881"/>
              <a:gd name="connsiteY10" fmla="*/ 180986 h 396150"/>
              <a:gd name="connsiteX11" fmla="*/ 347985 w 411881"/>
              <a:gd name="connsiteY11" fmla="*/ 216965 h 396150"/>
              <a:gd name="connsiteX12" fmla="*/ 201194 w 411881"/>
              <a:gd name="connsiteY12" fmla="*/ 394199 h 396150"/>
              <a:gd name="connsiteX0" fmla="*/ 202035 w 412722"/>
              <a:gd name="connsiteY0" fmla="*/ 394199 h 396150"/>
              <a:gd name="connsiteX1" fmla="*/ 165171 w 412722"/>
              <a:gd name="connsiteY1" fmla="*/ 276467 h 396150"/>
              <a:gd name="connsiteX2" fmla="*/ 164175 w 412722"/>
              <a:gd name="connsiteY2" fmla="*/ 228644 h 396150"/>
              <a:gd name="connsiteX3" fmla="*/ 68792 w 412722"/>
              <a:gd name="connsiteY3" fmla="*/ 253809 h 396150"/>
              <a:gd name="connsiteX4" fmla="*/ 852 w 412722"/>
              <a:gd name="connsiteY4" fmla="*/ 177379 h 396150"/>
              <a:gd name="connsiteX5" fmla="*/ 72881 w 412722"/>
              <a:gd name="connsiteY5" fmla="*/ 62752 h 396150"/>
              <a:gd name="connsiteX6" fmla="*/ 279907 w 412722"/>
              <a:gd name="connsiteY6" fmla="*/ 7613 h 396150"/>
              <a:gd name="connsiteX7" fmla="*/ 390118 w 412722"/>
              <a:gd name="connsiteY7" fmla="*/ 4084 h 396150"/>
              <a:gd name="connsiteX8" fmla="*/ 396152 w 412722"/>
              <a:gd name="connsiteY8" fmla="*/ 102000 h 396150"/>
              <a:gd name="connsiteX9" fmla="*/ 379823 w 412722"/>
              <a:gd name="connsiteY9" fmla="*/ 142905 h 396150"/>
              <a:gd name="connsiteX10" fmla="*/ 364657 w 412722"/>
              <a:gd name="connsiteY10" fmla="*/ 180986 h 396150"/>
              <a:gd name="connsiteX11" fmla="*/ 348826 w 412722"/>
              <a:gd name="connsiteY11" fmla="*/ 216965 h 396150"/>
              <a:gd name="connsiteX12" fmla="*/ 202035 w 412722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8449 w 429136"/>
              <a:gd name="connsiteY0" fmla="*/ 394199 h 396150"/>
              <a:gd name="connsiteX1" fmla="*/ 181585 w 429136"/>
              <a:gd name="connsiteY1" fmla="*/ 276467 h 396150"/>
              <a:gd name="connsiteX2" fmla="*/ 180589 w 429136"/>
              <a:gd name="connsiteY2" fmla="*/ 228644 h 396150"/>
              <a:gd name="connsiteX3" fmla="*/ 85206 w 429136"/>
              <a:gd name="connsiteY3" fmla="*/ 253809 h 396150"/>
              <a:gd name="connsiteX4" fmla="*/ 628 w 429136"/>
              <a:gd name="connsiteY4" fmla="*/ 170980 h 396150"/>
              <a:gd name="connsiteX5" fmla="*/ 89295 w 429136"/>
              <a:gd name="connsiteY5" fmla="*/ 62752 h 396150"/>
              <a:gd name="connsiteX6" fmla="*/ 296321 w 429136"/>
              <a:gd name="connsiteY6" fmla="*/ 7613 h 396150"/>
              <a:gd name="connsiteX7" fmla="*/ 406532 w 429136"/>
              <a:gd name="connsiteY7" fmla="*/ 4084 h 396150"/>
              <a:gd name="connsiteX8" fmla="*/ 412566 w 429136"/>
              <a:gd name="connsiteY8" fmla="*/ 102000 h 396150"/>
              <a:gd name="connsiteX9" fmla="*/ 396237 w 429136"/>
              <a:gd name="connsiteY9" fmla="*/ 142905 h 396150"/>
              <a:gd name="connsiteX10" fmla="*/ 381071 w 429136"/>
              <a:gd name="connsiteY10" fmla="*/ 180986 h 396150"/>
              <a:gd name="connsiteX11" fmla="*/ 365240 w 429136"/>
              <a:gd name="connsiteY11" fmla="*/ 216965 h 396150"/>
              <a:gd name="connsiteX12" fmla="*/ 218449 w 429136"/>
              <a:gd name="connsiteY12" fmla="*/ 394199 h 396150"/>
              <a:gd name="connsiteX0" fmla="*/ 217955 w 428642"/>
              <a:gd name="connsiteY0" fmla="*/ 394199 h 396150"/>
              <a:gd name="connsiteX1" fmla="*/ 181091 w 428642"/>
              <a:gd name="connsiteY1" fmla="*/ 276467 h 396150"/>
              <a:gd name="connsiteX2" fmla="*/ 180095 w 428642"/>
              <a:gd name="connsiteY2" fmla="*/ 228644 h 396150"/>
              <a:gd name="connsiteX3" fmla="*/ 71488 w 428642"/>
              <a:gd name="connsiteY3" fmla="*/ 260635 h 396150"/>
              <a:gd name="connsiteX4" fmla="*/ 134 w 428642"/>
              <a:gd name="connsiteY4" fmla="*/ 170980 h 396150"/>
              <a:gd name="connsiteX5" fmla="*/ 88801 w 428642"/>
              <a:gd name="connsiteY5" fmla="*/ 62752 h 396150"/>
              <a:gd name="connsiteX6" fmla="*/ 295827 w 428642"/>
              <a:gd name="connsiteY6" fmla="*/ 7613 h 396150"/>
              <a:gd name="connsiteX7" fmla="*/ 406038 w 428642"/>
              <a:gd name="connsiteY7" fmla="*/ 4084 h 396150"/>
              <a:gd name="connsiteX8" fmla="*/ 412072 w 428642"/>
              <a:gd name="connsiteY8" fmla="*/ 102000 h 396150"/>
              <a:gd name="connsiteX9" fmla="*/ 395743 w 428642"/>
              <a:gd name="connsiteY9" fmla="*/ 142905 h 396150"/>
              <a:gd name="connsiteX10" fmla="*/ 380577 w 428642"/>
              <a:gd name="connsiteY10" fmla="*/ 180986 h 396150"/>
              <a:gd name="connsiteX11" fmla="*/ 364746 w 428642"/>
              <a:gd name="connsiteY11" fmla="*/ 216965 h 396150"/>
              <a:gd name="connsiteX12" fmla="*/ 217955 w 428642"/>
              <a:gd name="connsiteY12" fmla="*/ 394199 h 396150"/>
              <a:gd name="connsiteX0" fmla="*/ 217955 w 440323"/>
              <a:gd name="connsiteY0" fmla="*/ 392952 h 394903"/>
              <a:gd name="connsiteX1" fmla="*/ 181091 w 440323"/>
              <a:gd name="connsiteY1" fmla="*/ 275220 h 394903"/>
              <a:gd name="connsiteX2" fmla="*/ 180095 w 440323"/>
              <a:gd name="connsiteY2" fmla="*/ 227397 h 394903"/>
              <a:gd name="connsiteX3" fmla="*/ 71488 w 440323"/>
              <a:gd name="connsiteY3" fmla="*/ 259388 h 394903"/>
              <a:gd name="connsiteX4" fmla="*/ 134 w 440323"/>
              <a:gd name="connsiteY4" fmla="*/ 169733 h 394903"/>
              <a:gd name="connsiteX5" fmla="*/ 88801 w 440323"/>
              <a:gd name="connsiteY5" fmla="*/ 61505 h 394903"/>
              <a:gd name="connsiteX6" fmla="*/ 295827 w 440323"/>
              <a:gd name="connsiteY6" fmla="*/ 6366 h 394903"/>
              <a:gd name="connsiteX7" fmla="*/ 432914 w 440323"/>
              <a:gd name="connsiteY7" fmla="*/ 4970 h 394903"/>
              <a:gd name="connsiteX8" fmla="*/ 412072 w 440323"/>
              <a:gd name="connsiteY8" fmla="*/ 100753 h 394903"/>
              <a:gd name="connsiteX9" fmla="*/ 395743 w 440323"/>
              <a:gd name="connsiteY9" fmla="*/ 141658 h 394903"/>
              <a:gd name="connsiteX10" fmla="*/ 380577 w 440323"/>
              <a:gd name="connsiteY10" fmla="*/ 179739 h 394903"/>
              <a:gd name="connsiteX11" fmla="*/ 364746 w 440323"/>
              <a:gd name="connsiteY11" fmla="*/ 215718 h 394903"/>
              <a:gd name="connsiteX12" fmla="*/ 217955 w 440323"/>
              <a:gd name="connsiteY12" fmla="*/ 392952 h 394903"/>
              <a:gd name="connsiteX0" fmla="*/ 217955 w 432994"/>
              <a:gd name="connsiteY0" fmla="*/ 392952 h 394903"/>
              <a:gd name="connsiteX1" fmla="*/ 181091 w 432994"/>
              <a:gd name="connsiteY1" fmla="*/ 275220 h 394903"/>
              <a:gd name="connsiteX2" fmla="*/ 180095 w 432994"/>
              <a:gd name="connsiteY2" fmla="*/ 227397 h 394903"/>
              <a:gd name="connsiteX3" fmla="*/ 71488 w 432994"/>
              <a:gd name="connsiteY3" fmla="*/ 259388 h 394903"/>
              <a:gd name="connsiteX4" fmla="*/ 134 w 432994"/>
              <a:gd name="connsiteY4" fmla="*/ 169733 h 394903"/>
              <a:gd name="connsiteX5" fmla="*/ 88801 w 432994"/>
              <a:gd name="connsiteY5" fmla="*/ 61505 h 394903"/>
              <a:gd name="connsiteX6" fmla="*/ 295827 w 432994"/>
              <a:gd name="connsiteY6" fmla="*/ 6366 h 394903"/>
              <a:gd name="connsiteX7" fmla="*/ 432914 w 432994"/>
              <a:gd name="connsiteY7" fmla="*/ 4970 h 394903"/>
              <a:gd name="connsiteX8" fmla="*/ 412072 w 432994"/>
              <a:gd name="connsiteY8" fmla="*/ 100753 h 394903"/>
              <a:gd name="connsiteX9" fmla="*/ 395743 w 432994"/>
              <a:gd name="connsiteY9" fmla="*/ 141658 h 394903"/>
              <a:gd name="connsiteX10" fmla="*/ 380577 w 432994"/>
              <a:gd name="connsiteY10" fmla="*/ 179739 h 394903"/>
              <a:gd name="connsiteX11" fmla="*/ 364746 w 432994"/>
              <a:gd name="connsiteY11" fmla="*/ 215718 h 394903"/>
              <a:gd name="connsiteX12" fmla="*/ 217955 w 432994"/>
              <a:gd name="connsiteY12" fmla="*/ 392952 h 394903"/>
              <a:gd name="connsiteX0" fmla="*/ 217955 w 444909"/>
              <a:gd name="connsiteY0" fmla="*/ 390273 h 392224"/>
              <a:gd name="connsiteX1" fmla="*/ 181091 w 444909"/>
              <a:gd name="connsiteY1" fmla="*/ 272541 h 392224"/>
              <a:gd name="connsiteX2" fmla="*/ 180095 w 444909"/>
              <a:gd name="connsiteY2" fmla="*/ 224718 h 392224"/>
              <a:gd name="connsiteX3" fmla="*/ 71488 w 444909"/>
              <a:gd name="connsiteY3" fmla="*/ 256709 h 392224"/>
              <a:gd name="connsiteX4" fmla="*/ 134 w 444909"/>
              <a:gd name="connsiteY4" fmla="*/ 167054 h 392224"/>
              <a:gd name="connsiteX5" fmla="*/ 88801 w 444909"/>
              <a:gd name="connsiteY5" fmla="*/ 58826 h 392224"/>
              <a:gd name="connsiteX6" fmla="*/ 295827 w 444909"/>
              <a:gd name="connsiteY6" fmla="*/ 3687 h 392224"/>
              <a:gd name="connsiteX7" fmla="*/ 444859 w 444909"/>
              <a:gd name="connsiteY7" fmla="*/ 8690 h 392224"/>
              <a:gd name="connsiteX8" fmla="*/ 412072 w 444909"/>
              <a:gd name="connsiteY8" fmla="*/ 98074 h 392224"/>
              <a:gd name="connsiteX9" fmla="*/ 395743 w 444909"/>
              <a:gd name="connsiteY9" fmla="*/ 138979 h 392224"/>
              <a:gd name="connsiteX10" fmla="*/ 380577 w 444909"/>
              <a:gd name="connsiteY10" fmla="*/ 177060 h 392224"/>
              <a:gd name="connsiteX11" fmla="*/ 364746 w 444909"/>
              <a:gd name="connsiteY11" fmla="*/ 213039 h 392224"/>
              <a:gd name="connsiteX12" fmla="*/ 217955 w 444909"/>
              <a:gd name="connsiteY12" fmla="*/ 390273 h 392224"/>
              <a:gd name="connsiteX0" fmla="*/ 217955 w 444909"/>
              <a:gd name="connsiteY0" fmla="*/ 392197 h 394148"/>
              <a:gd name="connsiteX1" fmla="*/ 181091 w 444909"/>
              <a:gd name="connsiteY1" fmla="*/ 274465 h 394148"/>
              <a:gd name="connsiteX2" fmla="*/ 180095 w 444909"/>
              <a:gd name="connsiteY2" fmla="*/ 226642 h 394148"/>
              <a:gd name="connsiteX3" fmla="*/ 71488 w 444909"/>
              <a:gd name="connsiteY3" fmla="*/ 258633 h 394148"/>
              <a:gd name="connsiteX4" fmla="*/ 134 w 444909"/>
              <a:gd name="connsiteY4" fmla="*/ 168978 h 394148"/>
              <a:gd name="connsiteX5" fmla="*/ 88801 w 444909"/>
              <a:gd name="connsiteY5" fmla="*/ 60750 h 394148"/>
              <a:gd name="connsiteX6" fmla="*/ 295827 w 444909"/>
              <a:gd name="connsiteY6" fmla="*/ 5611 h 394148"/>
              <a:gd name="connsiteX7" fmla="*/ 444859 w 444909"/>
              <a:gd name="connsiteY7" fmla="*/ 10614 h 394148"/>
              <a:gd name="connsiteX8" fmla="*/ 412072 w 444909"/>
              <a:gd name="connsiteY8" fmla="*/ 99998 h 394148"/>
              <a:gd name="connsiteX9" fmla="*/ 395743 w 444909"/>
              <a:gd name="connsiteY9" fmla="*/ 140903 h 394148"/>
              <a:gd name="connsiteX10" fmla="*/ 380577 w 444909"/>
              <a:gd name="connsiteY10" fmla="*/ 178984 h 394148"/>
              <a:gd name="connsiteX11" fmla="*/ 364746 w 444909"/>
              <a:gd name="connsiteY11" fmla="*/ 214963 h 394148"/>
              <a:gd name="connsiteX12" fmla="*/ 217955 w 44490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2197 h 394148"/>
              <a:gd name="connsiteX1" fmla="*/ 181091 w 444859"/>
              <a:gd name="connsiteY1" fmla="*/ 274465 h 394148"/>
              <a:gd name="connsiteX2" fmla="*/ 180095 w 444859"/>
              <a:gd name="connsiteY2" fmla="*/ 226642 h 394148"/>
              <a:gd name="connsiteX3" fmla="*/ 71488 w 444859"/>
              <a:gd name="connsiteY3" fmla="*/ 258633 h 394148"/>
              <a:gd name="connsiteX4" fmla="*/ 134 w 444859"/>
              <a:gd name="connsiteY4" fmla="*/ 168978 h 394148"/>
              <a:gd name="connsiteX5" fmla="*/ 88801 w 444859"/>
              <a:gd name="connsiteY5" fmla="*/ 60750 h 394148"/>
              <a:gd name="connsiteX6" fmla="*/ 295827 w 444859"/>
              <a:gd name="connsiteY6" fmla="*/ 5611 h 394148"/>
              <a:gd name="connsiteX7" fmla="*/ 444859 w 444859"/>
              <a:gd name="connsiteY7" fmla="*/ 10614 h 394148"/>
              <a:gd name="connsiteX8" fmla="*/ 412072 w 444859"/>
              <a:gd name="connsiteY8" fmla="*/ 99998 h 394148"/>
              <a:gd name="connsiteX9" fmla="*/ 395743 w 444859"/>
              <a:gd name="connsiteY9" fmla="*/ 140903 h 394148"/>
              <a:gd name="connsiteX10" fmla="*/ 380577 w 444859"/>
              <a:gd name="connsiteY10" fmla="*/ 178984 h 394148"/>
              <a:gd name="connsiteX11" fmla="*/ 364746 w 444859"/>
              <a:gd name="connsiteY11" fmla="*/ 214963 h 394148"/>
              <a:gd name="connsiteX12" fmla="*/ 217955 w 444859"/>
              <a:gd name="connsiteY12" fmla="*/ 392197 h 394148"/>
              <a:gd name="connsiteX0" fmla="*/ 217955 w 444859"/>
              <a:gd name="connsiteY0" fmla="*/ 395037 h 396988"/>
              <a:gd name="connsiteX1" fmla="*/ 181091 w 444859"/>
              <a:gd name="connsiteY1" fmla="*/ 277305 h 396988"/>
              <a:gd name="connsiteX2" fmla="*/ 180095 w 444859"/>
              <a:gd name="connsiteY2" fmla="*/ 229482 h 396988"/>
              <a:gd name="connsiteX3" fmla="*/ 71488 w 444859"/>
              <a:gd name="connsiteY3" fmla="*/ 261473 h 396988"/>
              <a:gd name="connsiteX4" fmla="*/ 134 w 444859"/>
              <a:gd name="connsiteY4" fmla="*/ 171818 h 396988"/>
              <a:gd name="connsiteX5" fmla="*/ 88801 w 444859"/>
              <a:gd name="connsiteY5" fmla="*/ 63590 h 396988"/>
              <a:gd name="connsiteX6" fmla="*/ 265112 w 444859"/>
              <a:gd name="connsiteY6" fmla="*/ 4185 h 396988"/>
              <a:gd name="connsiteX7" fmla="*/ 444859 w 444859"/>
              <a:gd name="connsiteY7" fmla="*/ 13454 h 396988"/>
              <a:gd name="connsiteX8" fmla="*/ 412072 w 444859"/>
              <a:gd name="connsiteY8" fmla="*/ 102838 h 396988"/>
              <a:gd name="connsiteX9" fmla="*/ 395743 w 444859"/>
              <a:gd name="connsiteY9" fmla="*/ 143743 h 396988"/>
              <a:gd name="connsiteX10" fmla="*/ 380577 w 444859"/>
              <a:gd name="connsiteY10" fmla="*/ 181824 h 396988"/>
              <a:gd name="connsiteX11" fmla="*/ 364746 w 444859"/>
              <a:gd name="connsiteY11" fmla="*/ 217803 h 396988"/>
              <a:gd name="connsiteX12" fmla="*/ 217955 w 444859"/>
              <a:gd name="connsiteY12" fmla="*/ 395037 h 396988"/>
              <a:gd name="connsiteX0" fmla="*/ 217955 w 444859"/>
              <a:gd name="connsiteY0" fmla="*/ 390169 h 392120"/>
              <a:gd name="connsiteX1" fmla="*/ 181091 w 444859"/>
              <a:gd name="connsiteY1" fmla="*/ 272437 h 392120"/>
              <a:gd name="connsiteX2" fmla="*/ 180095 w 444859"/>
              <a:gd name="connsiteY2" fmla="*/ 224614 h 392120"/>
              <a:gd name="connsiteX3" fmla="*/ 71488 w 444859"/>
              <a:gd name="connsiteY3" fmla="*/ 256605 h 392120"/>
              <a:gd name="connsiteX4" fmla="*/ 134 w 444859"/>
              <a:gd name="connsiteY4" fmla="*/ 166950 h 392120"/>
              <a:gd name="connsiteX5" fmla="*/ 88801 w 444859"/>
              <a:gd name="connsiteY5" fmla="*/ 58722 h 392120"/>
              <a:gd name="connsiteX6" fmla="*/ 252314 w 444859"/>
              <a:gd name="connsiteY6" fmla="*/ 7422 h 392120"/>
              <a:gd name="connsiteX7" fmla="*/ 444859 w 444859"/>
              <a:gd name="connsiteY7" fmla="*/ 8586 h 392120"/>
              <a:gd name="connsiteX8" fmla="*/ 412072 w 444859"/>
              <a:gd name="connsiteY8" fmla="*/ 97970 h 392120"/>
              <a:gd name="connsiteX9" fmla="*/ 395743 w 444859"/>
              <a:gd name="connsiteY9" fmla="*/ 138875 h 392120"/>
              <a:gd name="connsiteX10" fmla="*/ 380577 w 444859"/>
              <a:gd name="connsiteY10" fmla="*/ 176956 h 392120"/>
              <a:gd name="connsiteX11" fmla="*/ 364746 w 444859"/>
              <a:gd name="connsiteY11" fmla="*/ 212935 h 392120"/>
              <a:gd name="connsiteX12" fmla="*/ 217955 w 444859"/>
              <a:gd name="connsiteY12" fmla="*/ 390169 h 392120"/>
              <a:gd name="connsiteX0" fmla="*/ 217851 w 444755"/>
              <a:gd name="connsiteY0" fmla="*/ 390526 h 392477"/>
              <a:gd name="connsiteX1" fmla="*/ 180987 w 444755"/>
              <a:gd name="connsiteY1" fmla="*/ 272794 h 392477"/>
              <a:gd name="connsiteX2" fmla="*/ 179991 w 444755"/>
              <a:gd name="connsiteY2" fmla="*/ 224971 h 392477"/>
              <a:gd name="connsiteX3" fmla="*/ 71384 w 444755"/>
              <a:gd name="connsiteY3" fmla="*/ 256962 h 392477"/>
              <a:gd name="connsiteX4" fmla="*/ 30 w 444755"/>
              <a:gd name="connsiteY4" fmla="*/ 167307 h 392477"/>
              <a:gd name="connsiteX5" fmla="*/ 79312 w 444755"/>
              <a:gd name="connsiteY5" fmla="*/ 65051 h 392477"/>
              <a:gd name="connsiteX6" fmla="*/ 252210 w 444755"/>
              <a:gd name="connsiteY6" fmla="*/ 7779 h 392477"/>
              <a:gd name="connsiteX7" fmla="*/ 444755 w 444755"/>
              <a:gd name="connsiteY7" fmla="*/ 8943 h 392477"/>
              <a:gd name="connsiteX8" fmla="*/ 411968 w 444755"/>
              <a:gd name="connsiteY8" fmla="*/ 98327 h 392477"/>
              <a:gd name="connsiteX9" fmla="*/ 395639 w 444755"/>
              <a:gd name="connsiteY9" fmla="*/ 139232 h 392477"/>
              <a:gd name="connsiteX10" fmla="*/ 380473 w 444755"/>
              <a:gd name="connsiteY10" fmla="*/ 177313 h 392477"/>
              <a:gd name="connsiteX11" fmla="*/ 364642 w 444755"/>
              <a:gd name="connsiteY11" fmla="*/ 213292 h 392477"/>
              <a:gd name="connsiteX12" fmla="*/ 217851 w 444755"/>
              <a:gd name="connsiteY12" fmla="*/ 390526 h 392477"/>
              <a:gd name="connsiteX0" fmla="*/ 218703 w 445607"/>
              <a:gd name="connsiteY0" fmla="*/ 390526 h 392477"/>
              <a:gd name="connsiteX1" fmla="*/ 181839 w 445607"/>
              <a:gd name="connsiteY1" fmla="*/ 272794 h 392477"/>
              <a:gd name="connsiteX2" fmla="*/ 180843 w 445607"/>
              <a:gd name="connsiteY2" fmla="*/ 224971 h 392477"/>
              <a:gd name="connsiteX3" fmla="*/ 72236 w 445607"/>
              <a:gd name="connsiteY3" fmla="*/ 256962 h 392477"/>
              <a:gd name="connsiteX4" fmla="*/ 29 w 445607"/>
              <a:gd name="connsiteY4" fmla="*/ 178825 h 392477"/>
              <a:gd name="connsiteX5" fmla="*/ 80164 w 445607"/>
              <a:gd name="connsiteY5" fmla="*/ 65051 h 392477"/>
              <a:gd name="connsiteX6" fmla="*/ 253062 w 445607"/>
              <a:gd name="connsiteY6" fmla="*/ 7779 h 392477"/>
              <a:gd name="connsiteX7" fmla="*/ 445607 w 445607"/>
              <a:gd name="connsiteY7" fmla="*/ 8943 h 392477"/>
              <a:gd name="connsiteX8" fmla="*/ 412820 w 445607"/>
              <a:gd name="connsiteY8" fmla="*/ 98327 h 392477"/>
              <a:gd name="connsiteX9" fmla="*/ 396491 w 445607"/>
              <a:gd name="connsiteY9" fmla="*/ 139232 h 392477"/>
              <a:gd name="connsiteX10" fmla="*/ 381325 w 445607"/>
              <a:gd name="connsiteY10" fmla="*/ 177313 h 392477"/>
              <a:gd name="connsiteX11" fmla="*/ 365494 w 445607"/>
              <a:gd name="connsiteY11" fmla="*/ 213292 h 392477"/>
              <a:gd name="connsiteX12" fmla="*/ 218703 w 445607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20154 w 447058"/>
              <a:gd name="connsiteY0" fmla="*/ 390526 h 392477"/>
              <a:gd name="connsiteX1" fmla="*/ 183290 w 447058"/>
              <a:gd name="connsiteY1" fmla="*/ 272794 h 392477"/>
              <a:gd name="connsiteX2" fmla="*/ 182294 w 447058"/>
              <a:gd name="connsiteY2" fmla="*/ 224971 h 392477"/>
              <a:gd name="connsiteX3" fmla="*/ 73687 w 447058"/>
              <a:gd name="connsiteY3" fmla="*/ 256962 h 392477"/>
              <a:gd name="connsiteX4" fmla="*/ 1480 w 447058"/>
              <a:gd name="connsiteY4" fmla="*/ 178825 h 392477"/>
              <a:gd name="connsiteX5" fmla="*/ 81615 w 447058"/>
              <a:gd name="connsiteY5" fmla="*/ 65051 h 392477"/>
              <a:gd name="connsiteX6" fmla="*/ 254513 w 447058"/>
              <a:gd name="connsiteY6" fmla="*/ 7779 h 392477"/>
              <a:gd name="connsiteX7" fmla="*/ 447058 w 447058"/>
              <a:gd name="connsiteY7" fmla="*/ 8943 h 392477"/>
              <a:gd name="connsiteX8" fmla="*/ 414271 w 447058"/>
              <a:gd name="connsiteY8" fmla="*/ 98327 h 392477"/>
              <a:gd name="connsiteX9" fmla="*/ 397942 w 447058"/>
              <a:gd name="connsiteY9" fmla="*/ 139232 h 392477"/>
              <a:gd name="connsiteX10" fmla="*/ 382776 w 447058"/>
              <a:gd name="connsiteY10" fmla="*/ 177313 h 392477"/>
              <a:gd name="connsiteX11" fmla="*/ 366945 w 447058"/>
              <a:gd name="connsiteY11" fmla="*/ 213292 h 392477"/>
              <a:gd name="connsiteX12" fmla="*/ 220154 w 447058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96755 w 445871"/>
              <a:gd name="connsiteY9" fmla="*/ 139232 h 392477"/>
              <a:gd name="connsiteX10" fmla="*/ 381589 w 445871"/>
              <a:gd name="connsiteY10" fmla="*/ 177313 h 392477"/>
              <a:gd name="connsiteX11" fmla="*/ 365758 w 445871"/>
              <a:gd name="connsiteY11" fmla="*/ 213292 h 392477"/>
              <a:gd name="connsiteX12" fmla="*/ 218967 w 445871"/>
              <a:gd name="connsiteY12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13084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81589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77313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392477"/>
              <a:gd name="connsiteX1" fmla="*/ 182103 w 445871"/>
              <a:gd name="connsiteY1" fmla="*/ 272794 h 392477"/>
              <a:gd name="connsiteX2" fmla="*/ 181107 w 445871"/>
              <a:gd name="connsiteY2" fmla="*/ 224971 h 392477"/>
              <a:gd name="connsiteX3" fmla="*/ 72500 w 445871"/>
              <a:gd name="connsiteY3" fmla="*/ 256962 h 392477"/>
              <a:gd name="connsiteX4" fmla="*/ 293 w 445871"/>
              <a:gd name="connsiteY4" fmla="*/ 178825 h 392477"/>
              <a:gd name="connsiteX5" fmla="*/ 80428 w 445871"/>
              <a:gd name="connsiteY5" fmla="*/ 65051 h 392477"/>
              <a:gd name="connsiteX6" fmla="*/ 253326 w 445871"/>
              <a:gd name="connsiteY6" fmla="*/ 7779 h 392477"/>
              <a:gd name="connsiteX7" fmla="*/ 445871 w 445871"/>
              <a:gd name="connsiteY7" fmla="*/ 8943 h 392477"/>
              <a:gd name="connsiteX8" fmla="*/ 409245 w 445871"/>
              <a:gd name="connsiteY8" fmla="*/ 98327 h 392477"/>
              <a:gd name="connsiteX9" fmla="*/ 375190 w 445871"/>
              <a:gd name="connsiteY9" fmla="*/ 183712 h 392477"/>
              <a:gd name="connsiteX10" fmla="*/ 365758 w 445871"/>
              <a:gd name="connsiteY10" fmla="*/ 213292 h 392477"/>
              <a:gd name="connsiteX11" fmla="*/ 218967 w 445871"/>
              <a:gd name="connsiteY11" fmla="*/ 390526 h 392477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403471"/>
              <a:gd name="connsiteX1" fmla="*/ 182103 w 445871"/>
              <a:gd name="connsiteY1" fmla="*/ 272794 h 403471"/>
              <a:gd name="connsiteX2" fmla="*/ 181107 w 445871"/>
              <a:gd name="connsiteY2" fmla="*/ 224971 h 403471"/>
              <a:gd name="connsiteX3" fmla="*/ 72500 w 445871"/>
              <a:gd name="connsiteY3" fmla="*/ 256962 h 403471"/>
              <a:gd name="connsiteX4" fmla="*/ 293 w 445871"/>
              <a:gd name="connsiteY4" fmla="*/ 178825 h 403471"/>
              <a:gd name="connsiteX5" fmla="*/ 80428 w 445871"/>
              <a:gd name="connsiteY5" fmla="*/ 65051 h 403471"/>
              <a:gd name="connsiteX6" fmla="*/ 253326 w 445871"/>
              <a:gd name="connsiteY6" fmla="*/ 7779 h 403471"/>
              <a:gd name="connsiteX7" fmla="*/ 445871 w 445871"/>
              <a:gd name="connsiteY7" fmla="*/ 8943 h 403471"/>
              <a:gd name="connsiteX8" fmla="*/ 409245 w 445871"/>
              <a:gd name="connsiteY8" fmla="*/ 98327 h 403471"/>
              <a:gd name="connsiteX9" fmla="*/ 375190 w 445871"/>
              <a:gd name="connsiteY9" fmla="*/ 183712 h 403471"/>
              <a:gd name="connsiteX10" fmla="*/ 320538 w 445871"/>
              <a:gd name="connsiteY10" fmla="*/ 298186 h 403471"/>
              <a:gd name="connsiteX11" fmla="*/ 218967 w 445871"/>
              <a:gd name="connsiteY11" fmla="*/ 390526 h 403471"/>
              <a:gd name="connsiteX0" fmla="*/ 218967 w 445871"/>
              <a:gd name="connsiteY0" fmla="*/ 390526 h 393380"/>
              <a:gd name="connsiteX1" fmla="*/ 182103 w 445871"/>
              <a:gd name="connsiteY1" fmla="*/ 272794 h 393380"/>
              <a:gd name="connsiteX2" fmla="*/ 181107 w 445871"/>
              <a:gd name="connsiteY2" fmla="*/ 224971 h 393380"/>
              <a:gd name="connsiteX3" fmla="*/ 72500 w 445871"/>
              <a:gd name="connsiteY3" fmla="*/ 256962 h 393380"/>
              <a:gd name="connsiteX4" fmla="*/ 293 w 445871"/>
              <a:gd name="connsiteY4" fmla="*/ 178825 h 393380"/>
              <a:gd name="connsiteX5" fmla="*/ 80428 w 445871"/>
              <a:gd name="connsiteY5" fmla="*/ 65051 h 393380"/>
              <a:gd name="connsiteX6" fmla="*/ 253326 w 445871"/>
              <a:gd name="connsiteY6" fmla="*/ 7779 h 393380"/>
              <a:gd name="connsiteX7" fmla="*/ 445871 w 445871"/>
              <a:gd name="connsiteY7" fmla="*/ 8943 h 393380"/>
              <a:gd name="connsiteX8" fmla="*/ 409245 w 445871"/>
              <a:gd name="connsiteY8" fmla="*/ 98327 h 393380"/>
              <a:gd name="connsiteX9" fmla="*/ 375190 w 445871"/>
              <a:gd name="connsiteY9" fmla="*/ 183712 h 393380"/>
              <a:gd name="connsiteX10" fmla="*/ 320538 w 445871"/>
              <a:gd name="connsiteY10" fmla="*/ 298186 h 393380"/>
              <a:gd name="connsiteX11" fmla="*/ 218967 w 445871"/>
              <a:gd name="connsiteY11" fmla="*/ 390526 h 393380"/>
              <a:gd name="connsiteX0" fmla="*/ 218967 w 445871"/>
              <a:gd name="connsiteY0" fmla="*/ 390526 h 392348"/>
              <a:gd name="connsiteX1" fmla="*/ 182103 w 445871"/>
              <a:gd name="connsiteY1" fmla="*/ 272794 h 392348"/>
              <a:gd name="connsiteX2" fmla="*/ 181107 w 445871"/>
              <a:gd name="connsiteY2" fmla="*/ 224971 h 392348"/>
              <a:gd name="connsiteX3" fmla="*/ 72500 w 445871"/>
              <a:gd name="connsiteY3" fmla="*/ 256962 h 392348"/>
              <a:gd name="connsiteX4" fmla="*/ 293 w 445871"/>
              <a:gd name="connsiteY4" fmla="*/ 178825 h 392348"/>
              <a:gd name="connsiteX5" fmla="*/ 80428 w 445871"/>
              <a:gd name="connsiteY5" fmla="*/ 65051 h 392348"/>
              <a:gd name="connsiteX6" fmla="*/ 253326 w 445871"/>
              <a:gd name="connsiteY6" fmla="*/ 7779 h 392348"/>
              <a:gd name="connsiteX7" fmla="*/ 445871 w 445871"/>
              <a:gd name="connsiteY7" fmla="*/ 8943 h 392348"/>
              <a:gd name="connsiteX8" fmla="*/ 409245 w 445871"/>
              <a:gd name="connsiteY8" fmla="*/ 98327 h 392348"/>
              <a:gd name="connsiteX9" fmla="*/ 375190 w 445871"/>
              <a:gd name="connsiteY9" fmla="*/ 183712 h 392348"/>
              <a:gd name="connsiteX10" fmla="*/ 320538 w 445871"/>
              <a:gd name="connsiteY10" fmla="*/ 298186 h 392348"/>
              <a:gd name="connsiteX11" fmla="*/ 218967 w 445871"/>
              <a:gd name="connsiteY11" fmla="*/ 390526 h 392348"/>
              <a:gd name="connsiteX0" fmla="*/ 218967 w 445871"/>
              <a:gd name="connsiteY0" fmla="*/ 390526 h 392073"/>
              <a:gd name="connsiteX1" fmla="*/ 182103 w 445871"/>
              <a:gd name="connsiteY1" fmla="*/ 272794 h 392073"/>
              <a:gd name="connsiteX2" fmla="*/ 181107 w 445871"/>
              <a:gd name="connsiteY2" fmla="*/ 224971 h 392073"/>
              <a:gd name="connsiteX3" fmla="*/ 72500 w 445871"/>
              <a:gd name="connsiteY3" fmla="*/ 256962 h 392073"/>
              <a:gd name="connsiteX4" fmla="*/ 293 w 445871"/>
              <a:gd name="connsiteY4" fmla="*/ 178825 h 392073"/>
              <a:gd name="connsiteX5" fmla="*/ 80428 w 445871"/>
              <a:gd name="connsiteY5" fmla="*/ 65051 h 392073"/>
              <a:gd name="connsiteX6" fmla="*/ 253326 w 445871"/>
              <a:gd name="connsiteY6" fmla="*/ 7779 h 392073"/>
              <a:gd name="connsiteX7" fmla="*/ 445871 w 445871"/>
              <a:gd name="connsiteY7" fmla="*/ 8943 h 392073"/>
              <a:gd name="connsiteX8" fmla="*/ 409245 w 445871"/>
              <a:gd name="connsiteY8" fmla="*/ 98327 h 392073"/>
              <a:gd name="connsiteX9" fmla="*/ 375190 w 445871"/>
              <a:gd name="connsiteY9" fmla="*/ 183712 h 392073"/>
              <a:gd name="connsiteX10" fmla="*/ 320538 w 445871"/>
              <a:gd name="connsiteY10" fmla="*/ 298186 h 392073"/>
              <a:gd name="connsiteX11" fmla="*/ 218967 w 445871"/>
              <a:gd name="connsiteY11" fmla="*/ 390526 h 392073"/>
              <a:gd name="connsiteX0" fmla="*/ 218967 w 445871"/>
              <a:gd name="connsiteY0" fmla="*/ 390526 h 392127"/>
              <a:gd name="connsiteX1" fmla="*/ 182103 w 445871"/>
              <a:gd name="connsiteY1" fmla="*/ 272794 h 392127"/>
              <a:gd name="connsiteX2" fmla="*/ 181107 w 445871"/>
              <a:gd name="connsiteY2" fmla="*/ 224971 h 392127"/>
              <a:gd name="connsiteX3" fmla="*/ 72500 w 445871"/>
              <a:gd name="connsiteY3" fmla="*/ 256962 h 392127"/>
              <a:gd name="connsiteX4" fmla="*/ 293 w 445871"/>
              <a:gd name="connsiteY4" fmla="*/ 178825 h 392127"/>
              <a:gd name="connsiteX5" fmla="*/ 80428 w 445871"/>
              <a:gd name="connsiteY5" fmla="*/ 65051 h 392127"/>
              <a:gd name="connsiteX6" fmla="*/ 253326 w 445871"/>
              <a:gd name="connsiteY6" fmla="*/ 7779 h 392127"/>
              <a:gd name="connsiteX7" fmla="*/ 445871 w 445871"/>
              <a:gd name="connsiteY7" fmla="*/ 8943 h 392127"/>
              <a:gd name="connsiteX8" fmla="*/ 409245 w 445871"/>
              <a:gd name="connsiteY8" fmla="*/ 98327 h 392127"/>
              <a:gd name="connsiteX9" fmla="*/ 370924 w 445871"/>
              <a:gd name="connsiteY9" fmla="*/ 182432 h 392127"/>
              <a:gd name="connsiteX10" fmla="*/ 320538 w 445871"/>
              <a:gd name="connsiteY10" fmla="*/ 298186 h 392127"/>
              <a:gd name="connsiteX11" fmla="*/ 218967 w 445871"/>
              <a:gd name="connsiteY11" fmla="*/ 390526 h 392127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09245 w 445871"/>
              <a:gd name="connsiteY8" fmla="*/ 98327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3084 w 445871"/>
              <a:gd name="connsiteY8" fmla="*/ 94061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248"/>
              <a:gd name="connsiteX1" fmla="*/ 182103 w 445871"/>
              <a:gd name="connsiteY1" fmla="*/ 272794 h 392248"/>
              <a:gd name="connsiteX2" fmla="*/ 181107 w 445871"/>
              <a:gd name="connsiteY2" fmla="*/ 224971 h 392248"/>
              <a:gd name="connsiteX3" fmla="*/ 72500 w 445871"/>
              <a:gd name="connsiteY3" fmla="*/ 256962 h 392248"/>
              <a:gd name="connsiteX4" fmla="*/ 293 w 445871"/>
              <a:gd name="connsiteY4" fmla="*/ 178825 h 392248"/>
              <a:gd name="connsiteX5" fmla="*/ 80428 w 445871"/>
              <a:gd name="connsiteY5" fmla="*/ 65051 h 392248"/>
              <a:gd name="connsiteX6" fmla="*/ 253326 w 445871"/>
              <a:gd name="connsiteY6" fmla="*/ 7779 h 392248"/>
              <a:gd name="connsiteX7" fmla="*/ 445871 w 445871"/>
              <a:gd name="connsiteY7" fmla="*/ 8943 h 392248"/>
              <a:gd name="connsiteX8" fmla="*/ 410098 w 445871"/>
              <a:gd name="connsiteY8" fmla="*/ 100460 h 392248"/>
              <a:gd name="connsiteX9" fmla="*/ 370924 w 445871"/>
              <a:gd name="connsiteY9" fmla="*/ 182432 h 392248"/>
              <a:gd name="connsiteX10" fmla="*/ 320538 w 445871"/>
              <a:gd name="connsiteY10" fmla="*/ 298186 h 392248"/>
              <a:gd name="connsiteX11" fmla="*/ 218967 w 445871"/>
              <a:gd name="connsiteY11" fmla="*/ 390526 h 392248"/>
              <a:gd name="connsiteX0" fmla="*/ 218967 w 445871"/>
              <a:gd name="connsiteY0" fmla="*/ 390526 h 392115"/>
              <a:gd name="connsiteX1" fmla="*/ 182103 w 445871"/>
              <a:gd name="connsiteY1" fmla="*/ 272794 h 392115"/>
              <a:gd name="connsiteX2" fmla="*/ 181107 w 445871"/>
              <a:gd name="connsiteY2" fmla="*/ 224971 h 392115"/>
              <a:gd name="connsiteX3" fmla="*/ 72500 w 445871"/>
              <a:gd name="connsiteY3" fmla="*/ 256962 h 392115"/>
              <a:gd name="connsiteX4" fmla="*/ 293 w 445871"/>
              <a:gd name="connsiteY4" fmla="*/ 178825 h 392115"/>
              <a:gd name="connsiteX5" fmla="*/ 80428 w 445871"/>
              <a:gd name="connsiteY5" fmla="*/ 65051 h 392115"/>
              <a:gd name="connsiteX6" fmla="*/ 253326 w 445871"/>
              <a:gd name="connsiteY6" fmla="*/ 7779 h 392115"/>
              <a:gd name="connsiteX7" fmla="*/ 445871 w 445871"/>
              <a:gd name="connsiteY7" fmla="*/ 8943 h 392115"/>
              <a:gd name="connsiteX8" fmla="*/ 410098 w 445871"/>
              <a:gd name="connsiteY8" fmla="*/ 100460 h 392115"/>
              <a:gd name="connsiteX9" fmla="*/ 371777 w 445871"/>
              <a:gd name="connsiteY9" fmla="*/ 186271 h 392115"/>
              <a:gd name="connsiteX10" fmla="*/ 320538 w 445871"/>
              <a:gd name="connsiteY10" fmla="*/ 298186 h 392115"/>
              <a:gd name="connsiteX11" fmla="*/ 218967 w 445871"/>
              <a:gd name="connsiteY11" fmla="*/ 390526 h 392115"/>
              <a:gd name="connsiteX0" fmla="*/ 218967 w 445871"/>
              <a:gd name="connsiteY0" fmla="*/ 390526 h 392465"/>
              <a:gd name="connsiteX1" fmla="*/ 182103 w 445871"/>
              <a:gd name="connsiteY1" fmla="*/ 272794 h 392465"/>
              <a:gd name="connsiteX2" fmla="*/ 181107 w 445871"/>
              <a:gd name="connsiteY2" fmla="*/ 224971 h 392465"/>
              <a:gd name="connsiteX3" fmla="*/ 72500 w 445871"/>
              <a:gd name="connsiteY3" fmla="*/ 256962 h 392465"/>
              <a:gd name="connsiteX4" fmla="*/ 293 w 445871"/>
              <a:gd name="connsiteY4" fmla="*/ 178825 h 392465"/>
              <a:gd name="connsiteX5" fmla="*/ 80428 w 445871"/>
              <a:gd name="connsiteY5" fmla="*/ 65051 h 392465"/>
              <a:gd name="connsiteX6" fmla="*/ 253326 w 445871"/>
              <a:gd name="connsiteY6" fmla="*/ 7779 h 392465"/>
              <a:gd name="connsiteX7" fmla="*/ 445871 w 445871"/>
              <a:gd name="connsiteY7" fmla="*/ 8943 h 392465"/>
              <a:gd name="connsiteX8" fmla="*/ 410098 w 445871"/>
              <a:gd name="connsiteY8" fmla="*/ 100460 h 392465"/>
              <a:gd name="connsiteX9" fmla="*/ 371777 w 445871"/>
              <a:gd name="connsiteY9" fmla="*/ 186271 h 392465"/>
              <a:gd name="connsiteX10" fmla="*/ 317978 w 445871"/>
              <a:gd name="connsiteY10" fmla="*/ 313117 h 392465"/>
              <a:gd name="connsiteX11" fmla="*/ 218967 w 445871"/>
              <a:gd name="connsiteY11" fmla="*/ 390526 h 392465"/>
              <a:gd name="connsiteX0" fmla="*/ 218967 w 445871"/>
              <a:gd name="connsiteY0" fmla="*/ 390526 h 392729"/>
              <a:gd name="connsiteX1" fmla="*/ 182103 w 445871"/>
              <a:gd name="connsiteY1" fmla="*/ 272794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181107 w 445871"/>
              <a:gd name="connsiteY2" fmla="*/ 224971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84739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72291 w 445871"/>
              <a:gd name="connsiteY1" fmla="*/ 298390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51388 w 445871"/>
              <a:gd name="connsiteY1" fmla="*/ 318014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203290 w 445871"/>
              <a:gd name="connsiteY2" fmla="*/ 208334 h 392729"/>
              <a:gd name="connsiteX3" fmla="*/ 72500 w 445871"/>
              <a:gd name="connsiteY3" fmla="*/ 256962 h 392729"/>
              <a:gd name="connsiteX4" fmla="*/ 293 w 445871"/>
              <a:gd name="connsiteY4" fmla="*/ 178825 h 392729"/>
              <a:gd name="connsiteX5" fmla="*/ 80428 w 445871"/>
              <a:gd name="connsiteY5" fmla="*/ 65051 h 392729"/>
              <a:gd name="connsiteX6" fmla="*/ 253326 w 445871"/>
              <a:gd name="connsiteY6" fmla="*/ 7779 h 392729"/>
              <a:gd name="connsiteX7" fmla="*/ 445871 w 445871"/>
              <a:gd name="connsiteY7" fmla="*/ 8943 h 392729"/>
              <a:gd name="connsiteX8" fmla="*/ 410098 w 445871"/>
              <a:gd name="connsiteY8" fmla="*/ 100460 h 392729"/>
              <a:gd name="connsiteX9" fmla="*/ 371777 w 445871"/>
              <a:gd name="connsiteY9" fmla="*/ 186271 h 392729"/>
              <a:gd name="connsiteX10" fmla="*/ 317978 w 445871"/>
              <a:gd name="connsiteY10" fmla="*/ 313117 h 392729"/>
              <a:gd name="connsiteX11" fmla="*/ 218967 w 445871"/>
              <a:gd name="connsiteY11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75200 w 445871"/>
              <a:gd name="connsiteY2" fmla="*/ 24072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30484 w 445871"/>
              <a:gd name="connsiteY1" fmla="*/ 300097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59842 w 445871"/>
              <a:gd name="connsiteY2" fmla="*/ 246692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6319 w 445871"/>
              <a:gd name="connsiteY1" fmla="*/ 33507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203290 w 445871"/>
              <a:gd name="connsiteY3" fmla="*/ 20833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18967 w 445871"/>
              <a:gd name="connsiteY0" fmla="*/ 390526 h 392729"/>
              <a:gd name="connsiteX1" fmla="*/ 163759 w 445871"/>
              <a:gd name="connsiteY1" fmla="*/ 356408 h 392729"/>
              <a:gd name="connsiteX2" fmla="*/ 137232 w 445871"/>
              <a:gd name="connsiteY2" fmla="*/ 279540 h 392729"/>
              <a:gd name="connsiteX3" fmla="*/ 165749 w 445871"/>
              <a:gd name="connsiteY3" fmla="*/ 229664 h 392729"/>
              <a:gd name="connsiteX4" fmla="*/ 72500 w 445871"/>
              <a:gd name="connsiteY4" fmla="*/ 256962 h 392729"/>
              <a:gd name="connsiteX5" fmla="*/ 293 w 445871"/>
              <a:gd name="connsiteY5" fmla="*/ 178825 h 392729"/>
              <a:gd name="connsiteX6" fmla="*/ 80428 w 445871"/>
              <a:gd name="connsiteY6" fmla="*/ 65051 h 392729"/>
              <a:gd name="connsiteX7" fmla="*/ 253326 w 445871"/>
              <a:gd name="connsiteY7" fmla="*/ 7779 h 392729"/>
              <a:gd name="connsiteX8" fmla="*/ 445871 w 445871"/>
              <a:gd name="connsiteY8" fmla="*/ 8943 h 392729"/>
              <a:gd name="connsiteX9" fmla="*/ 410098 w 445871"/>
              <a:gd name="connsiteY9" fmla="*/ 100460 h 392729"/>
              <a:gd name="connsiteX10" fmla="*/ 371777 w 445871"/>
              <a:gd name="connsiteY10" fmla="*/ 186271 h 392729"/>
              <a:gd name="connsiteX11" fmla="*/ 317978 w 445871"/>
              <a:gd name="connsiteY11" fmla="*/ 313117 h 392729"/>
              <a:gd name="connsiteX12" fmla="*/ 218967 w 445871"/>
              <a:gd name="connsiteY12" fmla="*/ 390526 h 392729"/>
              <a:gd name="connsiteX0" fmla="*/ 239444 w 445871"/>
              <a:gd name="connsiteY0" fmla="*/ 399058 h 400812"/>
              <a:gd name="connsiteX1" fmla="*/ 163759 w 445871"/>
              <a:gd name="connsiteY1" fmla="*/ 356408 h 400812"/>
              <a:gd name="connsiteX2" fmla="*/ 137232 w 445871"/>
              <a:gd name="connsiteY2" fmla="*/ 279540 h 400812"/>
              <a:gd name="connsiteX3" fmla="*/ 165749 w 445871"/>
              <a:gd name="connsiteY3" fmla="*/ 229664 h 400812"/>
              <a:gd name="connsiteX4" fmla="*/ 72500 w 445871"/>
              <a:gd name="connsiteY4" fmla="*/ 256962 h 400812"/>
              <a:gd name="connsiteX5" fmla="*/ 293 w 445871"/>
              <a:gd name="connsiteY5" fmla="*/ 178825 h 400812"/>
              <a:gd name="connsiteX6" fmla="*/ 80428 w 445871"/>
              <a:gd name="connsiteY6" fmla="*/ 65051 h 400812"/>
              <a:gd name="connsiteX7" fmla="*/ 253326 w 445871"/>
              <a:gd name="connsiteY7" fmla="*/ 7779 h 400812"/>
              <a:gd name="connsiteX8" fmla="*/ 445871 w 445871"/>
              <a:gd name="connsiteY8" fmla="*/ 8943 h 400812"/>
              <a:gd name="connsiteX9" fmla="*/ 410098 w 445871"/>
              <a:gd name="connsiteY9" fmla="*/ 100460 h 400812"/>
              <a:gd name="connsiteX10" fmla="*/ 371777 w 445871"/>
              <a:gd name="connsiteY10" fmla="*/ 186271 h 400812"/>
              <a:gd name="connsiteX11" fmla="*/ 317978 w 445871"/>
              <a:gd name="connsiteY11" fmla="*/ 313117 h 400812"/>
              <a:gd name="connsiteX12" fmla="*/ 239444 w 445871"/>
              <a:gd name="connsiteY12" fmla="*/ 399058 h 400812"/>
              <a:gd name="connsiteX0" fmla="*/ 239444 w 445871"/>
              <a:gd name="connsiteY0" fmla="*/ 399058 h 400914"/>
              <a:gd name="connsiteX1" fmla="*/ 163759 w 445871"/>
              <a:gd name="connsiteY1" fmla="*/ 356408 h 400914"/>
              <a:gd name="connsiteX2" fmla="*/ 137232 w 445871"/>
              <a:gd name="connsiteY2" fmla="*/ 279540 h 400914"/>
              <a:gd name="connsiteX3" fmla="*/ 165749 w 445871"/>
              <a:gd name="connsiteY3" fmla="*/ 229664 h 400914"/>
              <a:gd name="connsiteX4" fmla="*/ 72500 w 445871"/>
              <a:gd name="connsiteY4" fmla="*/ 256962 h 400914"/>
              <a:gd name="connsiteX5" fmla="*/ 293 w 445871"/>
              <a:gd name="connsiteY5" fmla="*/ 178825 h 400914"/>
              <a:gd name="connsiteX6" fmla="*/ 80428 w 445871"/>
              <a:gd name="connsiteY6" fmla="*/ 65051 h 400914"/>
              <a:gd name="connsiteX7" fmla="*/ 253326 w 445871"/>
              <a:gd name="connsiteY7" fmla="*/ 7779 h 400914"/>
              <a:gd name="connsiteX8" fmla="*/ 445871 w 445871"/>
              <a:gd name="connsiteY8" fmla="*/ 8943 h 400914"/>
              <a:gd name="connsiteX9" fmla="*/ 410098 w 445871"/>
              <a:gd name="connsiteY9" fmla="*/ 100460 h 400914"/>
              <a:gd name="connsiteX10" fmla="*/ 371777 w 445871"/>
              <a:gd name="connsiteY10" fmla="*/ 186271 h 400914"/>
              <a:gd name="connsiteX11" fmla="*/ 317978 w 445871"/>
              <a:gd name="connsiteY11" fmla="*/ 313117 h 400914"/>
              <a:gd name="connsiteX12" fmla="*/ 239444 w 445871"/>
              <a:gd name="connsiteY12" fmla="*/ 399058 h 400914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71777 w 445871"/>
              <a:gd name="connsiteY10" fmla="*/ 186271 h 400881"/>
              <a:gd name="connsiteX11" fmla="*/ 314992 w 445871"/>
              <a:gd name="connsiteY11" fmla="*/ 311837 h 400881"/>
              <a:gd name="connsiteX12" fmla="*/ 239444 w 445871"/>
              <a:gd name="connsiteY12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400881"/>
              <a:gd name="connsiteX1" fmla="*/ 163759 w 445871"/>
              <a:gd name="connsiteY1" fmla="*/ 356408 h 400881"/>
              <a:gd name="connsiteX2" fmla="*/ 137232 w 445871"/>
              <a:gd name="connsiteY2" fmla="*/ 279540 h 400881"/>
              <a:gd name="connsiteX3" fmla="*/ 165749 w 445871"/>
              <a:gd name="connsiteY3" fmla="*/ 229664 h 400881"/>
              <a:gd name="connsiteX4" fmla="*/ 72500 w 445871"/>
              <a:gd name="connsiteY4" fmla="*/ 256962 h 400881"/>
              <a:gd name="connsiteX5" fmla="*/ 293 w 445871"/>
              <a:gd name="connsiteY5" fmla="*/ 178825 h 400881"/>
              <a:gd name="connsiteX6" fmla="*/ 80428 w 445871"/>
              <a:gd name="connsiteY6" fmla="*/ 65051 h 400881"/>
              <a:gd name="connsiteX7" fmla="*/ 253326 w 445871"/>
              <a:gd name="connsiteY7" fmla="*/ 7779 h 400881"/>
              <a:gd name="connsiteX8" fmla="*/ 445871 w 445871"/>
              <a:gd name="connsiteY8" fmla="*/ 8943 h 400881"/>
              <a:gd name="connsiteX9" fmla="*/ 410098 w 445871"/>
              <a:gd name="connsiteY9" fmla="*/ 100460 h 400881"/>
              <a:gd name="connsiteX10" fmla="*/ 314992 w 445871"/>
              <a:gd name="connsiteY10" fmla="*/ 311837 h 400881"/>
              <a:gd name="connsiteX11" fmla="*/ 239444 w 445871"/>
              <a:gd name="connsiteY11" fmla="*/ 399058 h 400881"/>
              <a:gd name="connsiteX0" fmla="*/ 239444 w 445871"/>
              <a:gd name="connsiteY0" fmla="*/ 399058 h 399236"/>
              <a:gd name="connsiteX1" fmla="*/ 163759 w 445871"/>
              <a:gd name="connsiteY1" fmla="*/ 356408 h 399236"/>
              <a:gd name="connsiteX2" fmla="*/ 137232 w 445871"/>
              <a:gd name="connsiteY2" fmla="*/ 279540 h 399236"/>
              <a:gd name="connsiteX3" fmla="*/ 165749 w 445871"/>
              <a:gd name="connsiteY3" fmla="*/ 229664 h 399236"/>
              <a:gd name="connsiteX4" fmla="*/ 72500 w 445871"/>
              <a:gd name="connsiteY4" fmla="*/ 256962 h 399236"/>
              <a:gd name="connsiteX5" fmla="*/ 293 w 445871"/>
              <a:gd name="connsiteY5" fmla="*/ 178825 h 399236"/>
              <a:gd name="connsiteX6" fmla="*/ 80428 w 445871"/>
              <a:gd name="connsiteY6" fmla="*/ 65051 h 399236"/>
              <a:gd name="connsiteX7" fmla="*/ 253326 w 445871"/>
              <a:gd name="connsiteY7" fmla="*/ 7779 h 399236"/>
              <a:gd name="connsiteX8" fmla="*/ 445871 w 445871"/>
              <a:gd name="connsiteY8" fmla="*/ 8943 h 399236"/>
              <a:gd name="connsiteX9" fmla="*/ 410098 w 445871"/>
              <a:gd name="connsiteY9" fmla="*/ 100460 h 399236"/>
              <a:gd name="connsiteX10" fmla="*/ 314992 w 445871"/>
              <a:gd name="connsiteY10" fmla="*/ 311837 h 399236"/>
              <a:gd name="connsiteX11" fmla="*/ 239444 w 445871"/>
              <a:gd name="connsiteY11" fmla="*/ 399058 h 399236"/>
              <a:gd name="connsiteX0" fmla="*/ 239444 w 445871"/>
              <a:gd name="connsiteY0" fmla="*/ 399058 h 401450"/>
              <a:gd name="connsiteX1" fmla="*/ 163759 w 445871"/>
              <a:gd name="connsiteY1" fmla="*/ 356408 h 401450"/>
              <a:gd name="connsiteX2" fmla="*/ 137232 w 445871"/>
              <a:gd name="connsiteY2" fmla="*/ 279540 h 401450"/>
              <a:gd name="connsiteX3" fmla="*/ 165749 w 445871"/>
              <a:gd name="connsiteY3" fmla="*/ 229664 h 401450"/>
              <a:gd name="connsiteX4" fmla="*/ 72500 w 445871"/>
              <a:gd name="connsiteY4" fmla="*/ 256962 h 401450"/>
              <a:gd name="connsiteX5" fmla="*/ 293 w 445871"/>
              <a:gd name="connsiteY5" fmla="*/ 178825 h 401450"/>
              <a:gd name="connsiteX6" fmla="*/ 80428 w 445871"/>
              <a:gd name="connsiteY6" fmla="*/ 65051 h 401450"/>
              <a:gd name="connsiteX7" fmla="*/ 253326 w 445871"/>
              <a:gd name="connsiteY7" fmla="*/ 7779 h 401450"/>
              <a:gd name="connsiteX8" fmla="*/ 445871 w 445871"/>
              <a:gd name="connsiteY8" fmla="*/ 8943 h 401450"/>
              <a:gd name="connsiteX9" fmla="*/ 410098 w 445871"/>
              <a:gd name="connsiteY9" fmla="*/ 100460 h 401450"/>
              <a:gd name="connsiteX10" fmla="*/ 314992 w 445871"/>
              <a:gd name="connsiteY10" fmla="*/ 311837 h 401450"/>
              <a:gd name="connsiteX11" fmla="*/ 239444 w 445871"/>
              <a:gd name="connsiteY11" fmla="*/ 399058 h 401450"/>
              <a:gd name="connsiteX0" fmla="*/ 239444 w 445871"/>
              <a:gd name="connsiteY0" fmla="*/ 399058 h 400771"/>
              <a:gd name="connsiteX1" fmla="*/ 145842 w 445871"/>
              <a:gd name="connsiteY1" fmla="*/ 362807 h 400771"/>
              <a:gd name="connsiteX2" fmla="*/ 137232 w 445871"/>
              <a:gd name="connsiteY2" fmla="*/ 279540 h 400771"/>
              <a:gd name="connsiteX3" fmla="*/ 165749 w 445871"/>
              <a:gd name="connsiteY3" fmla="*/ 229664 h 400771"/>
              <a:gd name="connsiteX4" fmla="*/ 72500 w 445871"/>
              <a:gd name="connsiteY4" fmla="*/ 256962 h 400771"/>
              <a:gd name="connsiteX5" fmla="*/ 293 w 445871"/>
              <a:gd name="connsiteY5" fmla="*/ 178825 h 400771"/>
              <a:gd name="connsiteX6" fmla="*/ 80428 w 445871"/>
              <a:gd name="connsiteY6" fmla="*/ 65051 h 400771"/>
              <a:gd name="connsiteX7" fmla="*/ 253326 w 445871"/>
              <a:gd name="connsiteY7" fmla="*/ 7779 h 400771"/>
              <a:gd name="connsiteX8" fmla="*/ 445871 w 445871"/>
              <a:gd name="connsiteY8" fmla="*/ 8943 h 400771"/>
              <a:gd name="connsiteX9" fmla="*/ 410098 w 445871"/>
              <a:gd name="connsiteY9" fmla="*/ 100460 h 400771"/>
              <a:gd name="connsiteX10" fmla="*/ 314992 w 445871"/>
              <a:gd name="connsiteY10" fmla="*/ 311837 h 400771"/>
              <a:gd name="connsiteX11" fmla="*/ 239444 w 445871"/>
              <a:gd name="connsiteY11" fmla="*/ 399058 h 400771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098 w 445871"/>
              <a:gd name="connsiteY9" fmla="*/ 100460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04552 w 445871"/>
              <a:gd name="connsiteY9" fmla="*/ 95341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398153 w 445871"/>
              <a:gd name="connsiteY9" fmla="*/ 91502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45871"/>
              <a:gd name="connsiteY0" fmla="*/ 399058 h 400882"/>
              <a:gd name="connsiteX1" fmla="*/ 145842 w 445871"/>
              <a:gd name="connsiteY1" fmla="*/ 362807 h 400882"/>
              <a:gd name="connsiteX2" fmla="*/ 137232 w 445871"/>
              <a:gd name="connsiteY2" fmla="*/ 279540 h 400882"/>
              <a:gd name="connsiteX3" fmla="*/ 165749 w 445871"/>
              <a:gd name="connsiteY3" fmla="*/ 229664 h 400882"/>
              <a:gd name="connsiteX4" fmla="*/ 72500 w 445871"/>
              <a:gd name="connsiteY4" fmla="*/ 256962 h 400882"/>
              <a:gd name="connsiteX5" fmla="*/ 293 w 445871"/>
              <a:gd name="connsiteY5" fmla="*/ 178825 h 400882"/>
              <a:gd name="connsiteX6" fmla="*/ 80428 w 445871"/>
              <a:gd name="connsiteY6" fmla="*/ 65051 h 400882"/>
              <a:gd name="connsiteX7" fmla="*/ 253326 w 445871"/>
              <a:gd name="connsiteY7" fmla="*/ 7779 h 400882"/>
              <a:gd name="connsiteX8" fmla="*/ 445871 w 445871"/>
              <a:gd name="connsiteY8" fmla="*/ 8943 h 400882"/>
              <a:gd name="connsiteX9" fmla="*/ 410525 w 445871"/>
              <a:gd name="connsiteY9" fmla="*/ 102594 h 400882"/>
              <a:gd name="connsiteX10" fmla="*/ 310726 w 445871"/>
              <a:gd name="connsiteY10" fmla="*/ 309704 h 400882"/>
              <a:gd name="connsiteX11" fmla="*/ 239444 w 445871"/>
              <a:gd name="connsiteY11" fmla="*/ 399058 h 400882"/>
              <a:gd name="connsiteX0" fmla="*/ 239444 w 456109"/>
              <a:gd name="connsiteY0" fmla="*/ 399058 h 400882"/>
              <a:gd name="connsiteX1" fmla="*/ 145842 w 456109"/>
              <a:gd name="connsiteY1" fmla="*/ 362807 h 400882"/>
              <a:gd name="connsiteX2" fmla="*/ 137232 w 456109"/>
              <a:gd name="connsiteY2" fmla="*/ 279540 h 400882"/>
              <a:gd name="connsiteX3" fmla="*/ 165749 w 456109"/>
              <a:gd name="connsiteY3" fmla="*/ 229664 h 400882"/>
              <a:gd name="connsiteX4" fmla="*/ 72500 w 456109"/>
              <a:gd name="connsiteY4" fmla="*/ 256962 h 400882"/>
              <a:gd name="connsiteX5" fmla="*/ 293 w 456109"/>
              <a:gd name="connsiteY5" fmla="*/ 178825 h 400882"/>
              <a:gd name="connsiteX6" fmla="*/ 80428 w 456109"/>
              <a:gd name="connsiteY6" fmla="*/ 65051 h 400882"/>
              <a:gd name="connsiteX7" fmla="*/ 253326 w 456109"/>
              <a:gd name="connsiteY7" fmla="*/ 7779 h 400882"/>
              <a:gd name="connsiteX8" fmla="*/ 456109 w 456109"/>
              <a:gd name="connsiteY8" fmla="*/ 8943 h 400882"/>
              <a:gd name="connsiteX9" fmla="*/ 410525 w 456109"/>
              <a:gd name="connsiteY9" fmla="*/ 102594 h 400882"/>
              <a:gd name="connsiteX10" fmla="*/ 310726 w 456109"/>
              <a:gd name="connsiteY10" fmla="*/ 309704 h 400882"/>
              <a:gd name="connsiteX11" fmla="*/ 239444 w 456109"/>
              <a:gd name="connsiteY11" fmla="*/ 399058 h 400882"/>
              <a:gd name="connsiteX0" fmla="*/ 239444 w 457859"/>
              <a:gd name="connsiteY0" fmla="*/ 399058 h 400882"/>
              <a:gd name="connsiteX1" fmla="*/ 145842 w 457859"/>
              <a:gd name="connsiteY1" fmla="*/ 362807 h 400882"/>
              <a:gd name="connsiteX2" fmla="*/ 137232 w 457859"/>
              <a:gd name="connsiteY2" fmla="*/ 279540 h 400882"/>
              <a:gd name="connsiteX3" fmla="*/ 165749 w 457859"/>
              <a:gd name="connsiteY3" fmla="*/ 229664 h 400882"/>
              <a:gd name="connsiteX4" fmla="*/ 72500 w 457859"/>
              <a:gd name="connsiteY4" fmla="*/ 256962 h 400882"/>
              <a:gd name="connsiteX5" fmla="*/ 293 w 457859"/>
              <a:gd name="connsiteY5" fmla="*/ 178825 h 400882"/>
              <a:gd name="connsiteX6" fmla="*/ 80428 w 457859"/>
              <a:gd name="connsiteY6" fmla="*/ 65051 h 400882"/>
              <a:gd name="connsiteX7" fmla="*/ 253326 w 457859"/>
              <a:gd name="connsiteY7" fmla="*/ 7779 h 400882"/>
              <a:gd name="connsiteX8" fmla="*/ 456109 w 457859"/>
              <a:gd name="connsiteY8" fmla="*/ 8943 h 400882"/>
              <a:gd name="connsiteX9" fmla="*/ 410525 w 457859"/>
              <a:gd name="connsiteY9" fmla="*/ 102594 h 400882"/>
              <a:gd name="connsiteX10" fmla="*/ 310726 w 457859"/>
              <a:gd name="connsiteY10" fmla="*/ 309704 h 400882"/>
              <a:gd name="connsiteX11" fmla="*/ 239444 w 457859"/>
              <a:gd name="connsiteY11" fmla="*/ 399058 h 400882"/>
              <a:gd name="connsiteX0" fmla="*/ 239444 w 457274"/>
              <a:gd name="connsiteY0" fmla="*/ 399058 h 400882"/>
              <a:gd name="connsiteX1" fmla="*/ 145842 w 457274"/>
              <a:gd name="connsiteY1" fmla="*/ 362807 h 400882"/>
              <a:gd name="connsiteX2" fmla="*/ 137232 w 457274"/>
              <a:gd name="connsiteY2" fmla="*/ 279540 h 400882"/>
              <a:gd name="connsiteX3" fmla="*/ 165749 w 457274"/>
              <a:gd name="connsiteY3" fmla="*/ 229664 h 400882"/>
              <a:gd name="connsiteX4" fmla="*/ 72500 w 457274"/>
              <a:gd name="connsiteY4" fmla="*/ 256962 h 400882"/>
              <a:gd name="connsiteX5" fmla="*/ 293 w 457274"/>
              <a:gd name="connsiteY5" fmla="*/ 178825 h 400882"/>
              <a:gd name="connsiteX6" fmla="*/ 80428 w 457274"/>
              <a:gd name="connsiteY6" fmla="*/ 65051 h 400882"/>
              <a:gd name="connsiteX7" fmla="*/ 253326 w 457274"/>
              <a:gd name="connsiteY7" fmla="*/ 7779 h 400882"/>
              <a:gd name="connsiteX8" fmla="*/ 456109 w 457274"/>
              <a:gd name="connsiteY8" fmla="*/ 8943 h 400882"/>
              <a:gd name="connsiteX9" fmla="*/ 390901 w 457274"/>
              <a:gd name="connsiteY9" fmla="*/ 134589 h 400882"/>
              <a:gd name="connsiteX10" fmla="*/ 310726 w 457274"/>
              <a:gd name="connsiteY10" fmla="*/ 309704 h 400882"/>
              <a:gd name="connsiteX11" fmla="*/ 239444 w 457274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277"/>
              <a:gd name="connsiteY0" fmla="*/ 399058 h 400882"/>
              <a:gd name="connsiteX1" fmla="*/ 145842 w 457277"/>
              <a:gd name="connsiteY1" fmla="*/ 362807 h 400882"/>
              <a:gd name="connsiteX2" fmla="*/ 137232 w 457277"/>
              <a:gd name="connsiteY2" fmla="*/ 279540 h 400882"/>
              <a:gd name="connsiteX3" fmla="*/ 165749 w 457277"/>
              <a:gd name="connsiteY3" fmla="*/ 229664 h 400882"/>
              <a:gd name="connsiteX4" fmla="*/ 72500 w 457277"/>
              <a:gd name="connsiteY4" fmla="*/ 256962 h 400882"/>
              <a:gd name="connsiteX5" fmla="*/ 293 w 457277"/>
              <a:gd name="connsiteY5" fmla="*/ 178825 h 400882"/>
              <a:gd name="connsiteX6" fmla="*/ 80428 w 457277"/>
              <a:gd name="connsiteY6" fmla="*/ 65051 h 400882"/>
              <a:gd name="connsiteX7" fmla="*/ 253326 w 457277"/>
              <a:gd name="connsiteY7" fmla="*/ 7779 h 400882"/>
              <a:gd name="connsiteX8" fmla="*/ 456109 w 457277"/>
              <a:gd name="connsiteY8" fmla="*/ 8943 h 400882"/>
              <a:gd name="connsiteX9" fmla="*/ 390901 w 457277"/>
              <a:gd name="connsiteY9" fmla="*/ 134589 h 400882"/>
              <a:gd name="connsiteX10" fmla="*/ 309873 w 457277"/>
              <a:gd name="connsiteY10" fmla="*/ 309704 h 400882"/>
              <a:gd name="connsiteX11" fmla="*/ 239444 w 457277"/>
              <a:gd name="connsiteY11" fmla="*/ 399058 h 400882"/>
              <a:gd name="connsiteX0" fmla="*/ 239444 w 457331"/>
              <a:gd name="connsiteY0" fmla="*/ 399058 h 400882"/>
              <a:gd name="connsiteX1" fmla="*/ 145842 w 457331"/>
              <a:gd name="connsiteY1" fmla="*/ 362807 h 400882"/>
              <a:gd name="connsiteX2" fmla="*/ 137232 w 457331"/>
              <a:gd name="connsiteY2" fmla="*/ 279540 h 400882"/>
              <a:gd name="connsiteX3" fmla="*/ 165749 w 457331"/>
              <a:gd name="connsiteY3" fmla="*/ 229664 h 400882"/>
              <a:gd name="connsiteX4" fmla="*/ 72500 w 457331"/>
              <a:gd name="connsiteY4" fmla="*/ 256962 h 400882"/>
              <a:gd name="connsiteX5" fmla="*/ 293 w 457331"/>
              <a:gd name="connsiteY5" fmla="*/ 178825 h 400882"/>
              <a:gd name="connsiteX6" fmla="*/ 80428 w 457331"/>
              <a:gd name="connsiteY6" fmla="*/ 65051 h 400882"/>
              <a:gd name="connsiteX7" fmla="*/ 253326 w 457331"/>
              <a:gd name="connsiteY7" fmla="*/ 7779 h 400882"/>
              <a:gd name="connsiteX8" fmla="*/ 456109 w 457331"/>
              <a:gd name="connsiteY8" fmla="*/ 8943 h 400882"/>
              <a:gd name="connsiteX9" fmla="*/ 393461 w 457331"/>
              <a:gd name="connsiteY9" fmla="*/ 134589 h 400882"/>
              <a:gd name="connsiteX10" fmla="*/ 309873 w 457331"/>
              <a:gd name="connsiteY10" fmla="*/ 309704 h 400882"/>
              <a:gd name="connsiteX11" fmla="*/ 239444 w 457331"/>
              <a:gd name="connsiteY11" fmla="*/ 399058 h 400882"/>
              <a:gd name="connsiteX0" fmla="*/ 239444 w 457331"/>
              <a:gd name="connsiteY0" fmla="*/ 399058 h 406372"/>
              <a:gd name="connsiteX1" fmla="*/ 145842 w 457331"/>
              <a:gd name="connsiteY1" fmla="*/ 362807 h 406372"/>
              <a:gd name="connsiteX2" fmla="*/ 137232 w 457331"/>
              <a:gd name="connsiteY2" fmla="*/ 279540 h 406372"/>
              <a:gd name="connsiteX3" fmla="*/ 165749 w 457331"/>
              <a:gd name="connsiteY3" fmla="*/ 229664 h 406372"/>
              <a:gd name="connsiteX4" fmla="*/ 72500 w 457331"/>
              <a:gd name="connsiteY4" fmla="*/ 256962 h 406372"/>
              <a:gd name="connsiteX5" fmla="*/ 293 w 457331"/>
              <a:gd name="connsiteY5" fmla="*/ 178825 h 406372"/>
              <a:gd name="connsiteX6" fmla="*/ 80428 w 457331"/>
              <a:gd name="connsiteY6" fmla="*/ 65051 h 406372"/>
              <a:gd name="connsiteX7" fmla="*/ 253326 w 457331"/>
              <a:gd name="connsiteY7" fmla="*/ 7779 h 406372"/>
              <a:gd name="connsiteX8" fmla="*/ 456109 w 457331"/>
              <a:gd name="connsiteY8" fmla="*/ 8943 h 406372"/>
              <a:gd name="connsiteX9" fmla="*/ 393461 w 457331"/>
              <a:gd name="connsiteY9" fmla="*/ 134589 h 406372"/>
              <a:gd name="connsiteX10" fmla="*/ 309873 w 457331"/>
              <a:gd name="connsiteY10" fmla="*/ 309704 h 406372"/>
              <a:gd name="connsiteX11" fmla="*/ 239444 w 457331"/>
              <a:gd name="connsiteY11" fmla="*/ 399058 h 406372"/>
              <a:gd name="connsiteX0" fmla="*/ 239444 w 457331"/>
              <a:gd name="connsiteY0" fmla="*/ 399058 h 410028"/>
              <a:gd name="connsiteX1" fmla="*/ 145842 w 457331"/>
              <a:gd name="connsiteY1" fmla="*/ 362807 h 410028"/>
              <a:gd name="connsiteX2" fmla="*/ 137232 w 457331"/>
              <a:gd name="connsiteY2" fmla="*/ 279540 h 410028"/>
              <a:gd name="connsiteX3" fmla="*/ 165749 w 457331"/>
              <a:gd name="connsiteY3" fmla="*/ 229664 h 410028"/>
              <a:gd name="connsiteX4" fmla="*/ 72500 w 457331"/>
              <a:gd name="connsiteY4" fmla="*/ 256962 h 410028"/>
              <a:gd name="connsiteX5" fmla="*/ 293 w 457331"/>
              <a:gd name="connsiteY5" fmla="*/ 178825 h 410028"/>
              <a:gd name="connsiteX6" fmla="*/ 80428 w 457331"/>
              <a:gd name="connsiteY6" fmla="*/ 65051 h 410028"/>
              <a:gd name="connsiteX7" fmla="*/ 253326 w 457331"/>
              <a:gd name="connsiteY7" fmla="*/ 7779 h 410028"/>
              <a:gd name="connsiteX8" fmla="*/ 456109 w 457331"/>
              <a:gd name="connsiteY8" fmla="*/ 8943 h 410028"/>
              <a:gd name="connsiteX9" fmla="*/ 393461 w 457331"/>
              <a:gd name="connsiteY9" fmla="*/ 134589 h 410028"/>
              <a:gd name="connsiteX10" fmla="*/ 309873 w 457331"/>
              <a:gd name="connsiteY10" fmla="*/ 309704 h 410028"/>
              <a:gd name="connsiteX11" fmla="*/ 239444 w 457331"/>
              <a:gd name="connsiteY11" fmla="*/ 399058 h 410028"/>
              <a:gd name="connsiteX0" fmla="*/ 239444 w 457331"/>
              <a:gd name="connsiteY0" fmla="*/ 399058 h 406371"/>
              <a:gd name="connsiteX1" fmla="*/ 145842 w 457331"/>
              <a:gd name="connsiteY1" fmla="*/ 387550 h 406371"/>
              <a:gd name="connsiteX2" fmla="*/ 137232 w 457331"/>
              <a:gd name="connsiteY2" fmla="*/ 279540 h 406371"/>
              <a:gd name="connsiteX3" fmla="*/ 165749 w 457331"/>
              <a:gd name="connsiteY3" fmla="*/ 229664 h 406371"/>
              <a:gd name="connsiteX4" fmla="*/ 72500 w 457331"/>
              <a:gd name="connsiteY4" fmla="*/ 256962 h 406371"/>
              <a:gd name="connsiteX5" fmla="*/ 293 w 457331"/>
              <a:gd name="connsiteY5" fmla="*/ 178825 h 406371"/>
              <a:gd name="connsiteX6" fmla="*/ 80428 w 457331"/>
              <a:gd name="connsiteY6" fmla="*/ 65051 h 406371"/>
              <a:gd name="connsiteX7" fmla="*/ 253326 w 457331"/>
              <a:gd name="connsiteY7" fmla="*/ 7779 h 406371"/>
              <a:gd name="connsiteX8" fmla="*/ 456109 w 457331"/>
              <a:gd name="connsiteY8" fmla="*/ 8943 h 406371"/>
              <a:gd name="connsiteX9" fmla="*/ 393461 w 457331"/>
              <a:gd name="connsiteY9" fmla="*/ 134589 h 406371"/>
              <a:gd name="connsiteX10" fmla="*/ 309873 w 457331"/>
              <a:gd name="connsiteY10" fmla="*/ 309704 h 406371"/>
              <a:gd name="connsiteX11" fmla="*/ 239444 w 457331"/>
              <a:gd name="connsiteY11" fmla="*/ 399058 h 406371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57331"/>
              <a:gd name="connsiteY0" fmla="*/ 399058 h 406963"/>
              <a:gd name="connsiteX1" fmla="*/ 145842 w 457331"/>
              <a:gd name="connsiteY1" fmla="*/ 387550 h 406963"/>
              <a:gd name="connsiteX2" fmla="*/ 137232 w 457331"/>
              <a:gd name="connsiteY2" fmla="*/ 279540 h 406963"/>
              <a:gd name="connsiteX3" fmla="*/ 165749 w 457331"/>
              <a:gd name="connsiteY3" fmla="*/ 229664 h 406963"/>
              <a:gd name="connsiteX4" fmla="*/ 72500 w 457331"/>
              <a:gd name="connsiteY4" fmla="*/ 256962 h 406963"/>
              <a:gd name="connsiteX5" fmla="*/ 293 w 457331"/>
              <a:gd name="connsiteY5" fmla="*/ 178825 h 406963"/>
              <a:gd name="connsiteX6" fmla="*/ 80428 w 457331"/>
              <a:gd name="connsiteY6" fmla="*/ 65051 h 406963"/>
              <a:gd name="connsiteX7" fmla="*/ 253326 w 457331"/>
              <a:gd name="connsiteY7" fmla="*/ 7779 h 406963"/>
              <a:gd name="connsiteX8" fmla="*/ 456109 w 457331"/>
              <a:gd name="connsiteY8" fmla="*/ 8943 h 406963"/>
              <a:gd name="connsiteX9" fmla="*/ 393461 w 457331"/>
              <a:gd name="connsiteY9" fmla="*/ 134589 h 406963"/>
              <a:gd name="connsiteX10" fmla="*/ 309873 w 457331"/>
              <a:gd name="connsiteY10" fmla="*/ 309704 h 406963"/>
              <a:gd name="connsiteX11" fmla="*/ 239444 w 457331"/>
              <a:gd name="connsiteY11" fmla="*/ 399058 h 406963"/>
              <a:gd name="connsiteX0" fmla="*/ 239444 w 461104"/>
              <a:gd name="connsiteY0" fmla="*/ 399058 h 406963"/>
              <a:gd name="connsiteX1" fmla="*/ 145842 w 461104"/>
              <a:gd name="connsiteY1" fmla="*/ 387550 h 406963"/>
              <a:gd name="connsiteX2" fmla="*/ 137232 w 461104"/>
              <a:gd name="connsiteY2" fmla="*/ 279540 h 406963"/>
              <a:gd name="connsiteX3" fmla="*/ 165749 w 461104"/>
              <a:gd name="connsiteY3" fmla="*/ 229664 h 406963"/>
              <a:gd name="connsiteX4" fmla="*/ 72500 w 461104"/>
              <a:gd name="connsiteY4" fmla="*/ 256962 h 406963"/>
              <a:gd name="connsiteX5" fmla="*/ 293 w 461104"/>
              <a:gd name="connsiteY5" fmla="*/ 178825 h 406963"/>
              <a:gd name="connsiteX6" fmla="*/ 80428 w 461104"/>
              <a:gd name="connsiteY6" fmla="*/ 65051 h 406963"/>
              <a:gd name="connsiteX7" fmla="*/ 253326 w 461104"/>
              <a:gd name="connsiteY7" fmla="*/ 7779 h 406963"/>
              <a:gd name="connsiteX8" fmla="*/ 459949 w 461104"/>
              <a:gd name="connsiteY8" fmla="*/ 8943 h 406963"/>
              <a:gd name="connsiteX9" fmla="*/ 393461 w 461104"/>
              <a:gd name="connsiteY9" fmla="*/ 134589 h 406963"/>
              <a:gd name="connsiteX10" fmla="*/ 309873 w 461104"/>
              <a:gd name="connsiteY10" fmla="*/ 309704 h 406963"/>
              <a:gd name="connsiteX11" fmla="*/ 239444 w 461104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  <a:gd name="connsiteX0" fmla="*/ 239444 w 459949"/>
              <a:gd name="connsiteY0" fmla="*/ 399058 h 406963"/>
              <a:gd name="connsiteX1" fmla="*/ 145842 w 459949"/>
              <a:gd name="connsiteY1" fmla="*/ 387550 h 406963"/>
              <a:gd name="connsiteX2" fmla="*/ 137232 w 459949"/>
              <a:gd name="connsiteY2" fmla="*/ 279540 h 406963"/>
              <a:gd name="connsiteX3" fmla="*/ 165749 w 459949"/>
              <a:gd name="connsiteY3" fmla="*/ 229664 h 406963"/>
              <a:gd name="connsiteX4" fmla="*/ 72500 w 459949"/>
              <a:gd name="connsiteY4" fmla="*/ 256962 h 406963"/>
              <a:gd name="connsiteX5" fmla="*/ 293 w 459949"/>
              <a:gd name="connsiteY5" fmla="*/ 178825 h 406963"/>
              <a:gd name="connsiteX6" fmla="*/ 80428 w 459949"/>
              <a:gd name="connsiteY6" fmla="*/ 65051 h 406963"/>
              <a:gd name="connsiteX7" fmla="*/ 253326 w 459949"/>
              <a:gd name="connsiteY7" fmla="*/ 7779 h 406963"/>
              <a:gd name="connsiteX8" fmla="*/ 459949 w 459949"/>
              <a:gd name="connsiteY8" fmla="*/ 8943 h 406963"/>
              <a:gd name="connsiteX9" fmla="*/ 393461 w 459949"/>
              <a:gd name="connsiteY9" fmla="*/ 134589 h 406963"/>
              <a:gd name="connsiteX10" fmla="*/ 309873 w 459949"/>
              <a:gd name="connsiteY10" fmla="*/ 309704 h 406963"/>
              <a:gd name="connsiteX11" fmla="*/ 239444 w 459949"/>
              <a:gd name="connsiteY11" fmla="*/ 399058 h 40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59949" h="406963">
                <a:moveTo>
                  <a:pt x="239444" y="399058"/>
                </a:moveTo>
                <a:cubicBezTo>
                  <a:pt x="212106" y="412032"/>
                  <a:pt x="165863" y="409603"/>
                  <a:pt x="145842" y="387550"/>
                </a:cubicBezTo>
                <a:cubicBezTo>
                  <a:pt x="125821" y="365497"/>
                  <a:pt x="120287" y="321249"/>
                  <a:pt x="137232" y="279540"/>
                </a:cubicBezTo>
                <a:cubicBezTo>
                  <a:pt x="144652" y="261277"/>
                  <a:pt x="150018" y="251700"/>
                  <a:pt x="165749" y="229664"/>
                </a:cubicBezTo>
                <a:cubicBezTo>
                  <a:pt x="146273" y="242525"/>
                  <a:pt x="100076" y="265435"/>
                  <a:pt x="72500" y="256962"/>
                </a:cubicBezTo>
                <a:cubicBezTo>
                  <a:pt x="44924" y="248489"/>
                  <a:pt x="4518" y="233420"/>
                  <a:pt x="293" y="178825"/>
                </a:cubicBezTo>
                <a:cubicBezTo>
                  <a:pt x="-3932" y="124230"/>
                  <a:pt x="38256" y="93559"/>
                  <a:pt x="80428" y="65051"/>
                </a:cubicBezTo>
                <a:cubicBezTo>
                  <a:pt x="122600" y="36543"/>
                  <a:pt x="190073" y="17130"/>
                  <a:pt x="253326" y="7779"/>
                </a:cubicBezTo>
                <a:cubicBezTo>
                  <a:pt x="316579" y="-1572"/>
                  <a:pt x="416217" y="-3985"/>
                  <a:pt x="459949" y="8943"/>
                </a:cubicBezTo>
                <a:cubicBezTo>
                  <a:pt x="426744" y="60859"/>
                  <a:pt x="418474" y="84462"/>
                  <a:pt x="393461" y="134589"/>
                </a:cubicBezTo>
                <a:cubicBezTo>
                  <a:pt x="368448" y="184716"/>
                  <a:pt x="335542" y="265626"/>
                  <a:pt x="309873" y="309704"/>
                </a:cubicBezTo>
                <a:cubicBezTo>
                  <a:pt x="284204" y="353782"/>
                  <a:pt x="266782" y="386084"/>
                  <a:pt x="239444" y="399058"/>
                </a:cubicBezTo>
                <a:close/>
              </a:path>
            </a:pathLst>
          </a:custGeom>
          <a:solidFill>
            <a:schemeClr val="bg1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6" name="자유형: 도형 255">
            <a:extLst>
              <a:ext uri="{FF2B5EF4-FFF2-40B4-BE49-F238E27FC236}">
                <a16:creationId xmlns:a16="http://schemas.microsoft.com/office/drawing/2014/main" id="{5A498364-7494-4130-9F9B-F59306ACD3F8}"/>
              </a:ext>
            </a:extLst>
          </p:cNvPr>
          <p:cNvSpPr/>
          <p:nvPr/>
        </p:nvSpPr>
        <p:spPr>
          <a:xfrm flipH="1">
            <a:off x="3828310" y="3627789"/>
            <a:ext cx="509913" cy="564879"/>
          </a:xfrm>
          <a:custGeom>
            <a:avLst/>
            <a:gdLst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7657 w 431209"/>
              <a:gd name="connsiteY6" fmla="*/ 176677 h 505747"/>
              <a:gd name="connsiteX7" fmla="*/ 404577 w 431209"/>
              <a:gd name="connsiteY7" fmla="*/ 269888 h 505747"/>
              <a:gd name="connsiteX8" fmla="*/ 402363 w 431209"/>
              <a:gd name="connsiteY8" fmla="*/ 360276 h 505747"/>
              <a:gd name="connsiteX9" fmla="*/ 176364 w 431209"/>
              <a:gd name="connsiteY9" fmla="*/ 496329 h 505747"/>
              <a:gd name="connsiteX10" fmla="*/ 135903 w 431209"/>
              <a:gd name="connsiteY10" fmla="*/ 501809 h 505747"/>
              <a:gd name="connsiteX11" fmla="*/ 110275 w 431209"/>
              <a:gd name="connsiteY11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15547 w 431209"/>
              <a:gd name="connsiteY6" fmla="*/ 137905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92214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7420 w 431209"/>
              <a:gd name="connsiteY5" fmla="*/ 134610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45500 w 431209"/>
              <a:gd name="connsiteY5" fmla="*/ 113493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110275 w 431209"/>
              <a:gd name="connsiteY0" fmla="*/ 504466 h 505747"/>
              <a:gd name="connsiteX1" fmla="*/ 95054 w 431209"/>
              <a:gd name="connsiteY1" fmla="*/ 474853 h 505747"/>
              <a:gd name="connsiteX2" fmla="*/ 69371 w 431209"/>
              <a:gd name="connsiteY2" fmla="*/ 422270 h 505747"/>
              <a:gd name="connsiteX3" fmla="*/ 94998 w 431209"/>
              <a:gd name="connsiteY3" fmla="*/ 77377 h 505747"/>
              <a:gd name="connsiteX4" fmla="*/ 205700 w 431209"/>
              <a:gd name="connsiteY4" fmla="*/ 50200 h 505747"/>
              <a:gd name="connsiteX5" fmla="*/ 229502 w 431209"/>
              <a:gd name="connsiteY5" fmla="*/ 122452 h 505747"/>
              <a:gd name="connsiteX6" fmla="*/ 334104 w 431209"/>
              <a:gd name="connsiteY6" fmla="*/ 114229 h 505747"/>
              <a:gd name="connsiteX7" fmla="*/ 337657 w 431209"/>
              <a:gd name="connsiteY7" fmla="*/ 176677 h 505747"/>
              <a:gd name="connsiteX8" fmla="*/ 404577 w 431209"/>
              <a:gd name="connsiteY8" fmla="*/ 269888 h 505747"/>
              <a:gd name="connsiteX9" fmla="*/ 402363 w 431209"/>
              <a:gd name="connsiteY9" fmla="*/ 360276 h 505747"/>
              <a:gd name="connsiteX10" fmla="*/ 176364 w 431209"/>
              <a:gd name="connsiteY10" fmla="*/ 496329 h 505747"/>
              <a:gd name="connsiteX11" fmla="*/ 135903 w 431209"/>
              <a:gd name="connsiteY11" fmla="*/ 501809 h 505747"/>
              <a:gd name="connsiteX12" fmla="*/ 110275 w 431209"/>
              <a:gd name="connsiteY12" fmla="*/ 504466 h 505747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519529 h 520810"/>
              <a:gd name="connsiteX1" fmla="*/ 67833 w 403988"/>
              <a:gd name="connsiteY1" fmla="*/ 489916 h 520810"/>
              <a:gd name="connsiteX2" fmla="*/ 42150 w 403988"/>
              <a:gd name="connsiteY2" fmla="*/ 437333 h 520810"/>
              <a:gd name="connsiteX3" fmla="*/ 67777 w 403988"/>
              <a:gd name="connsiteY3" fmla="*/ 92440 h 520810"/>
              <a:gd name="connsiteX4" fmla="*/ 166961 w 403988"/>
              <a:gd name="connsiteY4" fmla="*/ 32628 h 520810"/>
              <a:gd name="connsiteX5" fmla="*/ 202281 w 403988"/>
              <a:gd name="connsiteY5" fmla="*/ 137515 h 520810"/>
              <a:gd name="connsiteX6" fmla="*/ 306883 w 403988"/>
              <a:gd name="connsiteY6" fmla="*/ 129292 h 520810"/>
              <a:gd name="connsiteX7" fmla="*/ 310436 w 403988"/>
              <a:gd name="connsiteY7" fmla="*/ 191740 h 520810"/>
              <a:gd name="connsiteX8" fmla="*/ 377356 w 403988"/>
              <a:gd name="connsiteY8" fmla="*/ 284951 h 520810"/>
              <a:gd name="connsiteX9" fmla="*/ 375142 w 403988"/>
              <a:gd name="connsiteY9" fmla="*/ 375339 h 520810"/>
              <a:gd name="connsiteX10" fmla="*/ 149143 w 403988"/>
              <a:gd name="connsiteY10" fmla="*/ 511392 h 520810"/>
              <a:gd name="connsiteX11" fmla="*/ 108682 w 403988"/>
              <a:gd name="connsiteY11" fmla="*/ 516872 h 520810"/>
              <a:gd name="connsiteX12" fmla="*/ 83054 w 403988"/>
              <a:gd name="connsiteY12" fmla="*/ 519529 h 520810"/>
              <a:gd name="connsiteX0" fmla="*/ 83054 w 403988"/>
              <a:gd name="connsiteY0" fmla="*/ 486901 h 488182"/>
              <a:gd name="connsiteX1" fmla="*/ 67833 w 403988"/>
              <a:gd name="connsiteY1" fmla="*/ 457288 h 488182"/>
              <a:gd name="connsiteX2" fmla="*/ 42150 w 403988"/>
              <a:gd name="connsiteY2" fmla="*/ 404705 h 488182"/>
              <a:gd name="connsiteX3" fmla="*/ 67777 w 403988"/>
              <a:gd name="connsiteY3" fmla="*/ 59812 h 488182"/>
              <a:gd name="connsiteX4" fmla="*/ 166961 w 403988"/>
              <a:gd name="connsiteY4" fmla="*/ 0 h 488182"/>
              <a:gd name="connsiteX5" fmla="*/ 202281 w 403988"/>
              <a:gd name="connsiteY5" fmla="*/ 104887 h 488182"/>
              <a:gd name="connsiteX6" fmla="*/ 306883 w 403988"/>
              <a:gd name="connsiteY6" fmla="*/ 96664 h 488182"/>
              <a:gd name="connsiteX7" fmla="*/ 310436 w 403988"/>
              <a:gd name="connsiteY7" fmla="*/ 159112 h 488182"/>
              <a:gd name="connsiteX8" fmla="*/ 377356 w 403988"/>
              <a:gd name="connsiteY8" fmla="*/ 252323 h 488182"/>
              <a:gd name="connsiteX9" fmla="*/ 375142 w 403988"/>
              <a:gd name="connsiteY9" fmla="*/ 342711 h 488182"/>
              <a:gd name="connsiteX10" fmla="*/ 149143 w 403988"/>
              <a:gd name="connsiteY10" fmla="*/ 478764 h 488182"/>
              <a:gd name="connsiteX11" fmla="*/ 108682 w 403988"/>
              <a:gd name="connsiteY11" fmla="*/ 484244 h 488182"/>
              <a:gd name="connsiteX12" fmla="*/ 83054 w 403988"/>
              <a:gd name="connsiteY12" fmla="*/ 486901 h 48818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2281 w 403988"/>
              <a:gd name="connsiteY5" fmla="*/ 12901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208040 w 403988"/>
              <a:gd name="connsiteY5" fmla="*/ 113659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8441 w 403988"/>
              <a:gd name="connsiteY5" fmla="*/ 123897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306883 w 403988"/>
              <a:gd name="connsiteY6" fmla="*/ 120794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403988"/>
              <a:gd name="connsiteY0" fmla="*/ 511031 h 512312"/>
              <a:gd name="connsiteX1" fmla="*/ 67833 w 403988"/>
              <a:gd name="connsiteY1" fmla="*/ 481418 h 512312"/>
              <a:gd name="connsiteX2" fmla="*/ 42150 w 403988"/>
              <a:gd name="connsiteY2" fmla="*/ 428835 h 512312"/>
              <a:gd name="connsiteX3" fmla="*/ 67777 w 403988"/>
              <a:gd name="connsiteY3" fmla="*/ 83942 h 512312"/>
              <a:gd name="connsiteX4" fmla="*/ 166961 w 403988"/>
              <a:gd name="connsiteY4" fmla="*/ 24130 h 512312"/>
              <a:gd name="connsiteX5" fmla="*/ 199721 w 403988"/>
              <a:gd name="connsiteY5" fmla="*/ 114298 h 512312"/>
              <a:gd name="connsiteX6" fmla="*/ 292805 w 403988"/>
              <a:gd name="connsiteY6" fmla="*/ 130393 h 512312"/>
              <a:gd name="connsiteX7" fmla="*/ 310436 w 403988"/>
              <a:gd name="connsiteY7" fmla="*/ 183242 h 512312"/>
              <a:gd name="connsiteX8" fmla="*/ 377356 w 403988"/>
              <a:gd name="connsiteY8" fmla="*/ 276453 h 512312"/>
              <a:gd name="connsiteX9" fmla="*/ 375142 w 403988"/>
              <a:gd name="connsiteY9" fmla="*/ 366841 h 512312"/>
              <a:gd name="connsiteX10" fmla="*/ 149143 w 403988"/>
              <a:gd name="connsiteY10" fmla="*/ 502894 h 512312"/>
              <a:gd name="connsiteX11" fmla="*/ 108682 w 403988"/>
              <a:gd name="connsiteY11" fmla="*/ 508374 h 512312"/>
              <a:gd name="connsiteX12" fmla="*/ 83054 w 403988"/>
              <a:gd name="connsiteY12" fmla="*/ 511031 h 512312"/>
              <a:gd name="connsiteX0" fmla="*/ 83054 w 395505"/>
              <a:gd name="connsiteY0" fmla="*/ 511031 h 512312"/>
              <a:gd name="connsiteX1" fmla="*/ 67833 w 395505"/>
              <a:gd name="connsiteY1" fmla="*/ 481418 h 512312"/>
              <a:gd name="connsiteX2" fmla="*/ 42150 w 395505"/>
              <a:gd name="connsiteY2" fmla="*/ 428835 h 512312"/>
              <a:gd name="connsiteX3" fmla="*/ 67777 w 395505"/>
              <a:gd name="connsiteY3" fmla="*/ 83942 h 512312"/>
              <a:gd name="connsiteX4" fmla="*/ 166961 w 395505"/>
              <a:gd name="connsiteY4" fmla="*/ 24130 h 512312"/>
              <a:gd name="connsiteX5" fmla="*/ 199721 w 395505"/>
              <a:gd name="connsiteY5" fmla="*/ 114298 h 512312"/>
              <a:gd name="connsiteX6" fmla="*/ 292805 w 395505"/>
              <a:gd name="connsiteY6" fmla="*/ 130393 h 512312"/>
              <a:gd name="connsiteX7" fmla="*/ 307877 w 395505"/>
              <a:gd name="connsiteY7" fmla="*/ 233155 h 512312"/>
              <a:gd name="connsiteX8" fmla="*/ 377356 w 395505"/>
              <a:gd name="connsiteY8" fmla="*/ 276453 h 512312"/>
              <a:gd name="connsiteX9" fmla="*/ 375142 w 395505"/>
              <a:gd name="connsiteY9" fmla="*/ 366841 h 512312"/>
              <a:gd name="connsiteX10" fmla="*/ 149143 w 395505"/>
              <a:gd name="connsiteY10" fmla="*/ 502894 h 512312"/>
              <a:gd name="connsiteX11" fmla="*/ 108682 w 395505"/>
              <a:gd name="connsiteY11" fmla="*/ 508374 h 512312"/>
              <a:gd name="connsiteX12" fmla="*/ 83054 w 395505"/>
              <a:gd name="connsiteY12" fmla="*/ 511031 h 512312"/>
              <a:gd name="connsiteX0" fmla="*/ 82775 w 395226"/>
              <a:gd name="connsiteY0" fmla="*/ 513109 h 514390"/>
              <a:gd name="connsiteX1" fmla="*/ 67554 w 395226"/>
              <a:gd name="connsiteY1" fmla="*/ 483496 h 514390"/>
              <a:gd name="connsiteX2" fmla="*/ 41871 w 395226"/>
              <a:gd name="connsiteY2" fmla="*/ 430913 h 514390"/>
              <a:gd name="connsiteX3" fmla="*/ 67498 w 395226"/>
              <a:gd name="connsiteY3" fmla="*/ 86020 h 514390"/>
              <a:gd name="connsiteX4" fmla="*/ 158363 w 395226"/>
              <a:gd name="connsiteY4" fmla="*/ 23648 h 514390"/>
              <a:gd name="connsiteX5" fmla="*/ 199442 w 395226"/>
              <a:gd name="connsiteY5" fmla="*/ 116376 h 514390"/>
              <a:gd name="connsiteX6" fmla="*/ 292526 w 395226"/>
              <a:gd name="connsiteY6" fmla="*/ 132471 h 514390"/>
              <a:gd name="connsiteX7" fmla="*/ 307598 w 395226"/>
              <a:gd name="connsiteY7" fmla="*/ 235233 h 514390"/>
              <a:gd name="connsiteX8" fmla="*/ 377077 w 395226"/>
              <a:gd name="connsiteY8" fmla="*/ 278531 h 514390"/>
              <a:gd name="connsiteX9" fmla="*/ 374863 w 395226"/>
              <a:gd name="connsiteY9" fmla="*/ 368919 h 514390"/>
              <a:gd name="connsiteX10" fmla="*/ 148864 w 395226"/>
              <a:gd name="connsiteY10" fmla="*/ 504972 h 514390"/>
              <a:gd name="connsiteX11" fmla="*/ 108403 w 395226"/>
              <a:gd name="connsiteY11" fmla="*/ 510452 h 514390"/>
              <a:gd name="connsiteX12" fmla="*/ 82775 w 395226"/>
              <a:gd name="connsiteY12" fmla="*/ 513109 h 514390"/>
              <a:gd name="connsiteX0" fmla="*/ 86704 w 399155"/>
              <a:gd name="connsiteY0" fmla="*/ 523390 h 524671"/>
              <a:gd name="connsiteX1" fmla="*/ 71483 w 399155"/>
              <a:gd name="connsiteY1" fmla="*/ 493777 h 524671"/>
              <a:gd name="connsiteX2" fmla="*/ 45800 w 399155"/>
              <a:gd name="connsiteY2" fmla="*/ 441194 h 524671"/>
              <a:gd name="connsiteX3" fmla="*/ 71427 w 399155"/>
              <a:gd name="connsiteY3" fmla="*/ 96301 h 524671"/>
              <a:gd name="connsiteX4" fmla="*/ 162292 w 399155"/>
              <a:gd name="connsiteY4" fmla="*/ 33929 h 524671"/>
              <a:gd name="connsiteX5" fmla="*/ 203371 w 399155"/>
              <a:gd name="connsiteY5" fmla="*/ 126657 h 524671"/>
              <a:gd name="connsiteX6" fmla="*/ 296455 w 399155"/>
              <a:gd name="connsiteY6" fmla="*/ 142752 h 524671"/>
              <a:gd name="connsiteX7" fmla="*/ 311527 w 399155"/>
              <a:gd name="connsiteY7" fmla="*/ 245514 h 524671"/>
              <a:gd name="connsiteX8" fmla="*/ 381006 w 399155"/>
              <a:gd name="connsiteY8" fmla="*/ 288812 h 524671"/>
              <a:gd name="connsiteX9" fmla="*/ 378792 w 399155"/>
              <a:gd name="connsiteY9" fmla="*/ 379200 h 524671"/>
              <a:gd name="connsiteX10" fmla="*/ 152793 w 399155"/>
              <a:gd name="connsiteY10" fmla="*/ 515253 h 524671"/>
              <a:gd name="connsiteX11" fmla="*/ 112332 w 399155"/>
              <a:gd name="connsiteY11" fmla="*/ 520733 h 524671"/>
              <a:gd name="connsiteX12" fmla="*/ 86704 w 399155"/>
              <a:gd name="connsiteY12" fmla="*/ 523390 h 524671"/>
              <a:gd name="connsiteX0" fmla="*/ 88630 w 401081"/>
              <a:gd name="connsiteY0" fmla="*/ 525049 h 526330"/>
              <a:gd name="connsiteX1" fmla="*/ 73409 w 401081"/>
              <a:gd name="connsiteY1" fmla="*/ 495436 h 526330"/>
              <a:gd name="connsiteX2" fmla="*/ 47726 w 401081"/>
              <a:gd name="connsiteY2" fmla="*/ 442853 h 526330"/>
              <a:gd name="connsiteX3" fmla="*/ 73353 w 401081"/>
              <a:gd name="connsiteY3" fmla="*/ 97960 h 526330"/>
              <a:gd name="connsiteX4" fmla="*/ 164218 w 401081"/>
              <a:gd name="connsiteY4" fmla="*/ 35588 h 526330"/>
              <a:gd name="connsiteX5" fmla="*/ 205297 w 401081"/>
              <a:gd name="connsiteY5" fmla="*/ 128316 h 526330"/>
              <a:gd name="connsiteX6" fmla="*/ 298381 w 401081"/>
              <a:gd name="connsiteY6" fmla="*/ 144411 h 526330"/>
              <a:gd name="connsiteX7" fmla="*/ 313453 w 401081"/>
              <a:gd name="connsiteY7" fmla="*/ 247173 h 526330"/>
              <a:gd name="connsiteX8" fmla="*/ 382932 w 401081"/>
              <a:gd name="connsiteY8" fmla="*/ 290471 h 526330"/>
              <a:gd name="connsiteX9" fmla="*/ 380718 w 401081"/>
              <a:gd name="connsiteY9" fmla="*/ 380859 h 526330"/>
              <a:gd name="connsiteX10" fmla="*/ 154719 w 401081"/>
              <a:gd name="connsiteY10" fmla="*/ 516912 h 526330"/>
              <a:gd name="connsiteX11" fmla="*/ 114258 w 401081"/>
              <a:gd name="connsiteY11" fmla="*/ 522392 h 526330"/>
              <a:gd name="connsiteX12" fmla="*/ 88630 w 401081"/>
              <a:gd name="connsiteY12" fmla="*/ 525049 h 526330"/>
              <a:gd name="connsiteX0" fmla="*/ 88840 w 401291"/>
              <a:gd name="connsiteY0" fmla="*/ 540721 h 542002"/>
              <a:gd name="connsiteX1" fmla="*/ 73619 w 401291"/>
              <a:gd name="connsiteY1" fmla="*/ 511108 h 542002"/>
              <a:gd name="connsiteX2" fmla="*/ 47936 w 401291"/>
              <a:gd name="connsiteY2" fmla="*/ 458525 h 542002"/>
              <a:gd name="connsiteX3" fmla="*/ 73563 w 401291"/>
              <a:gd name="connsiteY3" fmla="*/ 113632 h 542002"/>
              <a:gd name="connsiteX4" fmla="*/ 164428 w 401291"/>
              <a:gd name="connsiteY4" fmla="*/ 51260 h 542002"/>
              <a:gd name="connsiteX5" fmla="*/ 205507 w 401291"/>
              <a:gd name="connsiteY5" fmla="*/ 143988 h 542002"/>
              <a:gd name="connsiteX6" fmla="*/ 298591 w 401291"/>
              <a:gd name="connsiteY6" fmla="*/ 160083 h 542002"/>
              <a:gd name="connsiteX7" fmla="*/ 313663 w 401291"/>
              <a:gd name="connsiteY7" fmla="*/ 262845 h 542002"/>
              <a:gd name="connsiteX8" fmla="*/ 383142 w 401291"/>
              <a:gd name="connsiteY8" fmla="*/ 306143 h 542002"/>
              <a:gd name="connsiteX9" fmla="*/ 380928 w 401291"/>
              <a:gd name="connsiteY9" fmla="*/ 396531 h 542002"/>
              <a:gd name="connsiteX10" fmla="*/ 154929 w 401291"/>
              <a:gd name="connsiteY10" fmla="*/ 532584 h 542002"/>
              <a:gd name="connsiteX11" fmla="*/ 114468 w 401291"/>
              <a:gd name="connsiteY11" fmla="*/ 538064 h 542002"/>
              <a:gd name="connsiteX12" fmla="*/ 88840 w 401291"/>
              <a:gd name="connsiteY12" fmla="*/ 540721 h 542002"/>
              <a:gd name="connsiteX0" fmla="*/ 89399 w 401850"/>
              <a:gd name="connsiteY0" fmla="*/ 540721 h 542002"/>
              <a:gd name="connsiteX1" fmla="*/ 74178 w 401850"/>
              <a:gd name="connsiteY1" fmla="*/ 511108 h 542002"/>
              <a:gd name="connsiteX2" fmla="*/ 48495 w 401850"/>
              <a:gd name="connsiteY2" fmla="*/ 458525 h 542002"/>
              <a:gd name="connsiteX3" fmla="*/ 316 w 401850"/>
              <a:gd name="connsiteY3" fmla="*/ 317499 h 542002"/>
              <a:gd name="connsiteX4" fmla="*/ 74122 w 401850"/>
              <a:gd name="connsiteY4" fmla="*/ 113632 h 542002"/>
              <a:gd name="connsiteX5" fmla="*/ 164987 w 401850"/>
              <a:gd name="connsiteY5" fmla="*/ 51260 h 542002"/>
              <a:gd name="connsiteX6" fmla="*/ 206066 w 401850"/>
              <a:gd name="connsiteY6" fmla="*/ 143988 h 542002"/>
              <a:gd name="connsiteX7" fmla="*/ 299150 w 401850"/>
              <a:gd name="connsiteY7" fmla="*/ 160083 h 542002"/>
              <a:gd name="connsiteX8" fmla="*/ 314222 w 401850"/>
              <a:gd name="connsiteY8" fmla="*/ 262845 h 542002"/>
              <a:gd name="connsiteX9" fmla="*/ 383701 w 401850"/>
              <a:gd name="connsiteY9" fmla="*/ 306143 h 542002"/>
              <a:gd name="connsiteX10" fmla="*/ 381487 w 401850"/>
              <a:gd name="connsiteY10" fmla="*/ 396531 h 542002"/>
              <a:gd name="connsiteX11" fmla="*/ 155488 w 401850"/>
              <a:gd name="connsiteY11" fmla="*/ 532584 h 542002"/>
              <a:gd name="connsiteX12" fmla="*/ 115027 w 401850"/>
              <a:gd name="connsiteY12" fmla="*/ 538064 h 542002"/>
              <a:gd name="connsiteX13" fmla="*/ 89399 w 401850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103781 w 416232"/>
              <a:gd name="connsiteY0" fmla="*/ 540721 h 542002"/>
              <a:gd name="connsiteX1" fmla="*/ 88560 w 416232"/>
              <a:gd name="connsiteY1" fmla="*/ 511108 h 542002"/>
              <a:gd name="connsiteX2" fmla="*/ 62877 w 416232"/>
              <a:gd name="connsiteY2" fmla="*/ 458525 h 542002"/>
              <a:gd name="connsiteX3" fmla="*/ 14698 w 416232"/>
              <a:gd name="connsiteY3" fmla="*/ 317499 h 542002"/>
              <a:gd name="connsiteX4" fmla="*/ 88504 w 416232"/>
              <a:gd name="connsiteY4" fmla="*/ 113632 h 542002"/>
              <a:gd name="connsiteX5" fmla="*/ 179369 w 416232"/>
              <a:gd name="connsiteY5" fmla="*/ 51260 h 542002"/>
              <a:gd name="connsiteX6" fmla="*/ 220448 w 416232"/>
              <a:gd name="connsiteY6" fmla="*/ 143988 h 542002"/>
              <a:gd name="connsiteX7" fmla="*/ 313532 w 416232"/>
              <a:gd name="connsiteY7" fmla="*/ 160083 h 542002"/>
              <a:gd name="connsiteX8" fmla="*/ 328604 w 416232"/>
              <a:gd name="connsiteY8" fmla="*/ 262845 h 542002"/>
              <a:gd name="connsiteX9" fmla="*/ 398083 w 416232"/>
              <a:gd name="connsiteY9" fmla="*/ 306143 h 542002"/>
              <a:gd name="connsiteX10" fmla="*/ 395869 w 416232"/>
              <a:gd name="connsiteY10" fmla="*/ 396531 h 542002"/>
              <a:gd name="connsiteX11" fmla="*/ 169870 w 416232"/>
              <a:gd name="connsiteY11" fmla="*/ 532584 h 542002"/>
              <a:gd name="connsiteX12" fmla="*/ 129409 w 416232"/>
              <a:gd name="connsiteY12" fmla="*/ 538064 h 542002"/>
              <a:gd name="connsiteX13" fmla="*/ 103781 w 416232"/>
              <a:gd name="connsiteY13" fmla="*/ 540721 h 542002"/>
              <a:gd name="connsiteX0" fmla="*/ 92247 w 404698"/>
              <a:gd name="connsiteY0" fmla="*/ 540721 h 542002"/>
              <a:gd name="connsiteX1" fmla="*/ 77026 w 404698"/>
              <a:gd name="connsiteY1" fmla="*/ 511108 h 542002"/>
              <a:gd name="connsiteX2" fmla="*/ 51343 w 404698"/>
              <a:gd name="connsiteY2" fmla="*/ 458525 h 542002"/>
              <a:gd name="connsiteX3" fmla="*/ 3164 w 404698"/>
              <a:gd name="connsiteY3" fmla="*/ 317499 h 542002"/>
              <a:gd name="connsiteX4" fmla="*/ 76970 w 404698"/>
              <a:gd name="connsiteY4" fmla="*/ 113632 h 542002"/>
              <a:gd name="connsiteX5" fmla="*/ 167835 w 404698"/>
              <a:gd name="connsiteY5" fmla="*/ 51260 h 542002"/>
              <a:gd name="connsiteX6" fmla="*/ 208914 w 404698"/>
              <a:gd name="connsiteY6" fmla="*/ 143988 h 542002"/>
              <a:gd name="connsiteX7" fmla="*/ 301998 w 404698"/>
              <a:gd name="connsiteY7" fmla="*/ 160083 h 542002"/>
              <a:gd name="connsiteX8" fmla="*/ 317070 w 404698"/>
              <a:gd name="connsiteY8" fmla="*/ 262845 h 542002"/>
              <a:gd name="connsiteX9" fmla="*/ 386549 w 404698"/>
              <a:gd name="connsiteY9" fmla="*/ 306143 h 542002"/>
              <a:gd name="connsiteX10" fmla="*/ 384335 w 404698"/>
              <a:gd name="connsiteY10" fmla="*/ 396531 h 542002"/>
              <a:gd name="connsiteX11" fmla="*/ 158336 w 404698"/>
              <a:gd name="connsiteY11" fmla="*/ 532584 h 542002"/>
              <a:gd name="connsiteX12" fmla="*/ 117875 w 404698"/>
              <a:gd name="connsiteY12" fmla="*/ 538064 h 542002"/>
              <a:gd name="connsiteX13" fmla="*/ 92247 w 404698"/>
              <a:gd name="connsiteY13" fmla="*/ 540721 h 542002"/>
              <a:gd name="connsiteX0" fmla="*/ 113997 w 426448"/>
              <a:gd name="connsiteY0" fmla="*/ 540721 h 542002"/>
              <a:gd name="connsiteX1" fmla="*/ 98776 w 426448"/>
              <a:gd name="connsiteY1" fmla="*/ 511108 h 542002"/>
              <a:gd name="connsiteX2" fmla="*/ 73093 w 426448"/>
              <a:gd name="connsiteY2" fmla="*/ 458525 h 542002"/>
              <a:gd name="connsiteX3" fmla="*/ 24914 w 426448"/>
              <a:gd name="connsiteY3" fmla="*/ 317499 h 542002"/>
              <a:gd name="connsiteX4" fmla="*/ 98720 w 426448"/>
              <a:gd name="connsiteY4" fmla="*/ 113632 h 542002"/>
              <a:gd name="connsiteX5" fmla="*/ 189585 w 426448"/>
              <a:gd name="connsiteY5" fmla="*/ 51260 h 542002"/>
              <a:gd name="connsiteX6" fmla="*/ 230664 w 426448"/>
              <a:gd name="connsiteY6" fmla="*/ 143988 h 542002"/>
              <a:gd name="connsiteX7" fmla="*/ 323748 w 426448"/>
              <a:gd name="connsiteY7" fmla="*/ 160083 h 542002"/>
              <a:gd name="connsiteX8" fmla="*/ 338820 w 426448"/>
              <a:gd name="connsiteY8" fmla="*/ 262845 h 542002"/>
              <a:gd name="connsiteX9" fmla="*/ 408299 w 426448"/>
              <a:gd name="connsiteY9" fmla="*/ 306143 h 542002"/>
              <a:gd name="connsiteX10" fmla="*/ 406085 w 426448"/>
              <a:gd name="connsiteY10" fmla="*/ 396531 h 542002"/>
              <a:gd name="connsiteX11" fmla="*/ 180086 w 426448"/>
              <a:gd name="connsiteY11" fmla="*/ 532584 h 542002"/>
              <a:gd name="connsiteX12" fmla="*/ 139625 w 426448"/>
              <a:gd name="connsiteY12" fmla="*/ 538064 h 542002"/>
              <a:gd name="connsiteX13" fmla="*/ 113997 w 426448"/>
              <a:gd name="connsiteY13" fmla="*/ 540721 h 542002"/>
              <a:gd name="connsiteX0" fmla="*/ 135389 w 447840"/>
              <a:gd name="connsiteY0" fmla="*/ 509544 h 510825"/>
              <a:gd name="connsiteX1" fmla="*/ 120168 w 447840"/>
              <a:gd name="connsiteY1" fmla="*/ 479931 h 510825"/>
              <a:gd name="connsiteX2" fmla="*/ 94485 w 447840"/>
              <a:gd name="connsiteY2" fmla="*/ 427348 h 510825"/>
              <a:gd name="connsiteX3" fmla="*/ 2153 w 447840"/>
              <a:gd name="connsiteY3" fmla="*/ 300400 h 510825"/>
              <a:gd name="connsiteX4" fmla="*/ 120112 w 447840"/>
              <a:gd name="connsiteY4" fmla="*/ 82455 h 510825"/>
              <a:gd name="connsiteX5" fmla="*/ 210977 w 447840"/>
              <a:gd name="connsiteY5" fmla="*/ 20083 h 510825"/>
              <a:gd name="connsiteX6" fmla="*/ 252056 w 447840"/>
              <a:gd name="connsiteY6" fmla="*/ 112811 h 510825"/>
              <a:gd name="connsiteX7" fmla="*/ 345140 w 447840"/>
              <a:gd name="connsiteY7" fmla="*/ 128906 h 510825"/>
              <a:gd name="connsiteX8" fmla="*/ 360212 w 447840"/>
              <a:gd name="connsiteY8" fmla="*/ 231668 h 510825"/>
              <a:gd name="connsiteX9" fmla="*/ 429691 w 447840"/>
              <a:gd name="connsiteY9" fmla="*/ 274966 h 510825"/>
              <a:gd name="connsiteX10" fmla="*/ 427477 w 447840"/>
              <a:gd name="connsiteY10" fmla="*/ 365354 h 510825"/>
              <a:gd name="connsiteX11" fmla="*/ 201478 w 447840"/>
              <a:gd name="connsiteY11" fmla="*/ 501407 h 510825"/>
              <a:gd name="connsiteX12" fmla="*/ 161017 w 447840"/>
              <a:gd name="connsiteY12" fmla="*/ 506887 h 510825"/>
              <a:gd name="connsiteX13" fmla="*/ 135389 w 447840"/>
              <a:gd name="connsiteY13" fmla="*/ 509544 h 510825"/>
              <a:gd name="connsiteX0" fmla="*/ 134499 w 446950"/>
              <a:gd name="connsiteY0" fmla="*/ 536347 h 537628"/>
              <a:gd name="connsiteX1" fmla="*/ 119278 w 446950"/>
              <a:gd name="connsiteY1" fmla="*/ 506734 h 537628"/>
              <a:gd name="connsiteX2" fmla="*/ 93595 w 446950"/>
              <a:gd name="connsiteY2" fmla="*/ 454151 h 537628"/>
              <a:gd name="connsiteX3" fmla="*/ 1263 w 446950"/>
              <a:gd name="connsiteY3" fmla="*/ 327203 h 537628"/>
              <a:gd name="connsiteX4" fmla="*/ 169134 w 446950"/>
              <a:gd name="connsiteY4" fmla="*/ 30550 h 537628"/>
              <a:gd name="connsiteX5" fmla="*/ 210087 w 446950"/>
              <a:gd name="connsiteY5" fmla="*/ 46886 h 537628"/>
              <a:gd name="connsiteX6" fmla="*/ 251166 w 446950"/>
              <a:gd name="connsiteY6" fmla="*/ 139614 h 537628"/>
              <a:gd name="connsiteX7" fmla="*/ 344250 w 446950"/>
              <a:gd name="connsiteY7" fmla="*/ 155709 h 537628"/>
              <a:gd name="connsiteX8" fmla="*/ 359322 w 446950"/>
              <a:gd name="connsiteY8" fmla="*/ 258471 h 537628"/>
              <a:gd name="connsiteX9" fmla="*/ 428801 w 446950"/>
              <a:gd name="connsiteY9" fmla="*/ 301769 h 537628"/>
              <a:gd name="connsiteX10" fmla="*/ 426587 w 446950"/>
              <a:gd name="connsiteY10" fmla="*/ 392157 h 537628"/>
              <a:gd name="connsiteX11" fmla="*/ 200588 w 446950"/>
              <a:gd name="connsiteY11" fmla="*/ 528210 h 537628"/>
              <a:gd name="connsiteX12" fmla="*/ 160127 w 446950"/>
              <a:gd name="connsiteY12" fmla="*/ 533690 h 537628"/>
              <a:gd name="connsiteX13" fmla="*/ 134499 w 446950"/>
              <a:gd name="connsiteY13" fmla="*/ 536347 h 537628"/>
              <a:gd name="connsiteX0" fmla="*/ 134499 w 446950"/>
              <a:gd name="connsiteY0" fmla="*/ 549640 h 550921"/>
              <a:gd name="connsiteX1" fmla="*/ 119278 w 446950"/>
              <a:gd name="connsiteY1" fmla="*/ 520027 h 550921"/>
              <a:gd name="connsiteX2" fmla="*/ 93595 w 446950"/>
              <a:gd name="connsiteY2" fmla="*/ 467444 h 550921"/>
              <a:gd name="connsiteX3" fmla="*/ 1263 w 446950"/>
              <a:gd name="connsiteY3" fmla="*/ 340496 h 550921"/>
              <a:gd name="connsiteX4" fmla="*/ 169134 w 446950"/>
              <a:gd name="connsiteY4" fmla="*/ 43843 h 550921"/>
              <a:gd name="connsiteX5" fmla="*/ 210087 w 446950"/>
              <a:gd name="connsiteY5" fmla="*/ 60179 h 550921"/>
              <a:gd name="connsiteX6" fmla="*/ 251166 w 446950"/>
              <a:gd name="connsiteY6" fmla="*/ 152907 h 550921"/>
              <a:gd name="connsiteX7" fmla="*/ 344250 w 446950"/>
              <a:gd name="connsiteY7" fmla="*/ 169002 h 550921"/>
              <a:gd name="connsiteX8" fmla="*/ 359322 w 446950"/>
              <a:gd name="connsiteY8" fmla="*/ 271764 h 550921"/>
              <a:gd name="connsiteX9" fmla="*/ 428801 w 446950"/>
              <a:gd name="connsiteY9" fmla="*/ 315062 h 550921"/>
              <a:gd name="connsiteX10" fmla="*/ 426587 w 446950"/>
              <a:gd name="connsiteY10" fmla="*/ 405450 h 550921"/>
              <a:gd name="connsiteX11" fmla="*/ 200588 w 446950"/>
              <a:gd name="connsiteY11" fmla="*/ 541503 h 550921"/>
              <a:gd name="connsiteX12" fmla="*/ 160127 w 446950"/>
              <a:gd name="connsiteY12" fmla="*/ 546983 h 550921"/>
              <a:gd name="connsiteX13" fmla="*/ 134499 w 446950"/>
              <a:gd name="connsiteY13" fmla="*/ 549640 h 550921"/>
              <a:gd name="connsiteX0" fmla="*/ 138297 w 450748"/>
              <a:gd name="connsiteY0" fmla="*/ 532470 h 533751"/>
              <a:gd name="connsiteX1" fmla="*/ 123076 w 450748"/>
              <a:gd name="connsiteY1" fmla="*/ 502857 h 533751"/>
              <a:gd name="connsiteX2" fmla="*/ 97393 w 450748"/>
              <a:gd name="connsiteY2" fmla="*/ 450274 h 533751"/>
              <a:gd name="connsiteX3" fmla="*/ 1221 w 450748"/>
              <a:gd name="connsiteY3" fmla="*/ 266374 h 533751"/>
              <a:gd name="connsiteX4" fmla="*/ 172932 w 450748"/>
              <a:gd name="connsiteY4" fmla="*/ 26673 h 533751"/>
              <a:gd name="connsiteX5" fmla="*/ 213885 w 450748"/>
              <a:gd name="connsiteY5" fmla="*/ 43009 h 533751"/>
              <a:gd name="connsiteX6" fmla="*/ 254964 w 450748"/>
              <a:gd name="connsiteY6" fmla="*/ 135737 h 533751"/>
              <a:gd name="connsiteX7" fmla="*/ 348048 w 450748"/>
              <a:gd name="connsiteY7" fmla="*/ 151832 h 533751"/>
              <a:gd name="connsiteX8" fmla="*/ 363120 w 450748"/>
              <a:gd name="connsiteY8" fmla="*/ 254594 h 533751"/>
              <a:gd name="connsiteX9" fmla="*/ 432599 w 450748"/>
              <a:gd name="connsiteY9" fmla="*/ 297892 h 533751"/>
              <a:gd name="connsiteX10" fmla="*/ 430385 w 450748"/>
              <a:gd name="connsiteY10" fmla="*/ 388280 h 533751"/>
              <a:gd name="connsiteX11" fmla="*/ 204386 w 450748"/>
              <a:gd name="connsiteY11" fmla="*/ 524333 h 533751"/>
              <a:gd name="connsiteX12" fmla="*/ 163925 w 450748"/>
              <a:gd name="connsiteY12" fmla="*/ 529813 h 533751"/>
              <a:gd name="connsiteX13" fmla="*/ 138297 w 450748"/>
              <a:gd name="connsiteY13" fmla="*/ 532470 h 533751"/>
              <a:gd name="connsiteX0" fmla="*/ 137298 w 449749"/>
              <a:gd name="connsiteY0" fmla="*/ 532470 h 533751"/>
              <a:gd name="connsiteX1" fmla="*/ 122077 w 449749"/>
              <a:gd name="connsiteY1" fmla="*/ 502857 h 533751"/>
              <a:gd name="connsiteX2" fmla="*/ 96394 w 449749"/>
              <a:gd name="connsiteY2" fmla="*/ 450274 h 533751"/>
              <a:gd name="connsiteX3" fmla="*/ 222 w 449749"/>
              <a:gd name="connsiteY3" fmla="*/ 266374 h 533751"/>
              <a:gd name="connsiteX4" fmla="*/ 171933 w 449749"/>
              <a:gd name="connsiteY4" fmla="*/ 26673 h 533751"/>
              <a:gd name="connsiteX5" fmla="*/ 212886 w 449749"/>
              <a:gd name="connsiteY5" fmla="*/ 43009 h 533751"/>
              <a:gd name="connsiteX6" fmla="*/ 253965 w 449749"/>
              <a:gd name="connsiteY6" fmla="*/ 135737 h 533751"/>
              <a:gd name="connsiteX7" fmla="*/ 347049 w 449749"/>
              <a:gd name="connsiteY7" fmla="*/ 151832 h 533751"/>
              <a:gd name="connsiteX8" fmla="*/ 362121 w 449749"/>
              <a:gd name="connsiteY8" fmla="*/ 254594 h 533751"/>
              <a:gd name="connsiteX9" fmla="*/ 431600 w 449749"/>
              <a:gd name="connsiteY9" fmla="*/ 297892 h 533751"/>
              <a:gd name="connsiteX10" fmla="*/ 429386 w 449749"/>
              <a:gd name="connsiteY10" fmla="*/ 388280 h 533751"/>
              <a:gd name="connsiteX11" fmla="*/ 203387 w 449749"/>
              <a:gd name="connsiteY11" fmla="*/ 524333 h 533751"/>
              <a:gd name="connsiteX12" fmla="*/ 162926 w 449749"/>
              <a:gd name="connsiteY12" fmla="*/ 529813 h 533751"/>
              <a:gd name="connsiteX13" fmla="*/ 137298 w 449749"/>
              <a:gd name="connsiteY13" fmla="*/ 532470 h 533751"/>
              <a:gd name="connsiteX0" fmla="*/ 129629 w 442080"/>
              <a:gd name="connsiteY0" fmla="*/ 535511 h 536792"/>
              <a:gd name="connsiteX1" fmla="*/ 114408 w 442080"/>
              <a:gd name="connsiteY1" fmla="*/ 505898 h 536792"/>
              <a:gd name="connsiteX2" fmla="*/ 88725 w 442080"/>
              <a:gd name="connsiteY2" fmla="*/ 453315 h 536792"/>
              <a:gd name="connsiteX3" fmla="*/ 232 w 442080"/>
              <a:gd name="connsiteY3" fmla="*/ 314208 h 536792"/>
              <a:gd name="connsiteX4" fmla="*/ 164264 w 442080"/>
              <a:gd name="connsiteY4" fmla="*/ 29714 h 536792"/>
              <a:gd name="connsiteX5" fmla="*/ 205217 w 442080"/>
              <a:gd name="connsiteY5" fmla="*/ 46050 h 536792"/>
              <a:gd name="connsiteX6" fmla="*/ 246296 w 442080"/>
              <a:gd name="connsiteY6" fmla="*/ 138778 h 536792"/>
              <a:gd name="connsiteX7" fmla="*/ 339380 w 442080"/>
              <a:gd name="connsiteY7" fmla="*/ 154873 h 536792"/>
              <a:gd name="connsiteX8" fmla="*/ 354452 w 442080"/>
              <a:gd name="connsiteY8" fmla="*/ 257635 h 536792"/>
              <a:gd name="connsiteX9" fmla="*/ 423931 w 442080"/>
              <a:gd name="connsiteY9" fmla="*/ 300933 h 536792"/>
              <a:gd name="connsiteX10" fmla="*/ 421717 w 442080"/>
              <a:gd name="connsiteY10" fmla="*/ 391321 h 536792"/>
              <a:gd name="connsiteX11" fmla="*/ 195718 w 442080"/>
              <a:gd name="connsiteY11" fmla="*/ 527374 h 536792"/>
              <a:gd name="connsiteX12" fmla="*/ 155257 w 442080"/>
              <a:gd name="connsiteY12" fmla="*/ 532854 h 536792"/>
              <a:gd name="connsiteX13" fmla="*/ 129629 w 442080"/>
              <a:gd name="connsiteY13" fmla="*/ 535511 h 536792"/>
              <a:gd name="connsiteX0" fmla="*/ 129728 w 442179"/>
              <a:gd name="connsiteY0" fmla="*/ 549870 h 551151"/>
              <a:gd name="connsiteX1" fmla="*/ 114507 w 442179"/>
              <a:gd name="connsiteY1" fmla="*/ 520257 h 551151"/>
              <a:gd name="connsiteX2" fmla="*/ 88824 w 442179"/>
              <a:gd name="connsiteY2" fmla="*/ 467674 h 551151"/>
              <a:gd name="connsiteX3" fmla="*/ 331 w 442179"/>
              <a:gd name="connsiteY3" fmla="*/ 328567 h 551151"/>
              <a:gd name="connsiteX4" fmla="*/ 164363 w 442179"/>
              <a:gd name="connsiteY4" fmla="*/ 44073 h 551151"/>
              <a:gd name="connsiteX5" fmla="*/ 205316 w 442179"/>
              <a:gd name="connsiteY5" fmla="*/ 60409 h 551151"/>
              <a:gd name="connsiteX6" fmla="*/ 246395 w 442179"/>
              <a:gd name="connsiteY6" fmla="*/ 153137 h 551151"/>
              <a:gd name="connsiteX7" fmla="*/ 339479 w 442179"/>
              <a:gd name="connsiteY7" fmla="*/ 169232 h 551151"/>
              <a:gd name="connsiteX8" fmla="*/ 354551 w 442179"/>
              <a:gd name="connsiteY8" fmla="*/ 271994 h 551151"/>
              <a:gd name="connsiteX9" fmla="*/ 424030 w 442179"/>
              <a:gd name="connsiteY9" fmla="*/ 315292 h 551151"/>
              <a:gd name="connsiteX10" fmla="*/ 421816 w 442179"/>
              <a:gd name="connsiteY10" fmla="*/ 405680 h 551151"/>
              <a:gd name="connsiteX11" fmla="*/ 195817 w 442179"/>
              <a:gd name="connsiteY11" fmla="*/ 541733 h 551151"/>
              <a:gd name="connsiteX12" fmla="*/ 155356 w 442179"/>
              <a:gd name="connsiteY12" fmla="*/ 547213 h 551151"/>
              <a:gd name="connsiteX13" fmla="*/ 129728 w 442179"/>
              <a:gd name="connsiteY13" fmla="*/ 549870 h 551151"/>
              <a:gd name="connsiteX0" fmla="*/ 131342 w 443793"/>
              <a:gd name="connsiteY0" fmla="*/ 549870 h 551151"/>
              <a:gd name="connsiteX1" fmla="*/ 116121 w 443793"/>
              <a:gd name="connsiteY1" fmla="*/ 520257 h 551151"/>
              <a:gd name="connsiteX2" fmla="*/ 78280 w 443793"/>
              <a:gd name="connsiteY2" fmla="*/ 470874 h 551151"/>
              <a:gd name="connsiteX3" fmla="*/ 1945 w 443793"/>
              <a:gd name="connsiteY3" fmla="*/ 328567 h 551151"/>
              <a:gd name="connsiteX4" fmla="*/ 165977 w 443793"/>
              <a:gd name="connsiteY4" fmla="*/ 44073 h 551151"/>
              <a:gd name="connsiteX5" fmla="*/ 206930 w 443793"/>
              <a:gd name="connsiteY5" fmla="*/ 60409 h 551151"/>
              <a:gd name="connsiteX6" fmla="*/ 248009 w 443793"/>
              <a:gd name="connsiteY6" fmla="*/ 153137 h 551151"/>
              <a:gd name="connsiteX7" fmla="*/ 341093 w 443793"/>
              <a:gd name="connsiteY7" fmla="*/ 169232 h 551151"/>
              <a:gd name="connsiteX8" fmla="*/ 356165 w 443793"/>
              <a:gd name="connsiteY8" fmla="*/ 271994 h 551151"/>
              <a:gd name="connsiteX9" fmla="*/ 425644 w 443793"/>
              <a:gd name="connsiteY9" fmla="*/ 315292 h 551151"/>
              <a:gd name="connsiteX10" fmla="*/ 423430 w 443793"/>
              <a:gd name="connsiteY10" fmla="*/ 405680 h 551151"/>
              <a:gd name="connsiteX11" fmla="*/ 197431 w 443793"/>
              <a:gd name="connsiteY11" fmla="*/ 541733 h 551151"/>
              <a:gd name="connsiteX12" fmla="*/ 156970 w 443793"/>
              <a:gd name="connsiteY12" fmla="*/ 547213 h 551151"/>
              <a:gd name="connsiteX13" fmla="*/ 131342 w 443793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1151"/>
              <a:gd name="connsiteX1" fmla="*/ 115115 w 442787"/>
              <a:gd name="connsiteY1" fmla="*/ 520257 h 551151"/>
              <a:gd name="connsiteX2" fmla="*/ 77274 w 442787"/>
              <a:gd name="connsiteY2" fmla="*/ 470874 h 551151"/>
              <a:gd name="connsiteX3" fmla="*/ 939 w 442787"/>
              <a:gd name="connsiteY3" fmla="*/ 328567 h 551151"/>
              <a:gd name="connsiteX4" fmla="*/ 164971 w 442787"/>
              <a:gd name="connsiteY4" fmla="*/ 44073 h 551151"/>
              <a:gd name="connsiteX5" fmla="*/ 205924 w 442787"/>
              <a:gd name="connsiteY5" fmla="*/ 60409 h 551151"/>
              <a:gd name="connsiteX6" fmla="*/ 247003 w 442787"/>
              <a:gd name="connsiteY6" fmla="*/ 153137 h 551151"/>
              <a:gd name="connsiteX7" fmla="*/ 340087 w 442787"/>
              <a:gd name="connsiteY7" fmla="*/ 169232 h 551151"/>
              <a:gd name="connsiteX8" fmla="*/ 355159 w 442787"/>
              <a:gd name="connsiteY8" fmla="*/ 271994 h 551151"/>
              <a:gd name="connsiteX9" fmla="*/ 424638 w 442787"/>
              <a:gd name="connsiteY9" fmla="*/ 315292 h 551151"/>
              <a:gd name="connsiteX10" fmla="*/ 422424 w 442787"/>
              <a:gd name="connsiteY10" fmla="*/ 405680 h 551151"/>
              <a:gd name="connsiteX11" fmla="*/ 196425 w 442787"/>
              <a:gd name="connsiteY11" fmla="*/ 541733 h 551151"/>
              <a:gd name="connsiteX12" fmla="*/ 155964 w 442787"/>
              <a:gd name="connsiteY12" fmla="*/ 547213 h 551151"/>
              <a:gd name="connsiteX13" fmla="*/ 130336 w 442787"/>
              <a:gd name="connsiteY13" fmla="*/ 549870 h 551151"/>
              <a:gd name="connsiteX0" fmla="*/ 130336 w 442787"/>
              <a:gd name="connsiteY0" fmla="*/ 549870 h 556543"/>
              <a:gd name="connsiteX1" fmla="*/ 101037 w 442787"/>
              <a:gd name="connsiteY1" fmla="*/ 548413 h 556543"/>
              <a:gd name="connsiteX2" fmla="*/ 77274 w 442787"/>
              <a:gd name="connsiteY2" fmla="*/ 470874 h 556543"/>
              <a:gd name="connsiteX3" fmla="*/ 939 w 442787"/>
              <a:gd name="connsiteY3" fmla="*/ 328567 h 556543"/>
              <a:gd name="connsiteX4" fmla="*/ 164971 w 442787"/>
              <a:gd name="connsiteY4" fmla="*/ 44073 h 556543"/>
              <a:gd name="connsiteX5" fmla="*/ 205924 w 442787"/>
              <a:gd name="connsiteY5" fmla="*/ 60409 h 556543"/>
              <a:gd name="connsiteX6" fmla="*/ 247003 w 442787"/>
              <a:gd name="connsiteY6" fmla="*/ 153137 h 556543"/>
              <a:gd name="connsiteX7" fmla="*/ 340087 w 442787"/>
              <a:gd name="connsiteY7" fmla="*/ 169232 h 556543"/>
              <a:gd name="connsiteX8" fmla="*/ 355159 w 442787"/>
              <a:gd name="connsiteY8" fmla="*/ 271994 h 556543"/>
              <a:gd name="connsiteX9" fmla="*/ 424638 w 442787"/>
              <a:gd name="connsiteY9" fmla="*/ 315292 h 556543"/>
              <a:gd name="connsiteX10" fmla="*/ 422424 w 442787"/>
              <a:gd name="connsiteY10" fmla="*/ 405680 h 556543"/>
              <a:gd name="connsiteX11" fmla="*/ 196425 w 442787"/>
              <a:gd name="connsiteY11" fmla="*/ 541733 h 556543"/>
              <a:gd name="connsiteX12" fmla="*/ 155964 w 442787"/>
              <a:gd name="connsiteY12" fmla="*/ 547213 h 556543"/>
              <a:gd name="connsiteX13" fmla="*/ 130336 w 442787"/>
              <a:gd name="connsiteY13" fmla="*/ 549870 h 556543"/>
              <a:gd name="connsiteX0" fmla="*/ 130336 w 442787"/>
              <a:gd name="connsiteY0" fmla="*/ 587624 h 587708"/>
              <a:gd name="connsiteX1" fmla="*/ 101037 w 442787"/>
              <a:gd name="connsiteY1" fmla="*/ 548413 h 587708"/>
              <a:gd name="connsiteX2" fmla="*/ 77274 w 442787"/>
              <a:gd name="connsiteY2" fmla="*/ 470874 h 587708"/>
              <a:gd name="connsiteX3" fmla="*/ 939 w 442787"/>
              <a:gd name="connsiteY3" fmla="*/ 328567 h 587708"/>
              <a:gd name="connsiteX4" fmla="*/ 164971 w 442787"/>
              <a:gd name="connsiteY4" fmla="*/ 44073 h 587708"/>
              <a:gd name="connsiteX5" fmla="*/ 205924 w 442787"/>
              <a:gd name="connsiteY5" fmla="*/ 60409 h 587708"/>
              <a:gd name="connsiteX6" fmla="*/ 247003 w 442787"/>
              <a:gd name="connsiteY6" fmla="*/ 153137 h 587708"/>
              <a:gd name="connsiteX7" fmla="*/ 340087 w 442787"/>
              <a:gd name="connsiteY7" fmla="*/ 169232 h 587708"/>
              <a:gd name="connsiteX8" fmla="*/ 355159 w 442787"/>
              <a:gd name="connsiteY8" fmla="*/ 271994 h 587708"/>
              <a:gd name="connsiteX9" fmla="*/ 424638 w 442787"/>
              <a:gd name="connsiteY9" fmla="*/ 315292 h 587708"/>
              <a:gd name="connsiteX10" fmla="*/ 422424 w 442787"/>
              <a:gd name="connsiteY10" fmla="*/ 405680 h 587708"/>
              <a:gd name="connsiteX11" fmla="*/ 196425 w 442787"/>
              <a:gd name="connsiteY11" fmla="*/ 541733 h 587708"/>
              <a:gd name="connsiteX12" fmla="*/ 155964 w 442787"/>
              <a:gd name="connsiteY12" fmla="*/ 547213 h 587708"/>
              <a:gd name="connsiteX13" fmla="*/ 130336 w 442787"/>
              <a:gd name="connsiteY13" fmla="*/ 587624 h 587708"/>
              <a:gd name="connsiteX0" fmla="*/ 130336 w 442787"/>
              <a:gd name="connsiteY0" fmla="*/ 587624 h 588338"/>
              <a:gd name="connsiteX1" fmla="*/ 101037 w 442787"/>
              <a:gd name="connsiteY1" fmla="*/ 548413 h 588338"/>
              <a:gd name="connsiteX2" fmla="*/ 77274 w 442787"/>
              <a:gd name="connsiteY2" fmla="*/ 470874 h 588338"/>
              <a:gd name="connsiteX3" fmla="*/ 939 w 442787"/>
              <a:gd name="connsiteY3" fmla="*/ 328567 h 588338"/>
              <a:gd name="connsiteX4" fmla="*/ 164971 w 442787"/>
              <a:gd name="connsiteY4" fmla="*/ 44073 h 588338"/>
              <a:gd name="connsiteX5" fmla="*/ 205924 w 442787"/>
              <a:gd name="connsiteY5" fmla="*/ 60409 h 588338"/>
              <a:gd name="connsiteX6" fmla="*/ 247003 w 442787"/>
              <a:gd name="connsiteY6" fmla="*/ 153137 h 588338"/>
              <a:gd name="connsiteX7" fmla="*/ 340087 w 442787"/>
              <a:gd name="connsiteY7" fmla="*/ 169232 h 588338"/>
              <a:gd name="connsiteX8" fmla="*/ 355159 w 442787"/>
              <a:gd name="connsiteY8" fmla="*/ 271994 h 588338"/>
              <a:gd name="connsiteX9" fmla="*/ 424638 w 442787"/>
              <a:gd name="connsiteY9" fmla="*/ 315292 h 588338"/>
              <a:gd name="connsiteX10" fmla="*/ 422424 w 442787"/>
              <a:gd name="connsiteY10" fmla="*/ 405680 h 588338"/>
              <a:gd name="connsiteX11" fmla="*/ 196425 w 442787"/>
              <a:gd name="connsiteY11" fmla="*/ 541733 h 588338"/>
              <a:gd name="connsiteX12" fmla="*/ 166202 w 442787"/>
              <a:gd name="connsiteY12" fmla="*/ 582408 h 588338"/>
              <a:gd name="connsiteX13" fmla="*/ 130336 w 442787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621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39440"/>
              <a:gd name="connsiteY0" fmla="*/ 587624 h 588338"/>
              <a:gd name="connsiteX1" fmla="*/ 101037 w 439440"/>
              <a:gd name="connsiteY1" fmla="*/ 548413 h 588338"/>
              <a:gd name="connsiteX2" fmla="*/ 77274 w 439440"/>
              <a:gd name="connsiteY2" fmla="*/ 470874 h 588338"/>
              <a:gd name="connsiteX3" fmla="*/ 939 w 439440"/>
              <a:gd name="connsiteY3" fmla="*/ 328567 h 588338"/>
              <a:gd name="connsiteX4" fmla="*/ 164971 w 439440"/>
              <a:gd name="connsiteY4" fmla="*/ 44073 h 588338"/>
              <a:gd name="connsiteX5" fmla="*/ 205924 w 439440"/>
              <a:gd name="connsiteY5" fmla="*/ 60409 h 588338"/>
              <a:gd name="connsiteX6" fmla="*/ 247003 w 439440"/>
              <a:gd name="connsiteY6" fmla="*/ 153137 h 588338"/>
              <a:gd name="connsiteX7" fmla="*/ 340087 w 439440"/>
              <a:gd name="connsiteY7" fmla="*/ 169232 h 588338"/>
              <a:gd name="connsiteX8" fmla="*/ 355159 w 439440"/>
              <a:gd name="connsiteY8" fmla="*/ 271994 h 588338"/>
              <a:gd name="connsiteX9" fmla="*/ 424638 w 439440"/>
              <a:gd name="connsiteY9" fmla="*/ 315292 h 588338"/>
              <a:gd name="connsiteX10" fmla="*/ 422424 w 439440"/>
              <a:gd name="connsiteY10" fmla="*/ 405680 h 588338"/>
              <a:gd name="connsiteX11" fmla="*/ 244418 w 439440"/>
              <a:gd name="connsiteY11" fmla="*/ 523177 h 588338"/>
              <a:gd name="connsiteX12" fmla="*/ 166202 w 439440"/>
              <a:gd name="connsiteY12" fmla="*/ 582408 h 588338"/>
              <a:gd name="connsiteX13" fmla="*/ 130336 w 439440"/>
              <a:gd name="connsiteY13" fmla="*/ 587624 h 588338"/>
              <a:gd name="connsiteX0" fmla="*/ 130336 w 441853"/>
              <a:gd name="connsiteY0" fmla="*/ 587624 h 588338"/>
              <a:gd name="connsiteX1" fmla="*/ 101037 w 441853"/>
              <a:gd name="connsiteY1" fmla="*/ 54841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30336 w 441853"/>
              <a:gd name="connsiteY0" fmla="*/ 587624 h 588338"/>
              <a:gd name="connsiteX1" fmla="*/ 85040 w 441853"/>
              <a:gd name="connsiteY1" fmla="*/ 549693 h 588338"/>
              <a:gd name="connsiteX2" fmla="*/ 77274 w 441853"/>
              <a:gd name="connsiteY2" fmla="*/ 470874 h 588338"/>
              <a:gd name="connsiteX3" fmla="*/ 939 w 441853"/>
              <a:gd name="connsiteY3" fmla="*/ 328567 h 588338"/>
              <a:gd name="connsiteX4" fmla="*/ 164971 w 441853"/>
              <a:gd name="connsiteY4" fmla="*/ 44073 h 588338"/>
              <a:gd name="connsiteX5" fmla="*/ 205924 w 441853"/>
              <a:gd name="connsiteY5" fmla="*/ 60409 h 588338"/>
              <a:gd name="connsiteX6" fmla="*/ 247003 w 441853"/>
              <a:gd name="connsiteY6" fmla="*/ 153137 h 588338"/>
              <a:gd name="connsiteX7" fmla="*/ 340087 w 441853"/>
              <a:gd name="connsiteY7" fmla="*/ 169232 h 588338"/>
              <a:gd name="connsiteX8" fmla="*/ 355159 w 441853"/>
              <a:gd name="connsiteY8" fmla="*/ 271994 h 588338"/>
              <a:gd name="connsiteX9" fmla="*/ 424638 w 441853"/>
              <a:gd name="connsiteY9" fmla="*/ 315292 h 588338"/>
              <a:gd name="connsiteX10" fmla="*/ 422424 w 441853"/>
              <a:gd name="connsiteY10" fmla="*/ 405680 h 588338"/>
              <a:gd name="connsiteX11" fmla="*/ 210503 w 441853"/>
              <a:gd name="connsiteY11" fmla="*/ 548133 h 588338"/>
              <a:gd name="connsiteX12" fmla="*/ 166202 w 441853"/>
              <a:gd name="connsiteY12" fmla="*/ 582408 h 588338"/>
              <a:gd name="connsiteX13" fmla="*/ 130336 w 441853"/>
              <a:gd name="connsiteY13" fmla="*/ 587624 h 588338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1864"/>
              <a:gd name="connsiteX1" fmla="*/ 85040 w 441853"/>
              <a:gd name="connsiteY1" fmla="*/ 549693 h 591864"/>
              <a:gd name="connsiteX2" fmla="*/ 77274 w 441853"/>
              <a:gd name="connsiteY2" fmla="*/ 470874 h 591864"/>
              <a:gd name="connsiteX3" fmla="*/ 939 w 441853"/>
              <a:gd name="connsiteY3" fmla="*/ 328567 h 591864"/>
              <a:gd name="connsiteX4" fmla="*/ 164971 w 441853"/>
              <a:gd name="connsiteY4" fmla="*/ 44073 h 591864"/>
              <a:gd name="connsiteX5" fmla="*/ 205924 w 441853"/>
              <a:gd name="connsiteY5" fmla="*/ 60409 h 591864"/>
              <a:gd name="connsiteX6" fmla="*/ 247003 w 441853"/>
              <a:gd name="connsiteY6" fmla="*/ 153137 h 591864"/>
              <a:gd name="connsiteX7" fmla="*/ 340087 w 441853"/>
              <a:gd name="connsiteY7" fmla="*/ 169232 h 591864"/>
              <a:gd name="connsiteX8" fmla="*/ 355159 w 441853"/>
              <a:gd name="connsiteY8" fmla="*/ 271994 h 591864"/>
              <a:gd name="connsiteX9" fmla="*/ 424638 w 441853"/>
              <a:gd name="connsiteY9" fmla="*/ 315292 h 591864"/>
              <a:gd name="connsiteX10" fmla="*/ 422424 w 441853"/>
              <a:gd name="connsiteY10" fmla="*/ 405680 h 591864"/>
              <a:gd name="connsiteX11" fmla="*/ 210503 w 441853"/>
              <a:gd name="connsiteY11" fmla="*/ 548133 h 591864"/>
              <a:gd name="connsiteX12" fmla="*/ 166202 w 441853"/>
              <a:gd name="connsiteY12" fmla="*/ 582408 h 591864"/>
              <a:gd name="connsiteX13" fmla="*/ 114978 w 441853"/>
              <a:gd name="connsiteY13" fmla="*/ 591463 h 591864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4489"/>
              <a:gd name="connsiteX1" fmla="*/ 85040 w 441853"/>
              <a:gd name="connsiteY1" fmla="*/ 549693 h 594489"/>
              <a:gd name="connsiteX2" fmla="*/ 77274 w 441853"/>
              <a:gd name="connsiteY2" fmla="*/ 470874 h 594489"/>
              <a:gd name="connsiteX3" fmla="*/ 939 w 441853"/>
              <a:gd name="connsiteY3" fmla="*/ 328567 h 594489"/>
              <a:gd name="connsiteX4" fmla="*/ 164971 w 441853"/>
              <a:gd name="connsiteY4" fmla="*/ 44073 h 594489"/>
              <a:gd name="connsiteX5" fmla="*/ 205924 w 441853"/>
              <a:gd name="connsiteY5" fmla="*/ 60409 h 594489"/>
              <a:gd name="connsiteX6" fmla="*/ 247003 w 441853"/>
              <a:gd name="connsiteY6" fmla="*/ 153137 h 594489"/>
              <a:gd name="connsiteX7" fmla="*/ 340087 w 441853"/>
              <a:gd name="connsiteY7" fmla="*/ 169232 h 594489"/>
              <a:gd name="connsiteX8" fmla="*/ 355159 w 441853"/>
              <a:gd name="connsiteY8" fmla="*/ 271994 h 594489"/>
              <a:gd name="connsiteX9" fmla="*/ 424638 w 441853"/>
              <a:gd name="connsiteY9" fmla="*/ 315292 h 594489"/>
              <a:gd name="connsiteX10" fmla="*/ 422424 w 441853"/>
              <a:gd name="connsiteY10" fmla="*/ 405680 h 594489"/>
              <a:gd name="connsiteX11" fmla="*/ 210503 w 441853"/>
              <a:gd name="connsiteY11" fmla="*/ 548133 h 594489"/>
              <a:gd name="connsiteX12" fmla="*/ 166202 w 441853"/>
              <a:gd name="connsiteY12" fmla="*/ 582408 h 594489"/>
              <a:gd name="connsiteX13" fmla="*/ 114978 w 441853"/>
              <a:gd name="connsiteY13" fmla="*/ 591463 h 594489"/>
              <a:gd name="connsiteX0" fmla="*/ 114978 w 441853"/>
              <a:gd name="connsiteY0" fmla="*/ 591463 h 591967"/>
              <a:gd name="connsiteX1" fmla="*/ 85040 w 441853"/>
              <a:gd name="connsiteY1" fmla="*/ 549693 h 591967"/>
              <a:gd name="connsiteX2" fmla="*/ 77274 w 441853"/>
              <a:gd name="connsiteY2" fmla="*/ 470874 h 591967"/>
              <a:gd name="connsiteX3" fmla="*/ 939 w 441853"/>
              <a:gd name="connsiteY3" fmla="*/ 328567 h 591967"/>
              <a:gd name="connsiteX4" fmla="*/ 164971 w 441853"/>
              <a:gd name="connsiteY4" fmla="*/ 44073 h 591967"/>
              <a:gd name="connsiteX5" fmla="*/ 205924 w 441853"/>
              <a:gd name="connsiteY5" fmla="*/ 60409 h 591967"/>
              <a:gd name="connsiteX6" fmla="*/ 247003 w 441853"/>
              <a:gd name="connsiteY6" fmla="*/ 153137 h 591967"/>
              <a:gd name="connsiteX7" fmla="*/ 340087 w 441853"/>
              <a:gd name="connsiteY7" fmla="*/ 169232 h 591967"/>
              <a:gd name="connsiteX8" fmla="*/ 355159 w 441853"/>
              <a:gd name="connsiteY8" fmla="*/ 271994 h 591967"/>
              <a:gd name="connsiteX9" fmla="*/ 424638 w 441853"/>
              <a:gd name="connsiteY9" fmla="*/ 315292 h 591967"/>
              <a:gd name="connsiteX10" fmla="*/ 422424 w 441853"/>
              <a:gd name="connsiteY10" fmla="*/ 405680 h 591967"/>
              <a:gd name="connsiteX11" fmla="*/ 210503 w 441853"/>
              <a:gd name="connsiteY11" fmla="*/ 548133 h 591967"/>
              <a:gd name="connsiteX12" fmla="*/ 152764 w 441853"/>
              <a:gd name="connsiteY12" fmla="*/ 571530 h 591967"/>
              <a:gd name="connsiteX13" fmla="*/ 114978 w 441853"/>
              <a:gd name="connsiteY13" fmla="*/ 591463 h 591967"/>
              <a:gd name="connsiteX0" fmla="*/ 102820 w 441853"/>
              <a:gd name="connsiteY0" fmla="*/ 586984 h 587245"/>
              <a:gd name="connsiteX1" fmla="*/ 85040 w 441853"/>
              <a:gd name="connsiteY1" fmla="*/ 549693 h 587245"/>
              <a:gd name="connsiteX2" fmla="*/ 77274 w 441853"/>
              <a:gd name="connsiteY2" fmla="*/ 470874 h 587245"/>
              <a:gd name="connsiteX3" fmla="*/ 939 w 441853"/>
              <a:gd name="connsiteY3" fmla="*/ 328567 h 587245"/>
              <a:gd name="connsiteX4" fmla="*/ 164971 w 441853"/>
              <a:gd name="connsiteY4" fmla="*/ 44073 h 587245"/>
              <a:gd name="connsiteX5" fmla="*/ 205924 w 441853"/>
              <a:gd name="connsiteY5" fmla="*/ 60409 h 587245"/>
              <a:gd name="connsiteX6" fmla="*/ 247003 w 441853"/>
              <a:gd name="connsiteY6" fmla="*/ 153137 h 587245"/>
              <a:gd name="connsiteX7" fmla="*/ 340087 w 441853"/>
              <a:gd name="connsiteY7" fmla="*/ 169232 h 587245"/>
              <a:gd name="connsiteX8" fmla="*/ 355159 w 441853"/>
              <a:gd name="connsiteY8" fmla="*/ 271994 h 587245"/>
              <a:gd name="connsiteX9" fmla="*/ 424638 w 441853"/>
              <a:gd name="connsiteY9" fmla="*/ 315292 h 587245"/>
              <a:gd name="connsiteX10" fmla="*/ 422424 w 441853"/>
              <a:gd name="connsiteY10" fmla="*/ 405680 h 587245"/>
              <a:gd name="connsiteX11" fmla="*/ 210503 w 441853"/>
              <a:gd name="connsiteY11" fmla="*/ 548133 h 587245"/>
              <a:gd name="connsiteX12" fmla="*/ 152764 w 441853"/>
              <a:gd name="connsiteY12" fmla="*/ 571530 h 587245"/>
              <a:gd name="connsiteX13" fmla="*/ 102820 w 441853"/>
              <a:gd name="connsiteY13" fmla="*/ 586984 h 587245"/>
              <a:gd name="connsiteX0" fmla="*/ 104100 w 441853"/>
              <a:gd name="connsiteY0" fmla="*/ 582505 h 582872"/>
              <a:gd name="connsiteX1" fmla="*/ 85040 w 441853"/>
              <a:gd name="connsiteY1" fmla="*/ 549693 h 582872"/>
              <a:gd name="connsiteX2" fmla="*/ 77274 w 441853"/>
              <a:gd name="connsiteY2" fmla="*/ 470874 h 582872"/>
              <a:gd name="connsiteX3" fmla="*/ 939 w 441853"/>
              <a:gd name="connsiteY3" fmla="*/ 328567 h 582872"/>
              <a:gd name="connsiteX4" fmla="*/ 164971 w 441853"/>
              <a:gd name="connsiteY4" fmla="*/ 44073 h 582872"/>
              <a:gd name="connsiteX5" fmla="*/ 205924 w 441853"/>
              <a:gd name="connsiteY5" fmla="*/ 60409 h 582872"/>
              <a:gd name="connsiteX6" fmla="*/ 247003 w 441853"/>
              <a:gd name="connsiteY6" fmla="*/ 153137 h 582872"/>
              <a:gd name="connsiteX7" fmla="*/ 340087 w 441853"/>
              <a:gd name="connsiteY7" fmla="*/ 169232 h 582872"/>
              <a:gd name="connsiteX8" fmla="*/ 355159 w 441853"/>
              <a:gd name="connsiteY8" fmla="*/ 271994 h 582872"/>
              <a:gd name="connsiteX9" fmla="*/ 424638 w 441853"/>
              <a:gd name="connsiteY9" fmla="*/ 315292 h 582872"/>
              <a:gd name="connsiteX10" fmla="*/ 422424 w 441853"/>
              <a:gd name="connsiteY10" fmla="*/ 405680 h 582872"/>
              <a:gd name="connsiteX11" fmla="*/ 210503 w 441853"/>
              <a:gd name="connsiteY11" fmla="*/ 548133 h 582872"/>
              <a:gd name="connsiteX12" fmla="*/ 152764 w 441853"/>
              <a:gd name="connsiteY12" fmla="*/ 571530 h 582872"/>
              <a:gd name="connsiteX13" fmla="*/ 104100 w 441853"/>
              <a:gd name="connsiteY13" fmla="*/ 582505 h 582872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89264"/>
              <a:gd name="connsiteX1" fmla="*/ 85040 w 441853"/>
              <a:gd name="connsiteY1" fmla="*/ 549693 h 589264"/>
              <a:gd name="connsiteX2" fmla="*/ 77274 w 441853"/>
              <a:gd name="connsiteY2" fmla="*/ 470874 h 589264"/>
              <a:gd name="connsiteX3" fmla="*/ 939 w 441853"/>
              <a:gd name="connsiteY3" fmla="*/ 328567 h 589264"/>
              <a:gd name="connsiteX4" fmla="*/ 164971 w 441853"/>
              <a:gd name="connsiteY4" fmla="*/ 44073 h 589264"/>
              <a:gd name="connsiteX5" fmla="*/ 205924 w 441853"/>
              <a:gd name="connsiteY5" fmla="*/ 60409 h 589264"/>
              <a:gd name="connsiteX6" fmla="*/ 247003 w 441853"/>
              <a:gd name="connsiteY6" fmla="*/ 153137 h 589264"/>
              <a:gd name="connsiteX7" fmla="*/ 340087 w 441853"/>
              <a:gd name="connsiteY7" fmla="*/ 169232 h 589264"/>
              <a:gd name="connsiteX8" fmla="*/ 355159 w 441853"/>
              <a:gd name="connsiteY8" fmla="*/ 271994 h 589264"/>
              <a:gd name="connsiteX9" fmla="*/ 424638 w 441853"/>
              <a:gd name="connsiteY9" fmla="*/ 315292 h 589264"/>
              <a:gd name="connsiteX10" fmla="*/ 422424 w 441853"/>
              <a:gd name="connsiteY10" fmla="*/ 405680 h 589264"/>
              <a:gd name="connsiteX11" fmla="*/ 210503 w 441853"/>
              <a:gd name="connsiteY11" fmla="*/ 548133 h 589264"/>
              <a:gd name="connsiteX12" fmla="*/ 152764 w 441853"/>
              <a:gd name="connsiteY12" fmla="*/ 571530 h 589264"/>
              <a:gd name="connsiteX13" fmla="*/ 104100 w 441853"/>
              <a:gd name="connsiteY13" fmla="*/ 582505 h 589264"/>
              <a:gd name="connsiteX0" fmla="*/ 104100 w 441853"/>
              <a:gd name="connsiteY0" fmla="*/ 582505 h 590423"/>
              <a:gd name="connsiteX1" fmla="*/ 85040 w 441853"/>
              <a:gd name="connsiteY1" fmla="*/ 549693 h 590423"/>
              <a:gd name="connsiteX2" fmla="*/ 77274 w 441853"/>
              <a:gd name="connsiteY2" fmla="*/ 470874 h 590423"/>
              <a:gd name="connsiteX3" fmla="*/ 939 w 441853"/>
              <a:gd name="connsiteY3" fmla="*/ 328567 h 590423"/>
              <a:gd name="connsiteX4" fmla="*/ 164971 w 441853"/>
              <a:gd name="connsiteY4" fmla="*/ 44073 h 590423"/>
              <a:gd name="connsiteX5" fmla="*/ 205924 w 441853"/>
              <a:gd name="connsiteY5" fmla="*/ 60409 h 590423"/>
              <a:gd name="connsiteX6" fmla="*/ 247003 w 441853"/>
              <a:gd name="connsiteY6" fmla="*/ 153137 h 590423"/>
              <a:gd name="connsiteX7" fmla="*/ 340087 w 441853"/>
              <a:gd name="connsiteY7" fmla="*/ 169232 h 590423"/>
              <a:gd name="connsiteX8" fmla="*/ 355159 w 441853"/>
              <a:gd name="connsiteY8" fmla="*/ 271994 h 590423"/>
              <a:gd name="connsiteX9" fmla="*/ 424638 w 441853"/>
              <a:gd name="connsiteY9" fmla="*/ 315292 h 590423"/>
              <a:gd name="connsiteX10" fmla="*/ 422424 w 441853"/>
              <a:gd name="connsiteY10" fmla="*/ 405680 h 590423"/>
              <a:gd name="connsiteX11" fmla="*/ 210503 w 441853"/>
              <a:gd name="connsiteY11" fmla="*/ 548133 h 590423"/>
              <a:gd name="connsiteX12" fmla="*/ 152764 w 441853"/>
              <a:gd name="connsiteY12" fmla="*/ 571530 h 590423"/>
              <a:gd name="connsiteX13" fmla="*/ 104100 w 441853"/>
              <a:gd name="connsiteY13" fmla="*/ 582505 h 590423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9724"/>
              <a:gd name="connsiteX1" fmla="*/ 85040 w 441853"/>
              <a:gd name="connsiteY1" fmla="*/ 549693 h 589724"/>
              <a:gd name="connsiteX2" fmla="*/ 77274 w 441853"/>
              <a:gd name="connsiteY2" fmla="*/ 470874 h 589724"/>
              <a:gd name="connsiteX3" fmla="*/ 939 w 441853"/>
              <a:gd name="connsiteY3" fmla="*/ 328567 h 589724"/>
              <a:gd name="connsiteX4" fmla="*/ 164971 w 441853"/>
              <a:gd name="connsiteY4" fmla="*/ 44073 h 589724"/>
              <a:gd name="connsiteX5" fmla="*/ 205924 w 441853"/>
              <a:gd name="connsiteY5" fmla="*/ 60409 h 589724"/>
              <a:gd name="connsiteX6" fmla="*/ 247003 w 441853"/>
              <a:gd name="connsiteY6" fmla="*/ 153137 h 589724"/>
              <a:gd name="connsiteX7" fmla="*/ 340087 w 441853"/>
              <a:gd name="connsiteY7" fmla="*/ 169232 h 589724"/>
              <a:gd name="connsiteX8" fmla="*/ 355159 w 441853"/>
              <a:gd name="connsiteY8" fmla="*/ 271994 h 589724"/>
              <a:gd name="connsiteX9" fmla="*/ 424638 w 441853"/>
              <a:gd name="connsiteY9" fmla="*/ 315292 h 589724"/>
              <a:gd name="connsiteX10" fmla="*/ 422424 w 441853"/>
              <a:gd name="connsiteY10" fmla="*/ 405680 h 589724"/>
              <a:gd name="connsiteX11" fmla="*/ 210503 w 441853"/>
              <a:gd name="connsiteY11" fmla="*/ 548133 h 589724"/>
              <a:gd name="connsiteX12" fmla="*/ 152764 w 441853"/>
              <a:gd name="connsiteY12" fmla="*/ 571530 h 589724"/>
              <a:gd name="connsiteX13" fmla="*/ 104100 w 441853"/>
              <a:gd name="connsiteY13" fmla="*/ 582505 h 589724"/>
              <a:gd name="connsiteX0" fmla="*/ 104100 w 441853"/>
              <a:gd name="connsiteY0" fmla="*/ 582505 h 588438"/>
              <a:gd name="connsiteX1" fmla="*/ 85040 w 441853"/>
              <a:gd name="connsiteY1" fmla="*/ 549693 h 588438"/>
              <a:gd name="connsiteX2" fmla="*/ 77274 w 441853"/>
              <a:gd name="connsiteY2" fmla="*/ 470874 h 588438"/>
              <a:gd name="connsiteX3" fmla="*/ 939 w 441853"/>
              <a:gd name="connsiteY3" fmla="*/ 328567 h 588438"/>
              <a:gd name="connsiteX4" fmla="*/ 164971 w 441853"/>
              <a:gd name="connsiteY4" fmla="*/ 44073 h 588438"/>
              <a:gd name="connsiteX5" fmla="*/ 205924 w 441853"/>
              <a:gd name="connsiteY5" fmla="*/ 60409 h 588438"/>
              <a:gd name="connsiteX6" fmla="*/ 247003 w 441853"/>
              <a:gd name="connsiteY6" fmla="*/ 153137 h 588438"/>
              <a:gd name="connsiteX7" fmla="*/ 340087 w 441853"/>
              <a:gd name="connsiteY7" fmla="*/ 169232 h 588438"/>
              <a:gd name="connsiteX8" fmla="*/ 355159 w 441853"/>
              <a:gd name="connsiteY8" fmla="*/ 271994 h 588438"/>
              <a:gd name="connsiteX9" fmla="*/ 424638 w 441853"/>
              <a:gd name="connsiteY9" fmla="*/ 315292 h 588438"/>
              <a:gd name="connsiteX10" fmla="*/ 422424 w 441853"/>
              <a:gd name="connsiteY10" fmla="*/ 405680 h 588438"/>
              <a:gd name="connsiteX11" fmla="*/ 210503 w 441853"/>
              <a:gd name="connsiteY11" fmla="*/ 548133 h 588438"/>
              <a:gd name="connsiteX12" fmla="*/ 164282 w 441853"/>
              <a:gd name="connsiteY12" fmla="*/ 563851 h 588438"/>
              <a:gd name="connsiteX13" fmla="*/ 104100 w 441853"/>
              <a:gd name="connsiteY13" fmla="*/ 582505 h 588438"/>
              <a:gd name="connsiteX0" fmla="*/ 104100 w 441853"/>
              <a:gd name="connsiteY0" fmla="*/ 582505 h 588610"/>
              <a:gd name="connsiteX1" fmla="*/ 85040 w 441853"/>
              <a:gd name="connsiteY1" fmla="*/ 549693 h 588610"/>
              <a:gd name="connsiteX2" fmla="*/ 77274 w 441853"/>
              <a:gd name="connsiteY2" fmla="*/ 470874 h 588610"/>
              <a:gd name="connsiteX3" fmla="*/ 939 w 441853"/>
              <a:gd name="connsiteY3" fmla="*/ 328567 h 588610"/>
              <a:gd name="connsiteX4" fmla="*/ 164971 w 441853"/>
              <a:gd name="connsiteY4" fmla="*/ 44073 h 588610"/>
              <a:gd name="connsiteX5" fmla="*/ 205924 w 441853"/>
              <a:gd name="connsiteY5" fmla="*/ 60409 h 588610"/>
              <a:gd name="connsiteX6" fmla="*/ 247003 w 441853"/>
              <a:gd name="connsiteY6" fmla="*/ 153137 h 588610"/>
              <a:gd name="connsiteX7" fmla="*/ 340087 w 441853"/>
              <a:gd name="connsiteY7" fmla="*/ 169232 h 588610"/>
              <a:gd name="connsiteX8" fmla="*/ 355159 w 441853"/>
              <a:gd name="connsiteY8" fmla="*/ 271994 h 588610"/>
              <a:gd name="connsiteX9" fmla="*/ 424638 w 441853"/>
              <a:gd name="connsiteY9" fmla="*/ 315292 h 588610"/>
              <a:gd name="connsiteX10" fmla="*/ 422424 w 441853"/>
              <a:gd name="connsiteY10" fmla="*/ 405680 h 588610"/>
              <a:gd name="connsiteX11" fmla="*/ 210503 w 441853"/>
              <a:gd name="connsiteY11" fmla="*/ 548133 h 588610"/>
              <a:gd name="connsiteX12" fmla="*/ 164282 w 441853"/>
              <a:gd name="connsiteY12" fmla="*/ 563851 h 588610"/>
              <a:gd name="connsiteX13" fmla="*/ 104100 w 441853"/>
              <a:gd name="connsiteY13" fmla="*/ 582505 h 588610"/>
              <a:gd name="connsiteX0" fmla="*/ 111139 w 441853"/>
              <a:gd name="connsiteY0" fmla="*/ 582505 h 588111"/>
              <a:gd name="connsiteX1" fmla="*/ 85040 w 441853"/>
              <a:gd name="connsiteY1" fmla="*/ 549693 h 588111"/>
              <a:gd name="connsiteX2" fmla="*/ 77274 w 441853"/>
              <a:gd name="connsiteY2" fmla="*/ 470874 h 588111"/>
              <a:gd name="connsiteX3" fmla="*/ 939 w 441853"/>
              <a:gd name="connsiteY3" fmla="*/ 328567 h 588111"/>
              <a:gd name="connsiteX4" fmla="*/ 164971 w 441853"/>
              <a:gd name="connsiteY4" fmla="*/ 44073 h 588111"/>
              <a:gd name="connsiteX5" fmla="*/ 205924 w 441853"/>
              <a:gd name="connsiteY5" fmla="*/ 60409 h 588111"/>
              <a:gd name="connsiteX6" fmla="*/ 247003 w 441853"/>
              <a:gd name="connsiteY6" fmla="*/ 153137 h 588111"/>
              <a:gd name="connsiteX7" fmla="*/ 340087 w 441853"/>
              <a:gd name="connsiteY7" fmla="*/ 169232 h 588111"/>
              <a:gd name="connsiteX8" fmla="*/ 355159 w 441853"/>
              <a:gd name="connsiteY8" fmla="*/ 271994 h 588111"/>
              <a:gd name="connsiteX9" fmla="*/ 424638 w 441853"/>
              <a:gd name="connsiteY9" fmla="*/ 315292 h 588111"/>
              <a:gd name="connsiteX10" fmla="*/ 422424 w 441853"/>
              <a:gd name="connsiteY10" fmla="*/ 405680 h 588111"/>
              <a:gd name="connsiteX11" fmla="*/ 210503 w 441853"/>
              <a:gd name="connsiteY11" fmla="*/ 548133 h 588111"/>
              <a:gd name="connsiteX12" fmla="*/ 164282 w 441853"/>
              <a:gd name="connsiteY12" fmla="*/ 563851 h 588111"/>
              <a:gd name="connsiteX13" fmla="*/ 111139 w 441853"/>
              <a:gd name="connsiteY13" fmla="*/ 582505 h 588111"/>
              <a:gd name="connsiteX0" fmla="*/ 111139 w 441853"/>
              <a:gd name="connsiteY0" fmla="*/ 582505 h 586501"/>
              <a:gd name="connsiteX1" fmla="*/ 85040 w 441853"/>
              <a:gd name="connsiteY1" fmla="*/ 549693 h 586501"/>
              <a:gd name="connsiteX2" fmla="*/ 77274 w 441853"/>
              <a:gd name="connsiteY2" fmla="*/ 470874 h 586501"/>
              <a:gd name="connsiteX3" fmla="*/ 939 w 441853"/>
              <a:gd name="connsiteY3" fmla="*/ 328567 h 586501"/>
              <a:gd name="connsiteX4" fmla="*/ 164971 w 441853"/>
              <a:gd name="connsiteY4" fmla="*/ 44073 h 586501"/>
              <a:gd name="connsiteX5" fmla="*/ 205924 w 441853"/>
              <a:gd name="connsiteY5" fmla="*/ 60409 h 586501"/>
              <a:gd name="connsiteX6" fmla="*/ 247003 w 441853"/>
              <a:gd name="connsiteY6" fmla="*/ 153137 h 586501"/>
              <a:gd name="connsiteX7" fmla="*/ 340087 w 441853"/>
              <a:gd name="connsiteY7" fmla="*/ 169232 h 586501"/>
              <a:gd name="connsiteX8" fmla="*/ 355159 w 441853"/>
              <a:gd name="connsiteY8" fmla="*/ 271994 h 586501"/>
              <a:gd name="connsiteX9" fmla="*/ 424638 w 441853"/>
              <a:gd name="connsiteY9" fmla="*/ 315292 h 586501"/>
              <a:gd name="connsiteX10" fmla="*/ 422424 w 441853"/>
              <a:gd name="connsiteY10" fmla="*/ 405680 h 586501"/>
              <a:gd name="connsiteX11" fmla="*/ 210503 w 441853"/>
              <a:gd name="connsiteY11" fmla="*/ 548133 h 586501"/>
              <a:gd name="connsiteX12" fmla="*/ 164282 w 441853"/>
              <a:gd name="connsiteY12" fmla="*/ 563851 h 586501"/>
              <a:gd name="connsiteX13" fmla="*/ 111139 w 441853"/>
              <a:gd name="connsiteY13" fmla="*/ 582505 h 586501"/>
              <a:gd name="connsiteX0" fmla="*/ 111139 w 441853"/>
              <a:gd name="connsiteY0" fmla="*/ 582505 h 584180"/>
              <a:gd name="connsiteX1" fmla="*/ 85040 w 441853"/>
              <a:gd name="connsiteY1" fmla="*/ 549693 h 584180"/>
              <a:gd name="connsiteX2" fmla="*/ 77274 w 441853"/>
              <a:gd name="connsiteY2" fmla="*/ 470874 h 584180"/>
              <a:gd name="connsiteX3" fmla="*/ 939 w 441853"/>
              <a:gd name="connsiteY3" fmla="*/ 328567 h 584180"/>
              <a:gd name="connsiteX4" fmla="*/ 164971 w 441853"/>
              <a:gd name="connsiteY4" fmla="*/ 44073 h 584180"/>
              <a:gd name="connsiteX5" fmla="*/ 205924 w 441853"/>
              <a:gd name="connsiteY5" fmla="*/ 60409 h 584180"/>
              <a:gd name="connsiteX6" fmla="*/ 247003 w 441853"/>
              <a:gd name="connsiteY6" fmla="*/ 153137 h 584180"/>
              <a:gd name="connsiteX7" fmla="*/ 340087 w 441853"/>
              <a:gd name="connsiteY7" fmla="*/ 169232 h 584180"/>
              <a:gd name="connsiteX8" fmla="*/ 355159 w 441853"/>
              <a:gd name="connsiteY8" fmla="*/ 271994 h 584180"/>
              <a:gd name="connsiteX9" fmla="*/ 424638 w 441853"/>
              <a:gd name="connsiteY9" fmla="*/ 315292 h 584180"/>
              <a:gd name="connsiteX10" fmla="*/ 422424 w 441853"/>
              <a:gd name="connsiteY10" fmla="*/ 405680 h 584180"/>
              <a:gd name="connsiteX11" fmla="*/ 210503 w 441853"/>
              <a:gd name="connsiteY11" fmla="*/ 548133 h 584180"/>
              <a:gd name="connsiteX12" fmla="*/ 164282 w 441853"/>
              <a:gd name="connsiteY12" fmla="*/ 563851 h 584180"/>
              <a:gd name="connsiteX13" fmla="*/ 111139 w 441853"/>
              <a:gd name="connsiteY13" fmla="*/ 582505 h 584180"/>
              <a:gd name="connsiteX0" fmla="*/ 111139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111139 w 441853"/>
              <a:gd name="connsiteY13" fmla="*/ 582505 h 586749"/>
              <a:gd name="connsiteX0" fmla="*/ 97701 w 441853"/>
              <a:gd name="connsiteY0" fmla="*/ 582505 h 586749"/>
              <a:gd name="connsiteX1" fmla="*/ 85040 w 441853"/>
              <a:gd name="connsiteY1" fmla="*/ 549693 h 586749"/>
              <a:gd name="connsiteX2" fmla="*/ 77274 w 441853"/>
              <a:gd name="connsiteY2" fmla="*/ 470874 h 586749"/>
              <a:gd name="connsiteX3" fmla="*/ 939 w 441853"/>
              <a:gd name="connsiteY3" fmla="*/ 328567 h 586749"/>
              <a:gd name="connsiteX4" fmla="*/ 164971 w 441853"/>
              <a:gd name="connsiteY4" fmla="*/ 44073 h 586749"/>
              <a:gd name="connsiteX5" fmla="*/ 205924 w 441853"/>
              <a:gd name="connsiteY5" fmla="*/ 60409 h 586749"/>
              <a:gd name="connsiteX6" fmla="*/ 247003 w 441853"/>
              <a:gd name="connsiteY6" fmla="*/ 153137 h 586749"/>
              <a:gd name="connsiteX7" fmla="*/ 340087 w 441853"/>
              <a:gd name="connsiteY7" fmla="*/ 169232 h 586749"/>
              <a:gd name="connsiteX8" fmla="*/ 355159 w 441853"/>
              <a:gd name="connsiteY8" fmla="*/ 271994 h 586749"/>
              <a:gd name="connsiteX9" fmla="*/ 424638 w 441853"/>
              <a:gd name="connsiteY9" fmla="*/ 315292 h 586749"/>
              <a:gd name="connsiteX10" fmla="*/ 422424 w 441853"/>
              <a:gd name="connsiteY10" fmla="*/ 405680 h 586749"/>
              <a:gd name="connsiteX11" fmla="*/ 210503 w 441853"/>
              <a:gd name="connsiteY11" fmla="*/ 548133 h 586749"/>
              <a:gd name="connsiteX12" fmla="*/ 164282 w 441853"/>
              <a:gd name="connsiteY12" fmla="*/ 563851 h 586749"/>
              <a:gd name="connsiteX13" fmla="*/ 97701 w 441853"/>
              <a:gd name="connsiteY13" fmla="*/ 582505 h 586749"/>
              <a:gd name="connsiteX0" fmla="*/ 97701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97701 w 441853"/>
              <a:gd name="connsiteY13" fmla="*/ 582505 h 586791"/>
              <a:gd name="connsiteX0" fmla="*/ 113059 w 441853"/>
              <a:gd name="connsiteY0" fmla="*/ 582505 h 586791"/>
              <a:gd name="connsiteX1" fmla="*/ 85040 w 441853"/>
              <a:gd name="connsiteY1" fmla="*/ 549693 h 586791"/>
              <a:gd name="connsiteX2" fmla="*/ 77274 w 441853"/>
              <a:gd name="connsiteY2" fmla="*/ 470874 h 586791"/>
              <a:gd name="connsiteX3" fmla="*/ 939 w 441853"/>
              <a:gd name="connsiteY3" fmla="*/ 328567 h 586791"/>
              <a:gd name="connsiteX4" fmla="*/ 164971 w 441853"/>
              <a:gd name="connsiteY4" fmla="*/ 44073 h 586791"/>
              <a:gd name="connsiteX5" fmla="*/ 205924 w 441853"/>
              <a:gd name="connsiteY5" fmla="*/ 60409 h 586791"/>
              <a:gd name="connsiteX6" fmla="*/ 247003 w 441853"/>
              <a:gd name="connsiteY6" fmla="*/ 153137 h 586791"/>
              <a:gd name="connsiteX7" fmla="*/ 340087 w 441853"/>
              <a:gd name="connsiteY7" fmla="*/ 169232 h 586791"/>
              <a:gd name="connsiteX8" fmla="*/ 355159 w 441853"/>
              <a:gd name="connsiteY8" fmla="*/ 271994 h 586791"/>
              <a:gd name="connsiteX9" fmla="*/ 424638 w 441853"/>
              <a:gd name="connsiteY9" fmla="*/ 315292 h 586791"/>
              <a:gd name="connsiteX10" fmla="*/ 422424 w 441853"/>
              <a:gd name="connsiteY10" fmla="*/ 405680 h 586791"/>
              <a:gd name="connsiteX11" fmla="*/ 210503 w 441853"/>
              <a:gd name="connsiteY11" fmla="*/ 548133 h 586791"/>
              <a:gd name="connsiteX12" fmla="*/ 164282 w 441853"/>
              <a:gd name="connsiteY12" fmla="*/ 563851 h 586791"/>
              <a:gd name="connsiteX13" fmla="*/ 113059 w 441853"/>
              <a:gd name="connsiteY13" fmla="*/ 582505 h 586791"/>
              <a:gd name="connsiteX0" fmla="*/ 113059 w 441853"/>
              <a:gd name="connsiteY0" fmla="*/ 582505 h 583610"/>
              <a:gd name="connsiteX1" fmla="*/ 85040 w 441853"/>
              <a:gd name="connsiteY1" fmla="*/ 549693 h 583610"/>
              <a:gd name="connsiteX2" fmla="*/ 77274 w 441853"/>
              <a:gd name="connsiteY2" fmla="*/ 470874 h 583610"/>
              <a:gd name="connsiteX3" fmla="*/ 939 w 441853"/>
              <a:gd name="connsiteY3" fmla="*/ 328567 h 583610"/>
              <a:gd name="connsiteX4" fmla="*/ 164971 w 441853"/>
              <a:gd name="connsiteY4" fmla="*/ 44073 h 583610"/>
              <a:gd name="connsiteX5" fmla="*/ 205924 w 441853"/>
              <a:gd name="connsiteY5" fmla="*/ 60409 h 583610"/>
              <a:gd name="connsiteX6" fmla="*/ 247003 w 441853"/>
              <a:gd name="connsiteY6" fmla="*/ 153137 h 583610"/>
              <a:gd name="connsiteX7" fmla="*/ 340087 w 441853"/>
              <a:gd name="connsiteY7" fmla="*/ 169232 h 583610"/>
              <a:gd name="connsiteX8" fmla="*/ 355159 w 441853"/>
              <a:gd name="connsiteY8" fmla="*/ 271994 h 583610"/>
              <a:gd name="connsiteX9" fmla="*/ 424638 w 441853"/>
              <a:gd name="connsiteY9" fmla="*/ 315292 h 583610"/>
              <a:gd name="connsiteX10" fmla="*/ 422424 w 441853"/>
              <a:gd name="connsiteY10" fmla="*/ 405680 h 583610"/>
              <a:gd name="connsiteX11" fmla="*/ 210503 w 441853"/>
              <a:gd name="connsiteY11" fmla="*/ 548133 h 583610"/>
              <a:gd name="connsiteX12" fmla="*/ 164282 w 441853"/>
              <a:gd name="connsiteY12" fmla="*/ 563851 h 583610"/>
              <a:gd name="connsiteX13" fmla="*/ 113059 w 441853"/>
              <a:gd name="connsiteY13" fmla="*/ 582505 h 583610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3126"/>
              <a:gd name="connsiteX1" fmla="*/ 83760 w 441853"/>
              <a:gd name="connsiteY1" fmla="*/ 539455 h 583126"/>
              <a:gd name="connsiteX2" fmla="*/ 77274 w 441853"/>
              <a:gd name="connsiteY2" fmla="*/ 470874 h 583126"/>
              <a:gd name="connsiteX3" fmla="*/ 939 w 441853"/>
              <a:gd name="connsiteY3" fmla="*/ 328567 h 583126"/>
              <a:gd name="connsiteX4" fmla="*/ 164971 w 441853"/>
              <a:gd name="connsiteY4" fmla="*/ 44073 h 583126"/>
              <a:gd name="connsiteX5" fmla="*/ 205924 w 441853"/>
              <a:gd name="connsiteY5" fmla="*/ 60409 h 583126"/>
              <a:gd name="connsiteX6" fmla="*/ 247003 w 441853"/>
              <a:gd name="connsiteY6" fmla="*/ 153137 h 583126"/>
              <a:gd name="connsiteX7" fmla="*/ 340087 w 441853"/>
              <a:gd name="connsiteY7" fmla="*/ 169232 h 583126"/>
              <a:gd name="connsiteX8" fmla="*/ 355159 w 441853"/>
              <a:gd name="connsiteY8" fmla="*/ 271994 h 583126"/>
              <a:gd name="connsiteX9" fmla="*/ 424638 w 441853"/>
              <a:gd name="connsiteY9" fmla="*/ 315292 h 583126"/>
              <a:gd name="connsiteX10" fmla="*/ 422424 w 441853"/>
              <a:gd name="connsiteY10" fmla="*/ 405680 h 583126"/>
              <a:gd name="connsiteX11" fmla="*/ 210503 w 441853"/>
              <a:gd name="connsiteY11" fmla="*/ 548133 h 583126"/>
              <a:gd name="connsiteX12" fmla="*/ 164282 w 441853"/>
              <a:gd name="connsiteY12" fmla="*/ 563851 h 583126"/>
              <a:gd name="connsiteX13" fmla="*/ 113059 w 441853"/>
              <a:gd name="connsiteY13" fmla="*/ 582505 h 583126"/>
              <a:gd name="connsiteX0" fmla="*/ 113059 w 441853"/>
              <a:gd name="connsiteY0" fmla="*/ 582505 h 584307"/>
              <a:gd name="connsiteX1" fmla="*/ 83760 w 441853"/>
              <a:gd name="connsiteY1" fmla="*/ 539455 h 584307"/>
              <a:gd name="connsiteX2" fmla="*/ 77274 w 441853"/>
              <a:gd name="connsiteY2" fmla="*/ 470874 h 584307"/>
              <a:gd name="connsiteX3" fmla="*/ 939 w 441853"/>
              <a:gd name="connsiteY3" fmla="*/ 328567 h 584307"/>
              <a:gd name="connsiteX4" fmla="*/ 164971 w 441853"/>
              <a:gd name="connsiteY4" fmla="*/ 44073 h 584307"/>
              <a:gd name="connsiteX5" fmla="*/ 205924 w 441853"/>
              <a:gd name="connsiteY5" fmla="*/ 60409 h 584307"/>
              <a:gd name="connsiteX6" fmla="*/ 247003 w 441853"/>
              <a:gd name="connsiteY6" fmla="*/ 153137 h 584307"/>
              <a:gd name="connsiteX7" fmla="*/ 340087 w 441853"/>
              <a:gd name="connsiteY7" fmla="*/ 169232 h 584307"/>
              <a:gd name="connsiteX8" fmla="*/ 355159 w 441853"/>
              <a:gd name="connsiteY8" fmla="*/ 271994 h 584307"/>
              <a:gd name="connsiteX9" fmla="*/ 424638 w 441853"/>
              <a:gd name="connsiteY9" fmla="*/ 315292 h 584307"/>
              <a:gd name="connsiteX10" fmla="*/ 422424 w 441853"/>
              <a:gd name="connsiteY10" fmla="*/ 405680 h 584307"/>
              <a:gd name="connsiteX11" fmla="*/ 210503 w 441853"/>
              <a:gd name="connsiteY11" fmla="*/ 548133 h 584307"/>
              <a:gd name="connsiteX12" fmla="*/ 164282 w 441853"/>
              <a:gd name="connsiteY12" fmla="*/ 573450 h 584307"/>
              <a:gd name="connsiteX13" fmla="*/ 113059 w 441853"/>
              <a:gd name="connsiteY13" fmla="*/ 582505 h 584307"/>
              <a:gd name="connsiteX0" fmla="*/ 113059 w 441853"/>
              <a:gd name="connsiteY0" fmla="*/ 582505 h 586364"/>
              <a:gd name="connsiteX1" fmla="*/ 83760 w 441853"/>
              <a:gd name="connsiteY1" fmla="*/ 539455 h 586364"/>
              <a:gd name="connsiteX2" fmla="*/ 77274 w 441853"/>
              <a:gd name="connsiteY2" fmla="*/ 470874 h 586364"/>
              <a:gd name="connsiteX3" fmla="*/ 939 w 441853"/>
              <a:gd name="connsiteY3" fmla="*/ 328567 h 586364"/>
              <a:gd name="connsiteX4" fmla="*/ 164971 w 441853"/>
              <a:gd name="connsiteY4" fmla="*/ 44073 h 586364"/>
              <a:gd name="connsiteX5" fmla="*/ 205924 w 441853"/>
              <a:gd name="connsiteY5" fmla="*/ 60409 h 586364"/>
              <a:gd name="connsiteX6" fmla="*/ 247003 w 441853"/>
              <a:gd name="connsiteY6" fmla="*/ 153137 h 586364"/>
              <a:gd name="connsiteX7" fmla="*/ 340087 w 441853"/>
              <a:gd name="connsiteY7" fmla="*/ 169232 h 586364"/>
              <a:gd name="connsiteX8" fmla="*/ 355159 w 441853"/>
              <a:gd name="connsiteY8" fmla="*/ 271994 h 586364"/>
              <a:gd name="connsiteX9" fmla="*/ 424638 w 441853"/>
              <a:gd name="connsiteY9" fmla="*/ 315292 h 586364"/>
              <a:gd name="connsiteX10" fmla="*/ 422424 w 441853"/>
              <a:gd name="connsiteY10" fmla="*/ 405680 h 586364"/>
              <a:gd name="connsiteX11" fmla="*/ 210503 w 441853"/>
              <a:gd name="connsiteY11" fmla="*/ 548133 h 586364"/>
              <a:gd name="connsiteX12" fmla="*/ 164282 w 441853"/>
              <a:gd name="connsiteY12" fmla="*/ 573450 h 586364"/>
              <a:gd name="connsiteX13" fmla="*/ 113059 w 441853"/>
              <a:gd name="connsiteY13" fmla="*/ 582505 h 586364"/>
              <a:gd name="connsiteX0" fmla="*/ 113059 w 453835"/>
              <a:gd name="connsiteY0" fmla="*/ 582505 h 586364"/>
              <a:gd name="connsiteX1" fmla="*/ 83760 w 453835"/>
              <a:gd name="connsiteY1" fmla="*/ 539455 h 586364"/>
              <a:gd name="connsiteX2" fmla="*/ 77274 w 453835"/>
              <a:gd name="connsiteY2" fmla="*/ 470874 h 586364"/>
              <a:gd name="connsiteX3" fmla="*/ 939 w 453835"/>
              <a:gd name="connsiteY3" fmla="*/ 328567 h 586364"/>
              <a:gd name="connsiteX4" fmla="*/ 164971 w 453835"/>
              <a:gd name="connsiteY4" fmla="*/ 44073 h 586364"/>
              <a:gd name="connsiteX5" fmla="*/ 205924 w 453835"/>
              <a:gd name="connsiteY5" fmla="*/ 60409 h 586364"/>
              <a:gd name="connsiteX6" fmla="*/ 247003 w 453835"/>
              <a:gd name="connsiteY6" fmla="*/ 153137 h 586364"/>
              <a:gd name="connsiteX7" fmla="*/ 340087 w 453835"/>
              <a:gd name="connsiteY7" fmla="*/ 169232 h 586364"/>
              <a:gd name="connsiteX8" fmla="*/ 355159 w 453835"/>
              <a:gd name="connsiteY8" fmla="*/ 271994 h 586364"/>
              <a:gd name="connsiteX9" fmla="*/ 424638 w 453835"/>
              <a:gd name="connsiteY9" fmla="*/ 315292 h 586364"/>
              <a:gd name="connsiteX10" fmla="*/ 438422 w 453835"/>
              <a:gd name="connsiteY10" fmla="*/ 413359 h 586364"/>
              <a:gd name="connsiteX11" fmla="*/ 210503 w 453835"/>
              <a:gd name="connsiteY11" fmla="*/ 548133 h 586364"/>
              <a:gd name="connsiteX12" fmla="*/ 164282 w 453835"/>
              <a:gd name="connsiteY12" fmla="*/ 573450 h 586364"/>
              <a:gd name="connsiteX13" fmla="*/ 113059 w 453835"/>
              <a:gd name="connsiteY13" fmla="*/ 582505 h 586364"/>
              <a:gd name="connsiteX0" fmla="*/ 113059 w 492770"/>
              <a:gd name="connsiteY0" fmla="*/ 582505 h 586364"/>
              <a:gd name="connsiteX1" fmla="*/ 83760 w 492770"/>
              <a:gd name="connsiteY1" fmla="*/ 539455 h 586364"/>
              <a:gd name="connsiteX2" fmla="*/ 77274 w 492770"/>
              <a:gd name="connsiteY2" fmla="*/ 470874 h 586364"/>
              <a:gd name="connsiteX3" fmla="*/ 939 w 492770"/>
              <a:gd name="connsiteY3" fmla="*/ 328567 h 586364"/>
              <a:gd name="connsiteX4" fmla="*/ 164971 w 492770"/>
              <a:gd name="connsiteY4" fmla="*/ 44073 h 586364"/>
              <a:gd name="connsiteX5" fmla="*/ 205924 w 492770"/>
              <a:gd name="connsiteY5" fmla="*/ 60409 h 586364"/>
              <a:gd name="connsiteX6" fmla="*/ 247003 w 492770"/>
              <a:gd name="connsiteY6" fmla="*/ 153137 h 586364"/>
              <a:gd name="connsiteX7" fmla="*/ 340087 w 492770"/>
              <a:gd name="connsiteY7" fmla="*/ 169232 h 586364"/>
              <a:gd name="connsiteX8" fmla="*/ 355159 w 492770"/>
              <a:gd name="connsiteY8" fmla="*/ 271994 h 586364"/>
              <a:gd name="connsiteX9" fmla="*/ 424638 w 492770"/>
              <a:gd name="connsiteY9" fmla="*/ 315292 h 586364"/>
              <a:gd name="connsiteX10" fmla="*/ 438422 w 492770"/>
              <a:gd name="connsiteY10" fmla="*/ 413359 h 586364"/>
              <a:gd name="connsiteX11" fmla="*/ 210503 w 492770"/>
              <a:gd name="connsiteY11" fmla="*/ 548133 h 586364"/>
              <a:gd name="connsiteX12" fmla="*/ 164282 w 492770"/>
              <a:gd name="connsiteY12" fmla="*/ 573450 h 586364"/>
              <a:gd name="connsiteX13" fmla="*/ 113059 w 492770"/>
              <a:gd name="connsiteY13" fmla="*/ 582505 h 586364"/>
              <a:gd name="connsiteX0" fmla="*/ 113059 w 495534"/>
              <a:gd name="connsiteY0" fmla="*/ 582505 h 586364"/>
              <a:gd name="connsiteX1" fmla="*/ 83760 w 495534"/>
              <a:gd name="connsiteY1" fmla="*/ 539455 h 586364"/>
              <a:gd name="connsiteX2" fmla="*/ 77274 w 495534"/>
              <a:gd name="connsiteY2" fmla="*/ 470874 h 586364"/>
              <a:gd name="connsiteX3" fmla="*/ 939 w 495534"/>
              <a:gd name="connsiteY3" fmla="*/ 328567 h 586364"/>
              <a:gd name="connsiteX4" fmla="*/ 164971 w 495534"/>
              <a:gd name="connsiteY4" fmla="*/ 44073 h 586364"/>
              <a:gd name="connsiteX5" fmla="*/ 205924 w 495534"/>
              <a:gd name="connsiteY5" fmla="*/ 60409 h 586364"/>
              <a:gd name="connsiteX6" fmla="*/ 247003 w 495534"/>
              <a:gd name="connsiteY6" fmla="*/ 153137 h 586364"/>
              <a:gd name="connsiteX7" fmla="*/ 340087 w 495534"/>
              <a:gd name="connsiteY7" fmla="*/ 169232 h 586364"/>
              <a:gd name="connsiteX8" fmla="*/ 355159 w 495534"/>
              <a:gd name="connsiteY8" fmla="*/ 271994 h 586364"/>
              <a:gd name="connsiteX9" fmla="*/ 424638 w 495534"/>
              <a:gd name="connsiteY9" fmla="*/ 315292 h 586364"/>
              <a:gd name="connsiteX10" fmla="*/ 438422 w 495534"/>
              <a:gd name="connsiteY10" fmla="*/ 413359 h 586364"/>
              <a:gd name="connsiteX11" fmla="*/ 210503 w 495534"/>
              <a:gd name="connsiteY11" fmla="*/ 548133 h 586364"/>
              <a:gd name="connsiteX12" fmla="*/ 164282 w 495534"/>
              <a:gd name="connsiteY12" fmla="*/ 573450 h 586364"/>
              <a:gd name="connsiteX13" fmla="*/ 113059 w 495534"/>
              <a:gd name="connsiteY13" fmla="*/ 582505 h 586364"/>
              <a:gd name="connsiteX0" fmla="*/ 113059 w 513185"/>
              <a:gd name="connsiteY0" fmla="*/ 582505 h 586364"/>
              <a:gd name="connsiteX1" fmla="*/ 83760 w 513185"/>
              <a:gd name="connsiteY1" fmla="*/ 539455 h 586364"/>
              <a:gd name="connsiteX2" fmla="*/ 77274 w 513185"/>
              <a:gd name="connsiteY2" fmla="*/ 470874 h 586364"/>
              <a:gd name="connsiteX3" fmla="*/ 939 w 513185"/>
              <a:gd name="connsiteY3" fmla="*/ 328567 h 586364"/>
              <a:gd name="connsiteX4" fmla="*/ 164971 w 513185"/>
              <a:gd name="connsiteY4" fmla="*/ 44073 h 586364"/>
              <a:gd name="connsiteX5" fmla="*/ 205924 w 513185"/>
              <a:gd name="connsiteY5" fmla="*/ 60409 h 586364"/>
              <a:gd name="connsiteX6" fmla="*/ 247003 w 513185"/>
              <a:gd name="connsiteY6" fmla="*/ 153137 h 586364"/>
              <a:gd name="connsiteX7" fmla="*/ 340087 w 513185"/>
              <a:gd name="connsiteY7" fmla="*/ 169232 h 586364"/>
              <a:gd name="connsiteX8" fmla="*/ 355159 w 513185"/>
              <a:gd name="connsiteY8" fmla="*/ 271994 h 586364"/>
              <a:gd name="connsiteX9" fmla="*/ 424638 w 513185"/>
              <a:gd name="connsiteY9" fmla="*/ 315292 h 586364"/>
              <a:gd name="connsiteX10" fmla="*/ 438422 w 513185"/>
              <a:gd name="connsiteY10" fmla="*/ 413359 h 586364"/>
              <a:gd name="connsiteX11" fmla="*/ 210503 w 513185"/>
              <a:gd name="connsiteY11" fmla="*/ 548133 h 586364"/>
              <a:gd name="connsiteX12" fmla="*/ 164282 w 513185"/>
              <a:gd name="connsiteY12" fmla="*/ 573450 h 586364"/>
              <a:gd name="connsiteX13" fmla="*/ 113059 w 513185"/>
              <a:gd name="connsiteY13" fmla="*/ 582505 h 586364"/>
              <a:gd name="connsiteX0" fmla="*/ 113059 w 481709"/>
              <a:gd name="connsiteY0" fmla="*/ 582505 h 586364"/>
              <a:gd name="connsiteX1" fmla="*/ 83760 w 481709"/>
              <a:gd name="connsiteY1" fmla="*/ 539455 h 586364"/>
              <a:gd name="connsiteX2" fmla="*/ 77274 w 481709"/>
              <a:gd name="connsiteY2" fmla="*/ 470874 h 586364"/>
              <a:gd name="connsiteX3" fmla="*/ 939 w 481709"/>
              <a:gd name="connsiteY3" fmla="*/ 328567 h 586364"/>
              <a:gd name="connsiteX4" fmla="*/ 164971 w 481709"/>
              <a:gd name="connsiteY4" fmla="*/ 44073 h 586364"/>
              <a:gd name="connsiteX5" fmla="*/ 205924 w 481709"/>
              <a:gd name="connsiteY5" fmla="*/ 60409 h 586364"/>
              <a:gd name="connsiteX6" fmla="*/ 247003 w 481709"/>
              <a:gd name="connsiteY6" fmla="*/ 153137 h 586364"/>
              <a:gd name="connsiteX7" fmla="*/ 340087 w 481709"/>
              <a:gd name="connsiteY7" fmla="*/ 169232 h 586364"/>
              <a:gd name="connsiteX8" fmla="*/ 355159 w 481709"/>
              <a:gd name="connsiteY8" fmla="*/ 271994 h 586364"/>
              <a:gd name="connsiteX9" fmla="*/ 428477 w 481709"/>
              <a:gd name="connsiteY9" fmla="*/ 321691 h 586364"/>
              <a:gd name="connsiteX10" fmla="*/ 438422 w 481709"/>
              <a:gd name="connsiteY10" fmla="*/ 413359 h 586364"/>
              <a:gd name="connsiteX11" fmla="*/ 210503 w 481709"/>
              <a:gd name="connsiteY11" fmla="*/ 548133 h 586364"/>
              <a:gd name="connsiteX12" fmla="*/ 164282 w 481709"/>
              <a:gd name="connsiteY12" fmla="*/ 573450 h 586364"/>
              <a:gd name="connsiteX13" fmla="*/ 113059 w 48170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82559"/>
              <a:gd name="connsiteY0" fmla="*/ 582505 h 586364"/>
              <a:gd name="connsiteX1" fmla="*/ 83760 w 482559"/>
              <a:gd name="connsiteY1" fmla="*/ 539455 h 586364"/>
              <a:gd name="connsiteX2" fmla="*/ 77274 w 482559"/>
              <a:gd name="connsiteY2" fmla="*/ 470874 h 586364"/>
              <a:gd name="connsiteX3" fmla="*/ 939 w 482559"/>
              <a:gd name="connsiteY3" fmla="*/ 328567 h 586364"/>
              <a:gd name="connsiteX4" fmla="*/ 164971 w 482559"/>
              <a:gd name="connsiteY4" fmla="*/ 44073 h 586364"/>
              <a:gd name="connsiteX5" fmla="*/ 205924 w 482559"/>
              <a:gd name="connsiteY5" fmla="*/ 60409 h 586364"/>
              <a:gd name="connsiteX6" fmla="*/ 247003 w 482559"/>
              <a:gd name="connsiteY6" fmla="*/ 153137 h 586364"/>
              <a:gd name="connsiteX7" fmla="*/ 340087 w 482559"/>
              <a:gd name="connsiteY7" fmla="*/ 169232 h 586364"/>
              <a:gd name="connsiteX8" fmla="*/ 355159 w 482559"/>
              <a:gd name="connsiteY8" fmla="*/ 271994 h 586364"/>
              <a:gd name="connsiteX9" fmla="*/ 428477 w 482559"/>
              <a:gd name="connsiteY9" fmla="*/ 321691 h 586364"/>
              <a:gd name="connsiteX10" fmla="*/ 438422 w 482559"/>
              <a:gd name="connsiteY10" fmla="*/ 413359 h 586364"/>
              <a:gd name="connsiteX11" fmla="*/ 210503 w 482559"/>
              <a:gd name="connsiteY11" fmla="*/ 548133 h 586364"/>
              <a:gd name="connsiteX12" fmla="*/ 164282 w 482559"/>
              <a:gd name="connsiteY12" fmla="*/ 573450 h 586364"/>
              <a:gd name="connsiteX13" fmla="*/ 113059 w 482559"/>
              <a:gd name="connsiteY13" fmla="*/ 582505 h 586364"/>
              <a:gd name="connsiteX0" fmla="*/ 113059 w 497518"/>
              <a:gd name="connsiteY0" fmla="*/ 582505 h 586364"/>
              <a:gd name="connsiteX1" fmla="*/ 83760 w 497518"/>
              <a:gd name="connsiteY1" fmla="*/ 539455 h 586364"/>
              <a:gd name="connsiteX2" fmla="*/ 77274 w 497518"/>
              <a:gd name="connsiteY2" fmla="*/ 470874 h 586364"/>
              <a:gd name="connsiteX3" fmla="*/ 939 w 497518"/>
              <a:gd name="connsiteY3" fmla="*/ 328567 h 586364"/>
              <a:gd name="connsiteX4" fmla="*/ 164971 w 497518"/>
              <a:gd name="connsiteY4" fmla="*/ 44073 h 586364"/>
              <a:gd name="connsiteX5" fmla="*/ 205924 w 497518"/>
              <a:gd name="connsiteY5" fmla="*/ 60409 h 586364"/>
              <a:gd name="connsiteX6" fmla="*/ 247003 w 497518"/>
              <a:gd name="connsiteY6" fmla="*/ 153137 h 586364"/>
              <a:gd name="connsiteX7" fmla="*/ 340087 w 497518"/>
              <a:gd name="connsiteY7" fmla="*/ 169232 h 586364"/>
              <a:gd name="connsiteX8" fmla="*/ 355159 w 497518"/>
              <a:gd name="connsiteY8" fmla="*/ 271994 h 586364"/>
              <a:gd name="connsiteX9" fmla="*/ 428477 w 497518"/>
              <a:gd name="connsiteY9" fmla="*/ 321691 h 586364"/>
              <a:gd name="connsiteX10" fmla="*/ 438422 w 497518"/>
              <a:gd name="connsiteY10" fmla="*/ 413359 h 586364"/>
              <a:gd name="connsiteX11" fmla="*/ 210503 w 497518"/>
              <a:gd name="connsiteY11" fmla="*/ 548133 h 586364"/>
              <a:gd name="connsiteX12" fmla="*/ 164282 w 497518"/>
              <a:gd name="connsiteY12" fmla="*/ 573450 h 586364"/>
              <a:gd name="connsiteX13" fmla="*/ 113059 w 497518"/>
              <a:gd name="connsiteY13" fmla="*/ 582505 h 586364"/>
              <a:gd name="connsiteX0" fmla="*/ 113059 w 493406"/>
              <a:gd name="connsiteY0" fmla="*/ 582505 h 586364"/>
              <a:gd name="connsiteX1" fmla="*/ 83760 w 493406"/>
              <a:gd name="connsiteY1" fmla="*/ 539455 h 586364"/>
              <a:gd name="connsiteX2" fmla="*/ 77274 w 493406"/>
              <a:gd name="connsiteY2" fmla="*/ 470874 h 586364"/>
              <a:gd name="connsiteX3" fmla="*/ 939 w 493406"/>
              <a:gd name="connsiteY3" fmla="*/ 328567 h 586364"/>
              <a:gd name="connsiteX4" fmla="*/ 164971 w 493406"/>
              <a:gd name="connsiteY4" fmla="*/ 44073 h 586364"/>
              <a:gd name="connsiteX5" fmla="*/ 205924 w 493406"/>
              <a:gd name="connsiteY5" fmla="*/ 60409 h 586364"/>
              <a:gd name="connsiteX6" fmla="*/ 247003 w 493406"/>
              <a:gd name="connsiteY6" fmla="*/ 153137 h 586364"/>
              <a:gd name="connsiteX7" fmla="*/ 340087 w 493406"/>
              <a:gd name="connsiteY7" fmla="*/ 169232 h 586364"/>
              <a:gd name="connsiteX8" fmla="*/ 355159 w 493406"/>
              <a:gd name="connsiteY8" fmla="*/ 271994 h 586364"/>
              <a:gd name="connsiteX9" fmla="*/ 428477 w 493406"/>
              <a:gd name="connsiteY9" fmla="*/ 321691 h 586364"/>
              <a:gd name="connsiteX10" fmla="*/ 438422 w 493406"/>
              <a:gd name="connsiteY10" fmla="*/ 413359 h 586364"/>
              <a:gd name="connsiteX11" fmla="*/ 210503 w 493406"/>
              <a:gd name="connsiteY11" fmla="*/ 548133 h 586364"/>
              <a:gd name="connsiteX12" fmla="*/ 164282 w 493406"/>
              <a:gd name="connsiteY12" fmla="*/ 573450 h 586364"/>
              <a:gd name="connsiteX13" fmla="*/ 113059 w 493406"/>
              <a:gd name="connsiteY13" fmla="*/ 582505 h 586364"/>
              <a:gd name="connsiteX0" fmla="*/ 113059 w 473502"/>
              <a:gd name="connsiteY0" fmla="*/ 582505 h 586364"/>
              <a:gd name="connsiteX1" fmla="*/ 83760 w 473502"/>
              <a:gd name="connsiteY1" fmla="*/ 539455 h 586364"/>
              <a:gd name="connsiteX2" fmla="*/ 77274 w 473502"/>
              <a:gd name="connsiteY2" fmla="*/ 470874 h 586364"/>
              <a:gd name="connsiteX3" fmla="*/ 939 w 473502"/>
              <a:gd name="connsiteY3" fmla="*/ 328567 h 586364"/>
              <a:gd name="connsiteX4" fmla="*/ 164971 w 473502"/>
              <a:gd name="connsiteY4" fmla="*/ 44073 h 586364"/>
              <a:gd name="connsiteX5" fmla="*/ 205924 w 473502"/>
              <a:gd name="connsiteY5" fmla="*/ 60409 h 586364"/>
              <a:gd name="connsiteX6" fmla="*/ 247003 w 473502"/>
              <a:gd name="connsiteY6" fmla="*/ 153137 h 586364"/>
              <a:gd name="connsiteX7" fmla="*/ 340087 w 473502"/>
              <a:gd name="connsiteY7" fmla="*/ 169232 h 586364"/>
              <a:gd name="connsiteX8" fmla="*/ 355159 w 473502"/>
              <a:gd name="connsiteY8" fmla="*/ 271994 h 586364"/>
              <a:gd name="connsiteX9" fmla="*/ 428477 w 473502"/>
              <a:gd name="connsiteY9" fmla="*/ 321691 h 586364"/>
              <a:gd name="connsiteX10" fmla="*/ 444181 w 473502"/>
              <a:gd name="connsiteY10" fmla="*/ 413359 h 586364"/>
              <a:gd name="connsiteX11" fmla="*/ 210503 w 473502"/>
              <a:gd name="connsiteY11" fmla="*/ 548133 h 586364"/>
              <a:gd name="connsiteX12" fmla="*/ 164282 w 473502"/>
              <a:gd name="connsiteY12" fmla="*/ 573450 h 586364"/>
              <a:gd name="connsiteX13" fmla="*/ 113059 w 473502"/>
              <a:gd name="connsiteY13" fmla="*/ 582505 h 586364"/>
              <a:gd name="connsiteX0" fmla="*/ 113059 w 475542"/>
              <a:gd name="connsiteY0" fmla="*/ 582505 h 586364"/>
              <a:gd name="connsiteX1" fmla="*/ 83760 w 475542"/>
              <a:gd name="connsiteY1" fmla="*/ 539455 h 586364"/>
              <a:gd name="connsiteX2" fmla="*/ 77274 w 475542"/>
              <a:gd name="connsiteY2" fmla="*/ 470874 h 586364"/>
              <a:gd name="connsiteX3" fmla="*/ 939 w 475542"/>
              <a:gd name="connsiteY3" fmla="*/ 328567 h 586364"/>
              <a:gd name="connsiteX4" fmla="*/ 164971 w 475542"/>
              <a:gd name="connsiteY4" fmla="*/ 44073 h 586364"/>
              <a:gd name="connsiteX5" fmla="*/ 205924 w 475542"/>
              <a:gd name="connsiteY5" fmla="*/ 60409 h 586364"/>
              <a:gd name="connsiteX6" fmla="*/ 247003 w 475542"/>
              <a:gd name="connsiteY6" fmla="*/ 153137 h 586364"/>
              <a:gd name="connsiteX7" fmla="*/ 340087 w 475542"/>
              <a:gd name="connsiteY7" fmla="*/ 169232 h 586364"/>
              <a:gd name="connsiteX8" fmla="*/ 355159 w 475542"/>
              <a:gd name="connsiteY8" fmla="*/ 271994 h 586364"/>
              <a:gd name="connsiteX9" fmla="*/ 428477 w 475542"/>
              <a:gd name="connsiteY9" fmla="*/ 321691 h 586364"/>
              <a:gd name="connsiteX10" fmla="*/ 446741 w 475542"/>
              <a:gd name="connsiteY10" fmla="*/ 389682 h 586364"/>
              <a:gd name="connsiteX11" fmla="*/ 210503 w 475542"/>
              <a:gd name="connsiteY11" fmla="*/ 548133 h 586364"/>
              <a:gd name="connsiteX12" fmla="*/ 164282 w 475542"/>
              <a:gd name="connsiteY12" fmla="*/ 573450 h 586364"/>
              <a:gd name="connsiteX13" fmla="*/ 113059 w 475542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412719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77084"/>
              <a:gd name="connsiteY0" fmla="*/ 582505 h 586364"/>
              <a:gd name="connsiteX1" fmla="*/ 83760 w 477084"/>
              <a:gd name="connsiteY1" fmla="*/ 539455 h 586364"/>
              <a:gd name="connsiteX2" fmla="*/ 77274 w 477084"/>
              <a:gd name="connsiteY2" fmla="*/ 470874 h 586364"/>
              <a:gd name="connsiteX3" fmla="*/ 939 w 477084"/>
              <a:gd name="connsiteY3" fmla="*/ 328567 h 586364"/>
              <a:gd name="connsiteX4" fmla="*/ 164971 w 477084"/>
              <a:gd name="connsiteY4" fmla="*/ 44073 h 586364"/>
              <a:gd name="connsiteX5" fmla="*/ 205924 w 477084"/>
              <a:gd name="connsiteY5" fmla="*/ 60409 h 586364"/>
              <a:gd name="connsiteX6" fmla="*/ 247003 w 477084"/>
              <a:gd name="connsiteY6" fmla="*/ 153137 h 586364"/>
              <a:gd name="connsiteX7" fmla="*/ 340087 w 477084"/>
              <a:gd name="connsiteY7" fmla="*/ 169232 h 586364"/>
              <a:gd name="connsiteX8" fmla="*/ 355159 w 477084"/>
              <a:gd name="connsiteY8" fmla="*/ 271994 h 586364"/>
              <a:gd name="connsiteX9" fmla="*/ 428477 w 477084"/>
              <a:gd name="connsiteY9" fmla="*/ 321691 h 586364"/>
              <a:gd name="connsiteX10" fmla="*/ 448660 w 477084"/>
              <a:gd name="connsiteY10" fmla="*/ 398002 h 586364"/>
              <a:gd name="connsiteX11" fmla="*/ 210503 w 477084"/>
              <a:gd name="connsiteY11" fmla="*/ 548133 h 586364"/>
              <a:gd name="connsiteX12" fmla="*/ 164282 w 477084"/>
              <a:gd name="connsiteY12" fmla="*/ 573450 h 586364"/>
              <a:gd name="connsiteX13" fmla="*/ 113059 w 477084"/>
              <a:gd name="connsiteY13" fmla="*/ 582505 h 586364"/>
              <a:gd name="connsiteX0" fmla="*/ 113059 w 483608"/>
              <a:gd name="connsiteY0" fmla="*/ 582505 h 586364"/>
              <a:gd name="connsiteX1" fmla="*/ 83760 w 483608"/>
              <a:gd name="connsiteY1" fmla="*/ 539455 h 586364"/>
              <a:gd name="connsiteX2" fmla="*/ 77274 w 483608"/>
              <a:gd name="connsiteY2" fmla="*/ 470874 h 586364"/>
              <a:gd name="connsiteX3" fmla="*/ 939 w 483608"/>
              <a:gd name="connsiteY3" fmla="*/ 328567 h 586364"/>
              <a:gd name="connsiteX4" fmla="*/ 164971 w 483608"/>
              <a:gd name="connsiteY4" fmla="*/ 44073 h 586364"/>
              <a:gd name="connsiteX5" fmla="*/ 205924 w 483608"/>
              <a:gd name="connsiteY5" fmla="*/ 60409 h 586364"/>
              <a:gd name="connsiteX6" fmla="*/ 247003 w 483608"/>
              <a:gd name="connsiteY6" fmla="*/ 153137 h 586364"/>
              <a:gd name="connsiteX7" fmla="*/ 340087 w 483608"/>
              <a:gd name="connsiteY7" fmla="*/ 169232 h 586364"/>
              <a:gd name="connsiteX8" fmla="*/ 355159 w 483608"/>
              <a:gd name="connsiteY8" fmla="*/ 271994 h 586364"/>
              <a:gd name="connsiteX9" fmla="*/ 428477 w 483608"/>
              <a:gd name="connsiteY9" fmla="*/ 321691 h 586364"/>
              <a:gd name="connsiteX10" fmla="*/ 448660 w 483608"/>
              <a:gd name="connsiteY10" fmla="*/ 398002 h 586364"/>
              <a:gd name="connsiteX11" fmla="*/ 210503 w 483608"/>
              <a:gd name="connsiteY11" fmla="*/ 548133 h 586364"/>
              <a:gd name="connsiteX12" fmla="*/ 164282 w 483608"/>
              <a:gd name="connsiteY12" fmla="*/ 573450 h 586364"/>
              <a:gd name="connsiteX13" fmla="*/ 113059 w 483608"/>
              <a:gd name="connsiteY13" fmla="*/ 582505 h 586364"/>
              <a:gd name="connsiteX0" fmla="*/ 113059 w 489565"/>
              <a:gd name="connsiteY0" fmla="*/ 582505 h 586364"/>
              <a:gd name="connsiteX1" fmla="*/ 83760 w 489565"/>
              <a:gd name="connsiteY1" fmla="*/ 539455 h 586364"/>
              <a:gd name="connsiteX2" fmla="*/ 77274 w 489565"/>
              <a:gd name="connsiteY2" fmla="*/ 470874 h 586364"/>
              <a:gd name="connsiteX3" fmla="*/ 939 w 489565"/>
              <a:gd name="connsiteY3" fmla="*/ 328567 h 586364"/>
              <a:gd name="connsiteX4" fmla="*/ 164971 w 489565"/>
              <a:gd name="connsiteY4" fmla="*/ 44073 h 586364"/>
              <a:gd name="connsiteX5" fmla="*/ 205924 w 489565"/>
              <a:gd name="connsiteY5" fmla="*/ 60409 h 586364"/>
              <a:gd name="connsiteX6" fmla="*/ 247003 w 489565"/>
              <a:gd name="connsiteY6" fmla="*/ 153137 h 586364"/>
              <a:gd name="connsiteX7" fmla="*/ 340087 w 489565"/>
              <a:gd name="connsiteY7" fmla="*/ 169232 h 586364"/>
              <a:gd name="connsiteX8" fmla="*/ 355159 w 489565"/>
              <a:gd name="connsiteY8" fmla="*/ 271994 h 586364"/>
              <a:gd name="connsiteX9" fmla="*/ 428477 w 489565"/>
              <a:gd name="connsiteY9" fmla="*/ 321691 h 586364"/>
              <a:gd name="connsiteX10" fmla="*/ 448660 w 489565"/>
              <a:gd name="connsiteY10" fmla="*/ 398002 h 586364"/>
              <a:gd name="connsiteX11" fmla="*/ 210503 w 489565"/>
              <a:gd name="connsiteY11" fmla="*/ 548133 h 586364"/>
              <a:gd name="connsiteX12" fmla="*/ 164282 w 489565"/>
              <a:gd name="connsiteY12" fmla="*/ 573450 h 586364"/>
              <a:gd name="connsiteX13" fmla="*/ 113059 w 489565"/>
              <a:gd name="connsiteY13" fmla="*/ 582505 h 586364"/>
              <a:gd name="connsiteX0" fmla="*/ 113059 w 455146"/>
              <a:gd name="connsiteY0" fmla="*/ 582505 h 586364"/>
              <a:gd name="connsiteX1" fmla="*/ 83760 w 455146"/>
              <a:gd name="connsiteY1" fmla="*/ 539455 h 586364"/>
              <a:gd name="connsiteX2" fmla="*/ 77274 w 455146"/>
              <a:gd name="connsiteY2" fmla="*/ 470874 h 586364"/>
              <a:gd name="connsiteX3" fmla="*/ 939 w 455146"/>
              <a:gd name="connsiteY3" fmla="*/ 328567 h 586364"/>
              <a:gd name="connsiteX4" fmla="*/ 164971 w 455146"/>
              <a:gd name="connsiteY4" fmla="*/ 44073 h 586364"/>
              <a:gd name="connsiteX5" fmla="*/ 205924 w 455146"/>
              <a:gd name="connsiteY5" fmla="*/ 60409 h 586364"/>
              <a:gd name="connsiteX6" fmla="*/ 247003 w 455146"/>
              <a:gd name="connsiteY6" fmla="*/ 153137 h 586364"/>
              <a:gd name="connsiteX7" fmla="*/ 340087 w 455146"/>
              <a:gd name="connsiteY7" fmla="*/ 169232 h 586364"/>
              <a:gd name="connsiteX8" fmla="*/ 355159 w 455146"/>
              <a:gd name="connsiteY8" fmla="*/ 271994 h 586364"/>
              <a:gd name="connsiteX9" fmla="*/ 384963 w 455146"/>
              <a:gd name="connsiteY9" fmla="*/ 327450 h 586364"/>
              <a:gd name="connsiteX10" fmla="*/ 448660 w 455146"/>
              <a:gd name="connsiteY10" fmla="*/ 398002 h 586364"/>
              <a:gd name="connsiteX11" fmla="*/ 210503 w 455146"/>
              <a:gd name="connsiteY11" fmla="*/ 548133 h 586364"/>
              <a:gd name="connsiteX12" fmla="*/ 164282 w 455146"/>
              <a:gd name="connsiteY12" fmla="*/ 573450 h 586364"/>
              <a:gd name="connsiteX13" fmla="*/ 113059 w 455146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5220"/>
              <a:gd name="connsiteY0" fmla="*/ 582505 h 586364"/>
              <a:gd name="connsiteX1" fmla="*/ 83760 w 455220"/>
              <a:gd name="connsiteY1" fmla="*/ 539455 h 586364"/>
              <a:gd name="connsiteX2" fmla="*/ 77274 w 455220"/>
              <a:gd name="connsiteY2" fmla="*/ 470874 h 586364"/>
              <a:gd name="connsiteX3" fmla="*/ 939 w 455220"/>
              <a:gd name="connsiteY3" fmla="*/ 328567 h 586364"/>
              <a:gd name="connsiteX4" fmla="*/ 164971 w 455220"/>
              <a:gd name="connsiteY4" fmla="*/ 44073 h 586364"/>
              <a:gd name="connsiteX5" fmla="*/ 205924 w 455220"/>
              <a:gd name="connsiteY5" fmla="*/ 60409 h 586364"/>
              <a:gd name="connsiteX6" fmla="*/ 247003 w 455220"/>
              <a:gd name="connsiteY6" fmla="*/ 153137 h 586364"/>
              <a:gd name="connsiteX7" fmla="*/ 340087 w 455220"/>
              <a:gd name="connsiteY7" fmla="*/ 169232 h 586364"/>
              <a:gd name="connsiteX8" fmla="*/ 348120 w 455220"/>
              <a:gd name="connsiteY8" fmla="*/ 271994 h 586364"/>
              <a:gd name="connsiteX9" fmla="*/ 384963 w 455220"/>
              <a:gd name="connsiteY9" fmla="*/ 327450 h 586364"/>
              <a:gd name="connsiteX10" fmla="*/ 448660 w 455220"/>
              <a:gd name="connsiteY10" fmla="*/ 398002 h 586364"/>
              <a:gd name="connsiteX11" fmla="*/ 210503 w 455220"/>
              <a:gd name="connsiteY11" fmla="*/ 548133 h 586364"/>
              <a:gd name="connsiteX12" fmla="*/ 164282 w 455220"/>
              <a:gd name="connsiteY12" fmla="*/ 573450 h 586364"/>
              <a:gd name="connsiteX13" fmla="*/ 113059 w 455220"/>
              <a:gd name="connsiteY13" fmla="*/ 582505 h 586364"/>
              <a:gd name="connsiteX0" fmla="*/ 113059 w 457188"/>
              <a:gd name="connsiteY0" fmla="*/ 582505 h 586364"/>
              <a:gd name="connsiteX1" fmla="*/ 83760 w 457188"/>
              <a:gd name="connsiteY1" fmla="*/ 539455 h 586364"/>
              <a:gd name="connsiteX2" fmla="*/ 77274 w 457188"/>
              <a:gd name="connsiteY2" fmla="*/ 470874 h 586364"/>
              <a:gd name="connsiteX3" fmla="*/ 939 w 457188"/>
              <a:gd name="connsiteY3" fmla="*/ 328567 h 586364"/>
              <a:gd name="connsiteX4" fmla="*/ 164971 w 457188"/>
              <a:gd name="connsiteY4" fmla="*/ 44073 h 586364"/>
              <a:gd name="connsiteX5" fmla="*/ 205924 w 457188"/>
              <a:gd name="connsiteY5" fmla="*/ 60409 h 586364"/>
              <a:gd name="connsiteX6" fmla="*/ 247003 w 457188"/>
              <a:gd name="connsiteY6" fmla="*/ 153137 h 586364"/>
              <a:gd name="connsiteX7" fmla="*/ 340087 w 457188"/>
              <a:gd name="connsiteY7" fmla="*/ 169232 h 586364"/>
              <a:gd name="connsiteX8" fmla="*/ 348120 w 457188"/>
              <a:gd name="connsiteY8" fmla="*/ 271994 h 586364"/>
              <a:gd name="connsiteX9" fmla="*/ 399041 w 457188"/>
              <a:gd name="connsiteY9" fmla="*/ 321051 h 586364"/>
              <a:gd name="connsiteX10" fmla="*/ 448660 w 457188"/>
              <a:gd name="connsiteY10" fmla="*/ 398002 h 586364"/>
              <a:gd name="connsiteX11" fmla="*/ 210503 w 457188"/>
              <a:gd name="connsiteY11" fmla="*/ 548133 h 586364"/>
              <a:gd name="connsiteX12" fmla="*/ 164282 w 457188"/>
              <a:gd name="connsiteY12" fmla="*/ 573450 h 586364"/>
              <a:gd name="connsiteX13" fmla="*/ 113059 w 457188"/>
              <a:gd name="connsiteY13" fmla="*/ 582505 h 586364"/>
              <a:gd name="connsiteX0" fmla="*/ 113059 w 458774"/>
              <a:gd name="connsiteY0" fmla="*/ 582505 h 586364"/>
              <a:gd name="connsiteX1" fmla="*/ 83760 w 458774"/>
              <a:gd name="connsiteY1" fmla="*/ 539455 h 586364"/>
              <a:gd name="connsiteX2" fmla="*/ 77274 w 458774"/>
              <a:gd name="connsiteY2" fmla="*/ 470874 h 586364"/>
              <a:gd name="connsiteX3" fmla="*/ 939 w 458774"/>
              <a:gd name="connsiteY3" fmla="*/ 328567 h 586364"/>
              <a:gd name="connsiteX4" fmla="*/ 164971 w 458774"/>
              <a:gd name="connsiteY4" fmla="*/ 44073 h 586364"/>
              <a:gd name="connsiteX5" fmla="*/ 205924 w 458774"/>
              <a:gd name="connsiteY5" fmla="*/ 60409 h 586364"/>
              <a:gd name="connsiteX6" fmla="*/ 247003 w 458774"/>
              <a:gd name="connsiteY6" fmla="*/ 153137 h 586364"/>
              <a:gd name="connsiteX7" fmla="*/ 340087 w 458774"/>
              <a:gd name="connsiteY7" fmla="*/ 169232 h 586364"/>
              <a:gd name="connsiteX8" fmla="*/ 348120 w 458774"/>
              <a:gd name="connsiteY8" fmla="*/ 271994 h 586364"/>
              <a:gd name="connsiteX9" fmla="*/ 399041 w 458774"/>
              <a:gd name="connsiteY9" fmla="*/ 321051 h 586364"/>
              <a:gd name="connsiteX10" fmla="*/ 448660 w 458774"/>
              <a:gd name="connsiteY10" fmla="*/ 398002 h 586364"/>
              <a:gd name="connsiteX11" fmla="*/ 210503 w 458774"/>
              <a:gd name="connsiteY11" fmla="*/ 548133 h 586364"/>
              <a:gd name="connsiteX12" fmla="*/ 164282 w 458774"/>
              <a:gd name="connsiteY12" fmla="*/ 573450 h 586364"/>
              <a:gd name="connsiteX13" fmla="*/ 113059 w 458774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7472"/>
              <a:gd name="connsiteY0" fmla="*/ 582505 h 586364"/>
              <a:gd name="connsiteX1" fmla="*/ 83760 w 457472"/>
              <a:gd name="connsiteY1" fmla="*/ 539455 h 586364"/>
              <a:gd name="connsiteX2" fmla="*/ 77274 w 457472"/>
              <a:gd name="connsiteY2" fmla="*/ 470874 h 586364"/>
              <a:gd name="connsiteX3" fmla="*/ 939 w 457472"/>
              <a:gd name="connsiteY3" fmla="*/ 328567 h 586364"/>
              <a:gd name="connsiteX4" fmla="*/ 164971 w 457472"/>
              <a:gd name="connsiteY4" fmla="*/ 44073 h 586364"/>
              <a:gd name="connsiteX5" fmla="*/ 205924 w 457472"/>
              <a:gd name="connsiteY5" fmla="*/ 60409 h 586364"/>
              <a:gd name="connsiteX6" fmla="*/ 247003 w 457472"/>
              <a:gd name="connsiteY6" fmla="*/ 153137 h 586364"/>
              <a:gd name="connsiteX7" fmla="*/ 340087 w 457472"/>
              <a:gd name="connsiteY7" fmla="*/ 169232 h 586364"/>
              <a:gd name="connsiteX8" fmla="*/ 329563 w 457472"/>
              <a:gd name="connsiteY8" fmla="*/ 253437 h 586364"/>
              <a:gd name="connsiteX9" fmla="*/ 399041 w 457472"/>
              <a:gd name="connsiteY9" fmla="*/ 321051 h 586364"/>
              <a:gd name="connsiteX10" fmla="*/ 448660 w 457472"/>
              <a:gd name="connsiteY10" fmla="*/ 398002 h 586364"/>
              <a:gd name="connsiteX11" fmla="*/ 210503 w 457472"/>
              <a:gd name="connsiteY11" fmla="*/ 548133 h 586364"/>
              <a:gd name="connsiteX12" fmla="*/ 164282 w 457472"/>
              <a:gd name="connsiteY12" fmla="*/ 573450 h 586364"/>
              <a:gd name="connsiteX13" fmla="*/ 113059 w 457472"/>
              <a:gd name="connsiteY13" fmla="*/ 582505 h 586364"/>
              <a:gd name="connsiteX0" fmla="*/ 113059 w 455669"/>
              <a:gd name="connsiteY0" fmla="*/ 582505 h 586364"/>
              <a:gd name="connsiteX1" fmla="*/ 83760 w 455669"/>
              <a:gd name="connsiteY1" fmla="*/ 539455 h 586364"/>
              <a:gd name="connsiteX2" fmla="*/ 77274 w 455669"/>
              <a:gd name="connsiteY2" fmla="*/ 470874 h 586364"/>
              <a:gd name="connsiteX3" fmla="*/ 939 w 455669"/>
              <a:gd name="connsiteY3" fmla="*/ 328567 h 586364"/>
              <a:gd name="connsiteX4" fmla="*/ 164971 w 455669"/>
              <a:gd name="connsiteY4" fmla="*/ 44073 h 586364"/>
              <a:gd name="connsiteX5" fmla="*/ 205924 w 455669"/>
              <a:gd name="connsiteY5" fmla="*/ 60409 h 586364"/>
              <a:gd name="connsiteX6" fmla="*/ 247003 w 455669"/>
              <a:gd name="connsiteY6" fmla="*/ 153137 h 586364"/>
              <a:gd name="connsiteX7" fmla="*/ 340087 w 455669"/>
              <a:gd name="connsiteY7" fmla="*/ 169232 h 586364"/>
              <a:gd name="connsiteX8" fmla="*/ 329563 w 455669"/>
              <a:gd name="connsiteY8" fmla="*/ 253437 h 586364"/>
              <a:gd name="connsiteX9" fmla="*/ 386883 w 455669"/>
              <a:gd name="connsiteY9" fmla="*/ 325530 h 586364"/>
              <a:gd name="connsiteX10" fmla="*/ 448660 w 455669"/>
              <a:gd name="connsiteY10" fmla="*/ 398002 h 586364"/>
              <a:gd name="connsiteX11" fmla="*/ 210503 w 455669"/>
              <a:gd name="connsiteY11" fmla="*/ 548133 h 586364"/>
              <a:gd name="connsiteX12" fmla="*/ 164282 w 455669"/>
              <a:gd name="connsiteY12" fmla="*/ 573450 h 586364"/>
              <a:gd name="connsiteX13" fmla="*/ 113059 w 455669"/>
              <a:gd name="connsiteY13" fmla="*/ 582505 h 586364"/>
              <a:gd name="connsiteX0" fmla="*/ 113059 w 497835"/>
              <a:gd name="connsiteY0" fmla="*/ 582505 h 586364"/>
              <a:gd name="connsiteX1" fmla="*/ 83760 w 497835"/>
              <a:gd name="connsiteY1" fmla="*/ 539455 h 586364"/>
              <a:gd name="connsiteX2" fmla="*/ 77274 w 497835"/>
              <a:gd name="connsiteY2" fmla="*/ 470874 h 586364"/>
              <a:gd name="connsiteX3" fmla="*/ 939 w 497835"/>
              <a:gd name="connsiteY3" fmla="*/ 328567 h 586364"/>
              <a:gd name="connsiteX4" fmla="*/ 164971 w 497835"/>
              <a:gd name="connsiteY4" fmla="*/ 44073 h 586364"/>
              <a:gd name="connsiteX5" fmla="*/ 205924 w 497835"/>
              <a:gd name="connsiteY5" fmla="*/ 60409 h 586364"/>
              <a:gd name="connsiteX6" fmla="*/ 247003 w 497835"/>
              <a:gd name="connsiteY6" fmla="*/ 153137 h 586364"/>
              <a:gd name="connsiteX7" fmla="*/ 340087 w 497835"/>
              <a:gd name="connsiteY7" fmla="*/ 169232 h 586364"/>
              <a:gd name="connsiteX8" fmla="*/ 329563 w 497835"/>
              <a:gd name="connsiteY8" fmla="*/ 253437 h 586364"/>
              <a:gd name="connsiteX9" fmla="*/ 386883 w 497835"/>
              <a:gd name="connsiteY9" fmla="*/ 325530 h 586364"/>
              <a:gd name="connsiteX10" fmla="*/ 492814 w 497835"/>
              <a:gd name="connsiteY10" fmla="*/ 330812 h 586364"/>
              <a:gd name="connsiteX11" fmla="*/ 210503 w 497835"/>
              <a:gd name="connsiteY11" fmla="*/ 548133 h 586364"/>
              <a:gd name="connsiteX12" fmla="*/ 164282 w 497835"/>
              <a:gd name="connsiteY12" fmla="*/ 573450 h 586364"/>
              <a:gd name="connsiteX13" fmla="*/ 113059 w 497835"/>
              <a:gd name="connsiteY13" fmla="*/ 582505 h 586364"/>
              <a:gd name="connsiteX0" fmla="*/ 113059 w 498642"/>
              <a:gd name="connsiteY0" fmla="*/ 582505 h 586364"/>
              <a:gd name="connsiteX1" fmla="*/ 83760 w 498642"/>
              <a:gd name="connsiteY1" fmla="*/ 539455 h 586364"/>
              <a:gd name="connsiteX2" fmla="*/ 77274 w 498642"/>
              <a:gd name="connsiteY2" fmla="*/ 470874 h 586364"/>
              <a:gd name="connsiteX3" fmla="*/ 939 w 498642"/>
              <a:gd name="connsiteY3" fmla="*/ 328567 h 586364"/>
              <a:gd name="connsiteX4" fmla="*/ 164971 w 498642"/>
              <a:gd name="connsiteY4" fmla="*/ 44073 h 586364"/>
              <a:gd name="connsiteX5" fmla="*/ 205924 w 498642"/>
              <a:gd name="connsiteY5" fmla="*/ 60409 h 586364"/>
              <a:gd name="connsiteX6" fmla="*/ 247003 w 498642"/>
              <a:gd name="connsiteY6" fmla="*/ 153137 h 586364"/>
              <a:gd name="connsiteX7" fmla="*/ 340087 w 498642"/>
              <a:gd name="connsiteY7" fmla="*/ 169232 h 586364"/>
              <a:gd name="connsiteX8" fmla="*/ 329563 w 498642"/>
              <a:gd name="connsiteY8" fmla="*/ 253437 h 586364"/>
              <a:gd name="connsiteX9" fmla="*/ 395842 w 498642"/>
              <a:gd name="connsiteY9" fmla="*/ 327450 h 586364"/>
              <a:gd name="connsiteX10" fmla="*/ 492814 w 498642"/>
              <a:gd name="connsiteY10" fmla="*/ 330812 h 586364"/>
              <a:gd name="connsiteX11" fmla="*/ 210503 w 498642"/>
              <a:gd name="connsiteY11" fmla="*/ 548133 h 586364"/>
              <a:gd name="connsiteX12" fmla="*/ 164282 w 498642"/>
              <a:gd name="connsiteY12" fmla="*/ 573450 h 586364"/>
              <a:gd name="connsiteX13" fmla="*/ 113059 w 498642"/>
              <a:gd name="connsiteY13" fmla="*/ 582505 h 586364"/>
              <a:gd name="connsiteX0" fmla="*/ 113059 w 515897"/>
              <a:gd name="connsiteY0" fmla="*/ 582505 h 586364"/>
              <a:gd name="connsiteX1" fmla="*/ 83760 w 515897"/>
              <a:gd name="connsiteY1" fmla="*/ 539455 h 586364"/>
              <a:gd name="connsiteX2" fmla="*/ 77274 w 515897"/>
              <a:gd name="connsiteY2" fmla="*/ 470874 h 586364"/>
              <a:gd name="connsiteX3" fmla="*/ 939 w 515897"/>
              <a:gd name="connsiteY3" fmla="*/ 328567 h 586364"/>
              <a:gd name="connsiteX4" fmla="*/ 164971 w 515897"/>
              <a:gd name="connsiteY4" fmla="*/ 44073 h 586364"/>
              <a:gd name="connsiteX5" fmla="*/ 205924 w 515897"/>
              <a:gd name="connsiteY5" fmla="*/ 60409 h 586364"/>
              <a:gd name="connsiteX6" fmla="*/ 247003 w 515897"/>
              <a:gd name="connsiteY6" fmla="*/ 153137 h 586364"/>
              <a:gd name="connsiteX7" fmla="*/ 340087 w 515897"/>
              <a:gd name="connsiteY7" fmla="*/ 169232 h 586364"/>
              <a:gd name="connsiteX8" fmla="*/ 329563 w 515897"/>
              <a:gd name="connsiteY8" fmla="*/ 253437 h 586364"/>
              <a:gd name="connsiteX9" fmla="*/ 395842 w 515897"/>
              <a:gd name="connsiteY9" fmla="*/ 327450 h 586364"/>
              <a:gd name="connsiteX10" fmla="*/ 492814 w 515897"/>
              <a:gd name="connsiteY10" fmla="*/ 330812 h 586364"/>
              <a:gd name="connsiteX11" fmla="*/ 210503 w 515897"/>
              <a:gd name="connsiteY11" fmla="*/ 548133 h 586364"/>
              <a:gd name="connsiteX12" fmla="*/ 164282 w 515897"/>
              <a:gd name="connsiteY12" fmla="*/ 573450 h 586364"/>
              <a:gd name="connsiteX13" fmla="*/ 113059 w 515897"/>
              <a:gd name="connsiteY13" fmla="*/ 582505 h 586364"/>
              <a:gd name="connsiteX0" fmla="*/ 113059 w 509008"/>
              <a:gd name="connsiteY0" fmla="*/ 582505 h 586364"/>
              <a:gd name="connsiteX1" fmla="*/ 83760 w 509008"/>
              <a:gd name="connsiteY1" fmla="*/ 539455 h 586364"/>
              <a:gd name="connsiteX2" fmla="*/ 77274 w 509008"/>
              <a:gd name="connsiteY2" fmla="*/ 470874 h 586364"/>
              <a:gd name="connsiteX3" fmla="*/ 939 w 509008"/>
              <a:gd name="connsiteY3" fmla="*/ 328567 h 586364"/>
              <a:gd name="connsiteX4" fmla="*/ 164971 w 509008"/>
              <a:gd name="connsiteY4" fmla="*/ 44073 h 586364"/>
              <a:gd name="connsiteX5" fmla="*/ 205924 w 509008"/>
              <a:gd name="connsiteY5" fmla="*/ 60409 h 586364"/>
              <a:gd name="connsiteX6" fmla="*/ 247003 w 509008"/>
              <a:gd name="connsiteY6" fmla="*/ 153137 h 586364"/>
              <a:gd name="connsiteX7" fmla="*/ 340087 w 509008"/>
              <a:gd name="connsiteY7" fmla="*/ 169232 h 586364"/>
              <a:gd name="connsiteX8" fmla="*/ 329563 w 509008"/>
              <a:gd name="connsiteY8" fmla="*/ 253437 h 586364"/>
              <a:gd name="connsiteX9" fmla="*/ 395842 w 509008"/>
              <a:gd name="connsiteY9" fmla="*/ 327450 h 586364"/>
              <a:gd name="connsiteX10" fmla="*/ 466150 w 509008"/>
              <a:gd name="connsiteY10" fmla="*/ 302972 h 586364"/>
              <a:gd name="connsiteX11" fmla="*/ 492814 w 509008"/>
              <a:gd name="connsiteY11" fmla="*/ 330812 h 586364"/>
              <a:gd name="connsiteX12" fmla="*/ 210503 w 509008"/>
              <a:gd name="connsiteY12" fmla="*/ 548133 h 586364"/>
              <a:gd name="connsiteX13" fmla="*/ 164282 w 509008"/>
              <a:gd name="connsiteY13" fmla="*/ 573450 h 586364"/>
              <a:gd name="connsiteX14" fmla="*/ 113059 w 509008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23949"/>
              <a:gd name="connsiteY0" fmla="*/ 582505 h 586364"/>
              <a:gd name="connsiteX1" fmla="*/ 83760 w 523949"/>
              <a:gd name="connsiteY1" fmla="*/ 539455 h 586364"/>
              <a:gd name="connsiteX2" fmla="*/ 77274 w 523949"/>
              <a:gd name="connsiteY2" fmla="*/ 470874 h 586364"/>
              <a:gd name="connsiteX3" fmla="*/ 939 w 523949"/>
              <a:gd name="connsiteY3" fmla="*/ 328567 h 586364"/>
              <a:gd name="connsiteX4" fmla="*/ 164971 w 523949"/>
              <a:gd name="connsiteY4" fmla="*/ 44073 h 586364"/>
              <a:gd name="connsiteX5" fmla="*/ 205924 w 523949"/>
              <a:gd name="connsiteY5" fmla="*/ 60409 h 586364"/>
              <a:gd name="connsiteX6" fmla="*/ 247003 w 523949"/>
              <a:gd name="connsiteY6" fmla="*/ 153137 h 586364"/>
              <a:gd name="connsiteX7" fmla="*/ 340087 w 523949"/>
              <a:gd name="connsiteY7" fmla="*/ 169232 h 586364"/>
              <a:gd name="connsiteX8" fmla="*/ 329563 w 523949"/>
              <a:gd name="connsiteY8" fmla="*/ 253437 h 586364"/>
              <a:gd name="connsiteX9" fmla="*/ 395842 w 523949"/>
              <a:gd name="connsiteY9" fmla="*/ 327450 h 586364"/>
              <a:gd name="connsiteX10" fmla="*/ 466150 w 523949"/>
              <a:gd name="connsiteY10" fmla="*/ 302972 h 586364"/>
              <a:gd name="connsiteX11" fmla="*/ 492814 w 523949"/>
              <a:gd name="connsiteY11" fmla="*/ 330812 h 586364"/>
              <a:gd name="connsiteX12" fmla="*/ 210503 w 523949"/>
              <a:gd name="connsiteY12" fmla="*/ 548133 h 586364"/>
              <a:gd name="connsiteX13" fmla="*/ 164282 w 523949"/>
              <a:gd name="connsiteY13" fmla="*/ 573450 h 586364"/>
              <a:gd name="connsiteX14" fmla="*/ 113059 w 523949"/>
              <a:gd name="connsiteY14" fmla="*/ 582505 h 586364"/>
              <a:gd name="connsiteX0" fmla="*/ 113059 w 548280"/>
              <a:gd name="connsiteY0" fmla="*/ 582505 h 586364"/>
              <a:gd name="connsiteX1" fmla="*/ 83760 w 548280"/>
              <a:gd name="connsiteY1" fmla="*/ 539455 h 586364"/>
              <a:gd name="connsiteX2" fmla="*/ 77274 w 548280"/>
              <a:gd name="connsiteY2" fmla="*/ 470874 h 586364"/>
              <a:gd name="connsiteX3" fmla="*/ 939 w 548280"/>
              <a:gd name="connsiteY3" fmla="*/ 328567 h 586364"/>
              <a:gd name="connsiteX4" fmla="*/ 164971 w 548280"/>
              <a:gd name="connsiteY4" fmla="*/ 44073 h 586364"/>
              <a:gd name="connsiteX5" fmla="*/ 205924 w 548280"/>
              <a:gd name="connsiteY5" fmla="*/ 60409 h 586364"/>
              <a:gd name="connsiteX6" fmla="*/ 247003 w 548280"/>
              <a:gd name="connsiteY6" fmla="*/ 153137 h 586364"/>
              <a:gd name="connsiteX7" fmla="*/ 340087 w 548280"/>
              <a:gd name="connsiteY7" fmla="*/ 169232 h 586364"/>
              <a:gd name="connsiteX8" fmla="*/ 329563 w 548280"/>
              <a:gd name="connsiteY8" fmla="*/ 253437 h 586364"/>
              <a:gd name="connsiteX9" fmla="*/ 395842 w 548280"/>
              <a:gd name="connsiteY9" fmla="*/ 327450 h 586364"/>
              <a:gd name="connsiteX10" fmla="*/ 506464 w 548280"/>
              <a:gd name="connsiteY10" fmla="*/ 283775 h 586364"/>
              <a:gd name="connsiteX11" fmla="*/ 492814 w 548280"/>
              <a:gd name="connsiteY11" fmla="*/ 330812 h 586364"/>
              <a:gd name="connsiteX12" fmla="*/ 210503 w 548280"/>
              <a:gd name="connsiteY12" fmla="*/ 548133 h 586364"/>
              <a:gd name="connsiteX13" fmla="*/ 164282 w 548280"/>
              <a:gd name="connsiteY13" fmla="*/ 573450 h 586364"/>
              <a:gd name="connsiteX14" fmla="*/ 113059 w 548280"/>
              <a:gd name="connsiteY14" fmla="*/ 582505 h 586364"/>
              <a:gd name="connsiteX0" fmla="*/ 113059 w 536900"/>
              <a:gd name="connsiteY0" fmla="*/ 582505 h 586364"/>
              <a:gd name="connsiteX1" fmla="*/ 83760 w 536900"/>
              <a:gd name="connsiteY1" fmla="*/ 539455 h 586364"/>
              <a:gd name="connsiteX2" fmla="*/ 77274 w 536900"/>
              <a:gd name="connsiteY2" fmla="*/ 470874 h 586364"/>
              <a:gd name="connsiteX3" fmla="*/ 939 w 536900"/>
              <a:gd name="connsiteY3" fmla="*/ 328567 h 586364"/>
              <a:gd name="connsiteX4" fmla="*/ 164971 w 536900"/>
              <a:gd name="connsiteY4" fmla="*/ 44073 h 586364"/>
              <a:gd name="connsiteX5" fmla="*/ 205924 w 536900"/>
              <a:gd name="connsiteY5" fmla="*/ 60409 h 586364"/>
              <a:gd name="connsiteX6" fmla="*/ 247003 w 536900"/>
              <a:gd name="connsiteY6" fmla="*/ 153137 h 586364"/>
              <a:gd name="connsiteX7" fmla="*/ 340087 w 536900"/>
              <a:gd name="connsiteY7" fmla="*/ 169232 h 586364"/>
              <a:gd name="connsiteX8" fmla="*/ 329563 w 536900"/>
              <a:gd name="connsiteY8" fmla="*/ 253437 h 586364"/>
              <a:gd name="connsiteX9" fmla="*/ 395842 w 536900"/>
              <a:gd name="connsiteY9" fmla="*/ 327450 h 586364"/>
              <a:gd name="connsiteX10" fmla="*/ 489187 w 536900"/>
              <a:gd name="connsiteY10" fmla="*/ 306812 h 586364"/>
              <a:gd name="connsiteX11" fmla="*/ 492814 w 536900"/>
              <a:gd name="connsiteY11" fmla="*/ 330812 h 586364"/>
              <a:gd name="connsiteX12" fmla="*/ 210503 w 536900"/>
              <a:gd name="connsiteY12" fmla="*/ 548133 h 586364"/>
              <a:gd name="connsiteX13" fmla="*/ 164282 w 536900"/>
              <a:gd name="connsiteY13" fmla="*/ 573450 h 586364"/>
              <a:gd name="connsiteX14" fmla="*/ 113059 w 536900"/>
              <a:gd name="connsiteY14" fmla="*/ 582505 h 586364"/>
              <a:gd name="connsiteX0" fmla="*/ 113059 w 508535"/>
              <a:gd name="connsiteY0" fmla="*/ 582505 h 586364"/>
              <a:gd name="connsiteX1" fmla="*/ 83760 w 508535"/>
              <a:gd name="connsiteY1" fmla="*/ 539455 h 586364"/>
              <a:gd name="connsiteX2" fmla="*/ 77274 w 508535"/>
              <a:gd name="connsiteY2" fmla="*/ 470874 h 586364"/>
              <a:gd name="connsiteX3" fmla="*/ 939 w 508535"/>
              <a:gd name="connsiteY3" fmla="*/ 328567 h 586364"/>
              <a:gd name="connsiteX4" fmla="*/ 164971 w 508535"/>
              <a:gd name="connsiteY4" fmla="*/ 44073 h 586364"/>
              <a:gd name="connsiteX5" fmla="*/ 205924 w 508535"/>
              <a:gd name="connsiteY5" fmla="*/ 60409 h 586364"/>
              <a:gd name="connsiteX6" fmla="*/ 247003 w 508535"/>
              <a:gd name="connsiteY6" fmla="*/ 153137 h 586364"/>
              <a:gd name="connsiteX7" fmla="*/ 340087 w 508535"/>
              <a:gd name="connsiteY7" fmla="*/ 169232 h 586364"/>
              <a:gd name="connsiteX8" fmla="*/ 329563 w 508535"/>
              <a:gd name="connsiteY8" fmla="*/ 253437 h 586364"/>
              <a:gd name="connsiteX9" fmla="*/ 395842 w 508535"/>
              <a:gd name="connsiteY9" fmla="*/ 327450 h 586364"/>
              <a:gd name="connsiteX10" fmla="*/ 489187 w 508535"/>
              <a:gd name="connsiteY10" fmla="*/ 306812 h 586364"/>
              <a:gd name="connsiteX11" fmla="*/ 492814 w 508535"/>
              <a:gd name="connsiteY11" fmla="*/ 330812 h 586364"/>
              <a:gd name="connsiteX12" fmla="*/ 210503 w 508535"/>
              <a:gd name="connsiteY12" fmla="*/ 548133 h 586364"/>
              <a:gd name="connsiteX13" fmla="*/ 164282 w 508535"/>
              <a:gd name="connsiteY13" fmla="*/ 573450 h 586364"/>
              <a:gd name="connsiteX14" fmla="*/ 113059 w 508535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13466 w 489187"/>
              <a:gd name="connsiteY11" fmla="*/ 452394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89187"/>
              <a:gd name="connsiteY0" fmla="*/ 582505 h 586364"/>
              <a:gd name="connsiteX1" fmla="*/ 83760 w 489187"/>
              <a:gd name="connsiteY1" fmla="*/ 539455 h 586364"/>
              <a:gd name="connsiteX2" fmla="*/ 77274 w 489187"/>
              <a:gd name="connsiteY2" fmla="*/ 470874 h 586364"/>
              <a:gd name="connsiteX3" fmla="*/ 939 w 489187"/>
              <a:gd name="connsiteY3" fmla="*/ 328567 h 586364"/>
              <a:gd name="connsiteX4" fmla="*/ 164971 w 489187"/>
              <a:gd name="connsiteY4" fmla="*/ 44073 h 586364"/>
              <a:gd name="connsiteX5" fmla="*/ 205924 w 489187"/>
              <a:gd name="connsiteY5" fmla="*/ 60409 h 586364"/>
              <a:gd name="connsiteX6" fmla="*/ 247003 w 489187"/>
              <a:gd name="connsiteY6" fmla="*/ 153137 h 586364"/>
              <a:gd name="connsiteX7" fmla="*/ 340087 w 489187"/>
              <a:gd name="connsiteY7" fmla="*/ 169232 h 586364"/>
              <a:gd name="connsiteX8" fmla="*/ 329563 w 489187"/>
              <a:gd name="connsiteY8" fmla="*/ 253437 h 586364"/>
              <a:gd name="connsiteX9" fmla="*/ 395842 w 489187"/>
              <a:gd name="connsiteY9" fmla="*/ 327450 h 586364"/>
              <a:gd name="connsiteX10" fmla="*/ 489187 w 489187"/>
              <a:gd name="connsiteY10" fmla="*/ 306812 h 586364"/>
              <a:gd name="connsiteX11" fmla="*/ 402587 w 489187"/>
              <a:gd name="connsiteY11" fmla="*/ 476070 h 586364"/>
              <a:gd name="connsiteX12" fmla="*/ 210503 w 489187"/>
              <a:gd name="connsiteY12" fmla="*/ 548133 h 586364"/>
              <a:gd name="connsiteX13" fmla="*/ 164282 w 489187"/>
              <a:gd name="connsiteY13" fmla="*/ 573450 h 586364"/>
              <a:gd name="connsiteX14" fmla="*/ 113059 w 489187"/>
              <a:gd name="connsiteY14" fmla="*/ 582505 h 586364"/>
              <a:gd name="connsiteX0" fmla="*/ 113059 w 491897"/>
              <a:gd name="connsiteY0" fmla="*/ 582505 h 586364"/>
              <a:gd name="connsiteX1" fmla="*/ 83760 w 491897"/>
              <a:gd name="connsiteY1" fmla="*/ 539455 h 586364"/>
              <a:gd name="connsiteX2" fmla="*/ 77274 w 491897"/>
              <a:gd name="connsiteY2" fmla="*/ 470874 h 586364"/>
              <a:gd name="connsiteX3" fmla="*/ 939 w 491897"/>
              <a:gd name="connsiteY3" fmla="*/ 328567 h 586364"/>
              <a:gd name="connsiteX4" fmla="*/ 164971 w 491897"/>
              <a:gd name="connsiteY4" fmla="*/ 44073 h 586364"/>
              <a:gd name="connsiteX5" fmla="*/ 205924 w 491897"/>
              <a:gd name="connsiteY5" fmla="*/ 60409 h 586364"/>
              <a:gd name="connsiteX6" fmla="*/ 247003 w 491897"/>
              <a:gd name="connsiteY6" fmla="*/ 153137 h 586364"/>
              <a:gd name="connsiteX7" fmla="*/ 340087 w 491897"/>
              <a:gd name="connsiteY7" fmla="*/ 169232 h 586364"/>
              <a:gd name="connsiteX8" fmla="*/ 329563 w 491897"/>
              <a:gd name="connsiteY8" fmla="*/ 253437 h 586364"/>
              <a:gd name="connsiteX9" fmla="*/ 395842 w 491897"/>
              <a:gd name="connsiteY9" fmla="*/ 327450 h 586364"/>
              <a:gd name="connsiteX10" fmla="*/ 489187 w 491897"/>
              <a:gd name="connsiteY10" fmla="*/ 306812 h 586364"/>
              <a:gd name="connsiteX11" fmla="*/ 402587 w 491897"/>
              <a:gd name="connsiteY11" fmla="*/ 476070 h 586364"/>
              <a:gd name="connsiteX12" fmla="*/ 210503 w 491897"/>
              <a:gd name="connsiteY12" fmla="*/ 548133 h 586364"/>
              <a:gd name="connsiteX13" fmla="*/ 164282 w 491897"/>
              <a:gd name="connsiteY13" fmla="*/ 573450 h 586364"/>
              <a:gd name="connsiteX14" fmla="*/ 113059 w 491897"/>
              <a:gd name="connsiteY14" fmla="*/ 582505 h 586364"/>
              <a:gd name="connsiteX0" fmla="*/ 113059 w 491777"/>
              <a:gd name="connsiteY0" fmla="*/ 582505 h 586364"/>
              <a:gd name="connsiteX1" fmla="*/ 83760 w 491777"/>
              <a:gd name="connsiteY1" fmla="*/ 539455 h 586364"/>
              <a:gd name="connsiteX2" fmla="*/ 77274 w 491777"/>
              <a:gd name="connsiteY2" fmla="*/ 470874 h 586364"/>
              <a:gd name="connsiteX3" fmla="*/ 939 w 491777"/>
              <a:gd name="connsiteY3" fmla="*/ 328567 h 586364"/>
              <a:gd name="connsiteX4" fmla="*/ 164971 w 491777"/>
              <a:gd name="connsiteY4" fmla="*/ 44073 h 586364"/>
              <a:gd name="connsiteX5" fmla="*/ 205924 w 491777"/>
              <a:gd name="connsiteY5" fmla="*/ 60409 h 586364"/>
              <a:gd name="connsiteX6" fmla="*/ 247003 w 491777"/>
              <a:gd name="connsiteY6" fmla="*/ 153137 h 586364"/>
              <a:gd name="connsiteX7" fmla="*/ 340087 w 491777"/>
              <a:gd name="connsiteY7" fmla="*/ 169232 h 586364"/>
              <a:gd name="connsiteX8" fmla="*/ 329563 w 491777"/>
              <a:gd name="connsiteY8" fmla="*/ 253437 h 586364"/>
              <a:gd name="connsiteX9" fmla="*/ 395842 w 491777"/>
              <a:gd name="connsiteY9" fmla="*/ 327450 h 586364"/>
              <a:gd name="connsiteX10" fmla="*/ 489187 w 491777"/>
              <a:gd name="connsiteY10" fmla="*/ 306812 h 586364"/>
              <a:gd name="connsiteX11" fmla="*/ 402587 w 491777"/>
              <a:gd name="connsiteY11" fmla="*/ 476070 h 586364"/>
              <a:gd name="connsiteX12" fmla="*/ 210503 w 491777"/>
              <a:gd name="connsiteY12" fmla="*/ 548133 h 586364"/>
              <a:gd name="connsiteX13" fmla="*/ 164282 w 491777"/>
              <a:gd name="connsiteY13" fmla="*/ 573450 h 586364"/>
              <a:gd name="connsiteX14" fmla="*/ 113059 w 491777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1983"/>
              <a:gd name="connsiteY0" fmla="*/ 582505 h 586364"/>
              <a:gd name="connsiteX1" fmla="*/ 83760 w 491983"/>
              <a:gd name="connsiteY1" fmla="*/ 539455 h 586364"/>
              <a:gd name="connsiteX2" fmla="*/ 77274 w 491983"/>
              <a:gd name="connsiteY2" fmla="*/ 470874 h 586364"/>
              <a:gd name="connsiteX3" fmla="*/ 939 w 491983"/>
              <a:gd name="connsiteY3" fmla="*/ 328567 h 586364"/>
              <a:gd name="connsiteX4" fmla="*/ 164971 w 491983"/>
              <a:gd name="connsiteY4" fmla="*/ 44073 h 586364"/>
              <a:gd name="connsiteX5" fmla="*/ 205924 w 491983"/>
              <a:gd name="connsiteY5" fmla="*/ 60409 h 586364"/>
              <a:gd name="connsiteX6" fmla="*/ 247003 w 491983"/>
              <a:gd name="connsiteY6" fmla="*/ 153137 h 586364"/>
              <a:gd name="connsiteX7" fmla="*/ 340087 w 491983"/>
              <a:gd name="connsiteY7" fmla="*/ 169232 h 586364"/>
              <a:gd name="connsiteX8" fmla="*/ 329563 w 491983"/>
              <a:gd name="connsiteY8" fmla="*/ 253437 h 586364"/>
              <a:gd name="connsiteX9" fmla="*/ 395842 w 491983"/>
              <a:gd name="connsiteY9" fmla="*/ 327450 h 586364"/>
              <a:gd name="connsiteX10" fmla="*/ 489187 w 491983"/>
              <a:gd name="connsiteY10" fmla="*/ 306812 h 586364"/>
              <a:gd name="connsiteX11" fmla="*/ 402587 w 491983"/>
              <a:gd name="connsiteY11" fmla="*/ 476070 h 586364"/>
              <a:gd name="connsiteX12" fmla="*/ 210503 w 491983"/>
              <a:gd name="connsiteY12" fmla="*/ 548133 h 586364"/>
              <a:gd name="connsiteX13" fmla="*/ 164282 w 491983"/>
              <a:gd name="connsiteY13" fmla="*/ 573450 h 586364"/>
              <a:gd name="connsiteX14" fmla="*/ 113059 w 491983"/>
              <a:gd name="connsiteY14" fmla="*/ 582505 h 586364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4189"/>
              <a:gd name="connsiteX1" fmla="*/ 83760 w 492110"/>
              <a:gd name="connsiteY1" fmla="*/ 539455 h 584189"/>
              <a:gd name="connsiteX2" fmla="*/ 77274 w 492110"/>
              <a:gd name="connsiteY2" fmla="*/ 470874 h 584189"/>
              <a:gd name="connsiteX3" fmla="*/ 939 w 492110"/>
              <a:gd name="connsiteY3" fmla="*/ 328567 h 584189"/>
              <a:gd name="connsiteX4" fmla="*/ 164971 w 492110"/>
              <a:gd name="connsiteY4" fmla="*/ 44073 h 584189"/>
              <a:gd name="connsiteX5" fmla="*/ 205924 w 492110"/>
              <a:gd name="connsiteY5" fmla="*/ 60409 h 584189"/>
              <a:gd name="connsiteX6" fmla="*/ 247003 w 492110"/>
              <a:gd name="connsiteY6" fmla="*/ 153137 h 584189"/>
              <a:gd name="connsiteX7" fmla="*/ 340087 w 492110"/>
              <a:gd name="connsiteY7" fmla="*/ 169232 h 584189"/>
              <a:gd name="connsiteX8" fmla="*/ 329563 w 492110"/>
              <a:gd name="connsiteY8" fmla="*/ 253437 h 584189"/>
              <a:gd name="connsiteX9" fmla="*/ 395842 w 492110"/>
              <a:gd name="connsiteY9" fmla="*/ 327450 h 584189"/>
              <a:gd name="connsiteX10" fmla="*/ 489187 w 492110"/>
              <a:gd name="connsiteY10" fmla="*/ 306812 h 584189"/>
              <a:gd name="connsiteX11" fmla="*/ 402587 w 492110"/>
              <a:gd name="connsiteY11" fmla="*/ 476070 h 584189"/>
              <a:gd name="connsiteX12" fmla="*/ 223941 w 492110"/>
              <a:gd name="connsiteY12" fmla="*/ 554532 h 584189"/>
              <a:gd name="connsiteX13" fmla="*/ 164282 w 492110"/>
              <a:gd name="connsiteY13" fmla="*/ 573450 h 584189"/>
              <a:gd name="connsiteX14" fmla="*/ 113059 w 492110"/>
              <a:gd name="connsiteY14" fmla="*/ 582505 h 584189"/>
              <a:gd name="connsiteX0" fmla="*/ 113059 w 492110"/>
              <a:gd name="connsiteY0" fmla="*/ 582505 h 583014"/>
              <a:gd name="connsiteX1" fmla="*/ 83760 w 492110"/>
              <a:gd name="connsiteY1" fmla="*/ 539455 h 583014"/>
              <a:gd name="connsiteX2" fmla="*/ 77274 w 492110"/>
              <a:gd name="connsiteY2" fmla="*/ 470874 h 583014"/>
              <a:gd name="connsiteX3" fmla="*/ 939 w 492110"/>
              <a:gd name="connsiteY3" fmla="*/ 328567 h 583014"/>
              <a:gd name="connsiteX4" fmla="*/ 164971 w 492110"/>
              <a:gd name="connsiteY4" fmla="*/ 44073 h 583014"/>
              <a:gd name="connsiteX5" fmla="*/ 205924 w 492110"/>
              <a:gd name="connsiteY5" fmla="*/ 60409 h 583014"/>
              <a:gd name="connsiteX6" fmla="*/ 247003 w 492110"/>
              <a:gd name="connsiteY6" fmla="*/ 153137 h 583014"/>
              <a:gd name="connsiteX7" fmla="*/ 340087 w 492110"/>
              <a:gd name="connsiteY7" fmla="*/ 169232 h 583014"/>
              <a:gd name="connsiteX8" fmla="*/ 329563 w 492110"/>
              <a:gd name="connsiteY8" fmla="*/ 253437 h 583014"/>
              <a:gd name="connsiteX9" fmla="*/ 395842 w 492110"/>
              <a:gd name="connsiteY9" fmla="*/ 327450 h 583014"/>
              <a:gd name="connsiteX10" fmla="*/ 489187 w 492110"/>
              <a:gd name="connsiteY10" fmla="*/ 306812 h 583014"/>
              <a:gd name="connsiteX11" fmla="*/ 402587 w 492110"/>
              <a:gd name="connsiteY11" fmla="*/ 476070 h 583014"/>
              <a:gd name="connsiteX12" fmla="*/ 223941 w 492110"/>
              <a:gd name="connsiteY12" fmla="*/ 554532 h 583014"/>
              <a:gd name="connsiteX13" fmla="*/ 149564 w 492110"/>
              <a:gd name="connsiteY13" fmla="*/ 562572 h 583014"/>
              <a:gd name="connsiteX14" fmla="*/ 113059 w 492110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014"/>
              <a:gd name="connsiteX1" fmla="*/ 83760 w 492098"/>
              <a:gd name="connsiteY1" fmla="*/ 539455 h 583014"/>
              <a:gd name="connsiteX2" fmla="*/ 77274 w 492098"/>
              <a:gd name="connsiteY2" fmla="*/ 470874 h 583014"/>
              <a:gd name="connsiteX3" fmla="*/ 939 w 492098"/>
              <a:gd name="connsiteY3" fmla="*/ 328567 h 583014"/>
              <a:gd name="connsiteX4" fmla="*/ 164971 w 492098"/>
              <a:gd name="connsiteY4" fmla="*/ 44073 h 583014"/>
              <a:gd name="connsiteX5" fmla="*/ 205924 w 492098"/>
              <a:gd name="connsiteY5" fmla="*/ 60409 h 583014"/>
              <a:gd name="connsiteX6" fmla="*/ 247003 w 492098"/>
              <a:gd name="connsiteY6" fmla="*/ 153137 h 583014"/>
              <a:gd name="connsiteX7" fmla="*/ 340087 w 492098"/>
              <a:gd name="connsiteY7" fmla="*/ 169232 h 583014"/>
              <a:gd name="connsiteX8" fmla="*/ 329563 w 492098"/>
              <a:gd name="connsiteY8" fmla="*/ 253437 h 583014"/>
              <a:gd name="connsiteX9" fmla="*/ 395842 w 492098"/>
              <a:gd name="connsiteY9" fmla="*/ 327450 h 583014"/>
              <a:gd name="connsiteX10" fmla="*/ 489187 w 492098"/>
              <a:gd name="connsiteY10" fmla="*/ 306812 h 583014"/>
              <a:gd name="connsiteX11" fmla="*/ 402587 w 492098"/>
              <a:gd name="connsiteY11" fmla="*/ 476070 h 583014"/>
              <a:gd name="connsiteX12" fmla="*/ 225861 w 492098"/>
              <a:gd name="connsiteY12" fmla="*/ 554532 h 583014"/>
              <a:gd name="connsiteX13" fmla="*/ 149564 w 492098"/>
              <a:gd name="connsiteY13" fmla="*/ 562572 h 583014"/>
              <a:gd name="connsiteX14" fmla="*/ 113059 w 492098"/>
              <a:gd name="connsiteY14" fmla="*/ 582505 h 583014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2098"/>
              <a:gd name="connsiteY0" fmla="*/ 582505 h 583539"/>
              <a:gd name="connsiteX1" fmla="*/ 83760 w 492098"/>
              <a:gd name="connsiteY1" fmla="*/ 539455 h 583539"/>
              <a:gd name="connsiteX2" fmla="*/ 77274 w 492098"/>
              <a:gd name="connsiteY2" fmla="*/ 470874 h 583539"/>
              <a:gd name="connsiteX3" fmla="*/ 939 w 492098"/>
              <a:gd name="connsiteY3" fmla="*/ 328567 h 583539"/>
              <a:gd name="connsiteX4" fmla="*/ 164971 w 492098"/>
              <a:gd name="connsiteY4" fmla="*/ 44073 h 583539"/>
              <a:gd name="connsiteX5" fmla="*/ 205924 w 492098"/>
              <a:gd name="connsiteY5" fmla="*/ 60409 h 583539"/>
              <a:gd name="connsiteX6" fmla="*/ 247003 w 492098"/>
              <a:gd name="connsiteY6" fmla="*/ 153137 h 583539"/>
              <a:gd name="connsiteX7" fmla="*/ 340087 w 492098"/>
              <a:gd name="connsiteY7" fmla="*/ 169232 h 583539"/>
              <a:gd name="connsiteX8" fmla="*/ 329563 w 492098"/>
              <a:gd name="connsiteY8" fmla="*/ 253437 h 583539"/>
              <a:gd name="connsiteX9" fmla="*/ 395842 w 492098"/>
              <a:gd name="connsiteY9" fmla="*/ 327450 h 583539"/>
              <a:gd name="connsiteX10" fmla="*/ 489187 w 492098"/>
              <a:gd name="connsiteY10" fmla="*/ 306812 h 583539"/>
              <a:gd name="connsiteX11" fmla="*/ 402587 w 492098"/>
              <a:gd name="connsiteY11" fmla="*/ 476070 h 583539"/>
              <a:gd name="connsiteX12" fmla="*/ 225861 w 492098"/>
              <a:gd name="connsiteY12" fmla="*/ 554532 h 583539"/>
              <a:gd name="connsiteX13" fmla="*/ 149564 w 492098"/>
              <a:gd name="connsiteY13" fmla="*/ 562572 h 583539"/>
              <a:gd name="connsiteX14" fmla="*/ 113059 w 492098"/>
              <a:gd name="connsiteY14" fmla="*/ 582505 h 583539"/>
              <a:gd name="connsiteX0" fmla="*/ 113059 w 491671"/>
              <a:gd name="connsiteY0" fmla="*/ 582505 h 583539"/>
              <a:gd name="connsiteX1" fmla="*/ 83760 w 491671"/>
              <a:gd name="connsiteY1" fmla="*/ 539455 h 583539"/>
              <a:gd name="connsiteX2" fmla="*/ 77274 w 491671"/>
              <a:gd name="connsiteY2" fmla="*/ 470874 h 583539"/>
              <a:gd name="connsiteX3" fmla="*/ 939 w 491671"/>
              <a:gd name="connsiteY3" fmla="*/ 328567 h 583539"/>
              <a:gd name="connsiteX4" fmla="*/ 164971 w 491671"/>
              <a:gd name="connsiteY4" fmla="*/ 44073 h 583539"/>
              <a:gd name="connsiteX5" fmla="*/ 205924 w 491671"/>
              <a:gd name="connsiteY5" fmla="*/ 60409 h 583539"/>
              <a:gd name="connsiteX6" fmla="*/ 247003 w 491671"/>
              <a:gd name="connsiteY6" fmla="*/ 153137 h 583539"/>
              <a:gd name="connsiteX7" fmla="*/ 340087 w 491671"/>
              <a:gd name="connsiteY7" fmla="*/ 169232 h 583539"/>
              <a:gd name="connsiteX8" fmla="*/ 329563 w 491671"/>
              <a:gd name="connsiteY8" fmla="*/ 253437 h 583539"/>
              <a:gd name="connsiteX9" fmla="*/ 395842 w 491671"/>
              <a:gd name="connsiteY9" fmla="*/ 327450 h 583539"/>
              <a:gd name="connsiteX10" fmla="*/ 489187 w 491671"/>
              <a:gd name="connsiteY10" fmla="*/ 306812 h 583539"/>
              <a:gd name="connsiteX11" fmla="*/ 389789 w 491671"/>
              <a:gd name="connsiteY11" fmla="*/ 466471 h 583539"/>
              <a:gd name="connsiteX12" fmla="*/ 225861 w 491671"/>
              <a:gd name="connsiteY12" fmla="*/ 554532 h 583539"/>
              <a:gd name="connsiteX13" fmla="*/ 149564 w 491671"/>
              <a:gd name="connsiteY13" fmla="*/ 562572 h 583539"/>
              <a:gd name="connsiteX14" fmla="*/ 113059 w 491671"/>
              <a:gd name="connsiteY14" fmla="*/ 582505 h 583539"/>
              <a:gd name="connsiteX0" fmla="*/ 113059 w 491533"/>
              <a:gd name="connsiteY0" fmla="*/ 582505 h 583539"/>
              <a:gd name="connsiteX1" fmla="*/ 83760 w 491533"/>
              <a:gd name="connsiteY1" fmla="*/ 539455 h 583539"/>
              <a:gd name="connsiteX2" fmla="*/ 77274 w 491533"/>
              <a:gd name="connsiteY2" fmla="*/ 470874 h 583539"/>
              <a:gd name="connsiteX3" fmla="*/ 939 w 491533"/>
              <a:gd name="connsiteY3" fmla="*/ 328567 h 583539"/>
              <a:gd name="connsiteX4" fmla="*/ 164971 w 491533"/>
              <a:gd name="connsiteY4" fmla="*/ 44073 h 583539"/>
              <a:gd name="connsiteX5" fmla="*/ 205924 w 491533"/>
              <a:gd name="connsiteY5" fmla="*/ 60409 h 583539"/>
              <a:gd name="connsiteX6" fmla="*/ 247003 w 491533"/>
              <a:gd name="connsiteY6" fmla="*/ 153137 h 583539"/>
              <a:gd name="connsiteX7" fmla="*/ 340087 w 491533"/>
              <a:gd name="connsiteY7" fmla="*/ 169232 h 583539"/>
              <a:gd name="connsiteX8" fmla="*/ 329563 w 491533"/>
              <a:gd name="connsiteY8" fmla="*/ 253437 h 583539"/>
              <a:gd name="connsiteX9" fmla="*/ 395842 w 491533"/>
              <a:gd name="connsiteY9" fmla="*/ 327450 h 583539"/>
              <a:gd name="connsiteX10" fmla="*/ 489187 w 491533"/>
              <a:gd name="connsiteY10" fmla="*/ 306812 h 583539"/>
              <a:gd name="connsiteX11" fmla="*/ 384670 w 491533"/>
              <a:gd name="connsiteY11" fmla="*/ 464551 h 583539"/>
              <a:gd name="connsiteX12" fmla="*/ 225861 w 491533"/>
              <a:gd name="connsiteY12" fmla="*/ 554532 h 583539"/>
              <a:gd name="connsiteX13" fmla="*/ 149564 w 491533"/>
              <a:gd name="connsiteY13" fmla="*/ 562572 h 583539"/>
              <a:gd name="connsiteX14" fmla="*/ 113059 w 491533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84670 w 489187"/>
              <a:gd name="connsiteY11" fmla="*/ 464551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0994 w 489187"/>
              <a:gd name="connsiteY11" fmla="*/ 499745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3554 w 489187"/>
              <a:gd name="connsiteY11" fmla="*/ 497186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489187"/>
              <a:gd name="connsiteY0" fmla="*/ 582505 h 583539"/>
              <a:gd name="connsiteX1" fmla="*/ 83760 w 489187"/>
              <a:gd name="connsiteY1" fmla="*/ 539455 h 583539"/>
              <a:gd name="connsiteX2" fmla="*/ 77274 w 489187"/>
              <a:gd name="connsiteY2" fmla="*/ 470874 h 583539"/>
              <a:gd name="connsiteX3" fmla="*/ 939 w 489187"/>
              <a:gd name="connsiteY3" fmla="*/ 328567 h 583539"/>
              <a:gd name="connsiteX4" fmla="*/ 164971 w 489187"/>
              <a:gd name="connsiteY4" fmla="*/ 44073 h 583539"/>
              <a:gd name="connsiteX5" fmla="*/ 205924 w 489187"/>
              <a:gd name="connsiteY5" fmla="*/ 60409 h 583539"/>
              <a:gd name="connsiteX6" fmla="*/ 247003 w 489187"/>
              <a:gd name="connsiteY6" fmla="*/ 153137 h 583539"/>
              <a:gd name="connsiteX7" fmla="*/ 340087 w 489187"/>
              <a:gd name="connsiteY7" fmla="*/ 169232 h 583539"/>
              <a:gd name="connsiteX8" fmla="*/ 329563 w 489187"/>
              <a:gd name="connsiteY8" fmla="*/ 253437 h 583539"/>
              <a:gd name="connsiteX9" fmla="*/ 395842 w 489187"/>
              <a:gd name="connsiteY9" fmla="*/ 327450 h 583539"/>
              <a:gd name="connsiteX10" fmla="*/ 489187 w 489187"/>
              <a:gd name="connsiteY10" fmla="*/ 306812 h 583539"/>
              <a:gd name="connsiteX11" fmla="*/ 369313 w 489187"/>
              <a:gd name="connsiteY11" fmla="*/ 491427 h 583539"/>
              <a:gd name="connsiteX12" fmla="*/ 225861 w 489187"/>
              <a:gd name="connsiteY12" fmla="*/ 554532 h 583539"/>
              <a:gd name="connsiteX13" fmla="*/ 149564 w 489187"/>
              <a:gd name="connsiteY13" fmla="*/ 562572 h 583539"/>
              <a:gd name="connsiteX14" fmla="*/ 113059 w 489187"/>
              <a:gd name="connsiteY14" fmla="*/ 582505 h 583539"/>
              <a:gd name="connsiteX0" fmla="*/ 113059 w 501985"/>
              <a:gd name="connsiteY0" fmla="*/ 582505 h 583539"/>
              <a:gd name="connsiteX1" fmla="*/ 83760 w 501985"/>
              <a:gd name="connsiteY1" fmla="*/ 539455 h 583539"/>
              <a:gd name="connsiteX2" fmla="*/ 77274 w 501985"/>
              <a:gd name="connsiteY2" fmla="*/ 470874 h 583539"/>
              <a:gd name="connsiteX3" fmla="*/ 939 w 501985"/>
              <a:gd name="connsiteY3" fmla="*/ 328567 h 583539"/>
              <a:gd name="connsiteX4" fmla="*/ 164971 w 501985"/>
              <a:gd name="connsiteY4" fmla="*/ 44073 h 583539"/>
              <a:gd name="connsiteX5" fmla="*/ 205924 w 501985"/>
              <a:gd name="connsiteY5" fmla="*/ 60409 h 583539"/>
              <a:gd name="connsiteX6" fmla="*/ 247003 w 501985"/>
              <a:gd name="connsiteY6" fmla="*/ 153137 h 583539"/>
              <a:gd name="connsiteX7" fmla="*/ 340087 w 501985"/>
              <a:gd name="connsiteY7" fmla="*/ 169232 h 583539"/>
              <a:gd name="connsiteX8" fmla="*/ 329563 w 501985"/>
              <a:gd name="connsiteY8" fmla="*/ 253437 h 583539"/>
              <a:gd name="connsiteX9" fmla="*/ 395842 w 501985"/>
              <a:gd name="connsiteY9" fmla="*/ 327450 h 583539"/>
              <a:gd name="connsiteX10" fmla="*/ 501985 w 501985"/>
              <a:gd name="connsiteY10" fmla="*/ 306812 h 583539"/>
              <a:gd name="connsiteX11" fmla="*/ 369313 w 501985"/>
              <a:gd name="connsiteY11" fmla="*/ 491427 h 583539"/>
              <a:gd name="connsiteX12" fmla="*/ 225861 w 501985"/>
              <a:gd name="connsiteY12" fmla="*/ 554532 h 583539"/>
              <a:gd name="connsiteX13" fmla="*/ 149564 w 501985"/>
              <a:gd name="connsiteY13" fmla="*/ 562572 h 583539"/>
              <a:gd name="connsiteX14" fmla="*/ 113059 w 501985"/>
              <a:gd name="connsiteY14" fmla="*/ 582505 h 583539"/>
              <a:gd name="connsiteX0" fmla="*/ 113059 w 523102"/>
              <a:gd name="connsiteY0" fmla="*/ 582505 h 583539"/>
              <a:gd name="connsiteX1" fmla="*/ 83760 w 523102"/>
              <a:gd name="connsiteY1" fmla="*/ 539455 h 583539"/>
              <a:gd name="connsiteX2" fmla="*/ 77274 w 523102"/>
              <a:gd name="connsiteY2" fmla="*/ 470874 h 583539"/>
              <a:gd name="connsiteX3" fmla="*/ 939 w 523102"/>
              <a:gd name="connsiteY3" fmla="*/ 328567 h 583539"/>
              <a:gd name="connsiteX4" fmla="*/ 164971 w 523102"/>
              <a:gd name="connsiteY4" fmla="*/ 44073 h 583539"/>
              <a:gd name="connsiteX5" fmla="*/ 205924 w 523102"/>
              <a:gd name="connsiteY5" fmla="*/ 60409 h 583539"/>
              <a:gd name="connsiteX6" fmla="*/ 247003 w 523102"/>
              <a:gd name="connsiteY6" fmla="*/ 153137 h 583539"/>
              <a:gd name="connsiteX7" fmla="*/ 340087 w 523102"/>
              <a:gd name="connsiteY7" fmla="*/ 169232 h 583539"/>
              <a:gd name="connsiteX8" fmla="*/ 329563 w 523102"/>
              <a:gd name="connsiteY8" fmla="*/ 253437 h 583539"/>
              <a:gd name="connsiteX9" fmla="*/ 395842 w 523102"/>
              <a:gd name="connsiteY9" fmla="*/ 327450 h 583539"/>
              <a:gd name="connsiteX10" fmla="*/ 523102 w 523102"/>
              <a:gd name="connsiteY10" fmla="*/ 281856 h 583539"/>
              <a:gd name="connsiteX11" fmla="*/ 369313 w 523102"/>
              <a:gd name="connsiteY11" fmla="*/ 491427 h 583539"/>
              <a:gd name="connsiteX12" fmla="*/ 225861 w 523102"/>
              <a:gd name="connsiteY12" fmla="*/ 554532 h 583539"/>
              <a:gd name="connsiteX13" fmla="*/ 149564 w 523102"/>
              <a:gd name="connsiteY13" fmla="*/ 562572 h 583539"/>
              <a:gd name="connsiteX14" fmla="*/ 113059 w 523102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69313 w 508384"/>
              <a:gd name="connsiteY11" fmla="*/ 491427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539"/>
              <a:gd name="connsiteX1" fmla="*/ 83760 w 508384"/>
              <a:gd name="connsiteY1" fmla="*/ 539455 h 583539"/>
              <a:gd name="connsiteX2" fmla="*/ 77274 w 508384"/>
              <a:gd name="connsiteY2" fmla="*/ 470874 h 583539"/>
              <a:gd name="connsiteX3" fmla="*/ 939 w 508384"/>
              <a:gd name="connsiteY3" fmla="*/ 328567 h 583539"/>
              <a:gd name="connsiteX4" fmla="*/ 164971 w 508384"/>
              <a:gd name="connsiteY4" fmla="*/ 44073 h 583539"/>
              <a:gd name="connsiteX5" fmla="*/ 205924 w 508384"/>
              <a:gd name="connsiteY5" fmla="*/ 60409 h 583539"/>
              <a:gd name="connsiteX6" fmla="*/ 247003 w 508384"/>
              <a:gd name="connsiteY6" fmla="*/ 153137 h 583539"/>
              <a:gd name="connsiteX7" fmla="*/ 340087 w 508384"/>
              <a:gd name="connsiteY7" fmla="*/ 169232 h 583539"/>
              <a:gd name="connsiteX8" fmla="*/ 329563 w 508384"/>
              <a:gd name="connsiteY8" fmla="*/ 253437 h 583539"/>
              <a:gd name="connsiteX9" fmla="*/ 395842 w 508384"/>
              <a:gd name="connsiteY9" fmla="*/ 327450 h 583539"/>
              <a:gd name="connsiteX10" fmla="*/ 508384 w 508384"/>
              <a:gd name="connsiteY10" fmla="*/ 298494 h 583539"/>
              <a:gd name="connsiteX11" fmla="*/ 370593 w 508384"/>
              <a:gd name="connsiteY11" fmla="*/ 483748 h 583539"/>
              <a:gd name="connsiteX12" fmla="*/ 225861 w 508384"/>
              <a:gd name="connsiteY12" fmla="*/ 554532 h 583539"/>
              <a:gd name="connsiteX13" fmla="*/ 149564 w 508384"/>
              <a:gd name="connsiteY13" fmla="*/ 562572 h 583539"/>
              <a:gd name="connsiteX14" fmla="*/ 113059 w 508384"/>
              <a:gd name="connsiteY14" fmla="*/ 582505 h 58353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13059 w 508384"/>
              <a:gd name="connsiteY0" fmla="*/ 582505 h 583019"/>
              <a:gd name="connsiteX1" fmla="*/ 83760 w 508384"/>
              <a:gd name="connsiteY1" fmla="*/ 539455 h 583019"/>
              <a:gd name="connsiteX2" fmla="*/ 77274 w 508384"/>
              <a:gd name="connsiteY2" fmla="*/ 470874 h 583019"/>
              <a:gd name="connsiteX3" fmla="*/ 939 w 508384"/>
              <a:gd name="connsiteY3" fmla="*/ 328567 h 583019"/>
              <a:gd name="connsiteX4" fmla="*/ 164971 w 508384"/>
              <a:gd name="connsiteY4" fmla="*/ 44073 h 583019"/>
              <a:gd name="connsiteX5" fmla="*/ 205924 w 508384"/>
              <a:gd name="connsiteY5" fmla="*/ 60409 h 583019"/>
              <a:gd name="connsiteX6" fmla="*/ 247003 w 508384"/>
              <a:gd name="connsiteY6" fmla="*/ 153137 h 583019"/>
              <a:gd name="connsiteX7" fmla="*/ 340087 w 508384"/>
              <a:gd name="connsiteY7" fmla="*/ 169232 h 583019"/>
              <a:gd name="connsiteX8" fmla="*/ 329563 w 508384"/>
              <a:gd name="connsiteY8" fmla="*/ 253437 h 583019"/>
              <a:gd name="connsiteX9" fmla="*/ 395842 w 508384"/>
              <a:gd name="connsiteY9" fmla="*/ 327450 h 583019"/>
              <a:gd name="connsiteX10" fmla="*/ 508384 w 508384"/>
              <a:gd name="connsiteY10" fmla="*/ 298494 h 583019"/>
              <a:gd name="connsiteX11" fmla="*/ 370593 w 508384"/>
              <a:gd name="connsiteY11" fmla="*/ 483748 h 583019"/>
              <a:gd name="connsiteX12" fmla="*/ 225861 w 508384"/>
              <a:gd name="connsiteY12" fmla="*/ 553252 h 583019"/>
              <a:gd name="connsiteX13" fmla="*/ 149564 w 508384"/>
              <a:gd name="connsiteY13" fmla="*/ 562572 h 583019"/>
              <a:gd name="connsiteX14" fmla="*/ 113059 w 508384"/>
              <a:gd name="connsiteY14" fmla="*/ 582505 h 583019"/>
              <a:gd name="connsiteX0" fmla="*/ 105380 w 508384"/>
              <a:gd name="connsiteY0" fmla="*/ 580585 h 581139"/>
              <a:gd name="connsiteX1" fmla="*/ 83760 w 508384"/>
              <a:gd name="connsiteY1" fmla="*/ 539455 h 581139"/>
              <a:gd name="connsiteX2" fmla="*/ 77274 w 508384"/>
              <a:gd name="connsiteY2" fmla="*/ 470874 h 581139"/>
              <a:gd name="connsiteX3" fmla="*/ 939 w 508384"/>
              <a:gd name="connsiteY3" fmla="*/ 328567 h 581139"/>
              <a:gd name="connsiteX4" fmla="*/ 164971 w 508384"/>
              <a:gd name="connsiteY4" fmla="*/ 44073 h 581139"/>
              <a:gd name="connsiteX5" fmla="*/ 205924 w 508384"/>
              <a:gd name="connsiteY5" fmla="*/ 60409 h 581139"/>
              <a:gd name="connsiteX6" fmla="*/ 247003 w 508384"/>
              <a:gd name="connsiteY6" fmla="*/ 153137 h 581139"/>
              <a:gd name="connsiteX7" fmla="*/ 340087 w 508384"/>
              <a:gd name="connsiteY7" fmla="*/ 169232 h 581139"/>
              <a:gd name="connsiteX8" fmla="*/ 329563 w 508384"/>
              <a:gd name="connsiteY8" fmla="*/ 253437 h 581139"/>
              <a:gd name="connsiteX9" fmla="*/ 395842 w 508384"/>
              <a:gd name="connsiteY9" fmla="*/ 327450 h 581139"/>
              <a:gd name="connsiteX10" fmla="*/ 508384 w 508384"/>
              <a:gd name="connsiteY10" fmla="*/ 298494 h 581139"/>
              <a:gd name="connsiteX11" fmla="*/ 370593 w 508384"/>
              <a:gd name="connsiteY11" fmla="*/ 483748 h 581139"/>
              <a:gd name="connsiteX12" fmla="*/ 225861 w 508384"/>
              <a:gd name="connsiteY12" fmla="*/ 553252 h 581139"/>
              <a:gd name="connsiteX13" fmla="*/ 149564 w 508384"/>
              <a:gd name="connsiteY13" fmla="*/ 562572 h 581139"/>
              <a:gd name="connsiteX14" fmla="*/ 105380 w 508384"/>
              <a:gd name="connsiteY14" fmla="*/ 580585 h 581139"/>
              <a:gd name="connsiteX0" fmla="*/ 105380 w 508384"/>
              <a:gd name="connsiteY0" fmla="*/ 580585 h 580672"/>
              <a:gd name="connsiteX1" fmla="*/ 83760 w 508384"/>
              <a:gd name="connsiteY1" fmla="*/ 539455 h 580672"/>
              <a:gd name="connsiteX2" fmla="*/ 77274 w 508384"/>
              <a:gd name="connsiteY2" fmla="*/ 470874 h 580672"/>
              <a:gd name="connsiteX3" fmla="*/ 939 w 508384"/>
              <a:gd name="connsiteY3" fmla="*/ 328567 h 580672"/>
              <a:gd name="connsiteX4" fmla="*/ 164971 w 508384"/>
              <a:gd name="connsiteY4" fmla="*/ 44073 h 580672"/>
              <a:gd name="connsiteX5" fmla="*/ 205924 w 508384"/>
              <a:gd name="connsiteY5" fmla="*/ 60409 h 580672"/>
              <a:gd name="connsiteX6" fmla="*/ 247003 w 508384"/>
              <a:gd name="connsiteY6" fmla="*/ 153137 h 580672"/>
              <a:gd name="connsiteX7" fmla="*/ 340087 w 508384"/>
              <a:gd name="connsiteY7" fmla="*/ 169232 h 580672"/>
              <a:gd name="connsiteX8" fmla="*/ 329563 w 508384"/>
              <a:gd name="connsiteY8" fmla="*/ 253437 h 580672"/>
              <a:gd name="connsiteX9" fmla="*/ 395842 w 508384"/>
              <a:gd name="connsiteY9" fmla="*/ 327450 h 580672"/>
              <a:gd name="connsiteX10" fmla="*/ 508384 w 508384"/>
              <a:gd name="connsiteY10" fmla="*/ 298494 h 580672"/>
              <a:gd name="connsiteX11" fmla="*/ 370593 w 508384"/>
              <a:gd name="connsiteY11" fmla="*/ 483748 h 580672"/>
              <a:gd name="connsiteX12" fmla="*/ 225861 w 508384"/>
              <a:gd name="connsiteY12" fmla="*/ 553252 h 580672"/>
              <a:gd name="connsiteX13" fmla="*/ 167481 w 508384"/>
              <a:gd name="connsiteY13" fmla="*/ 550414 h 580672"/>
              <a:gd name="connsiteX14" fmla="*/ 105380 w 508384"/>
              <a:gd name="connsiteY14" fmla="*/ 580585 h 580672"/>
              <a:gd name="connsiteX0" fmla="*/ 105380 w 508384"/>
              <a:gd name="connsiteY0" fmla="*/ 580585 h 580651"/>
              <a:gd name="connsiteX1" fmla="*/ 83760 w 508384"/>
              <a:gd name="connsiteY1" fmla="*/ 539455 h 580651"/>
              <a:gd name="connsiteX2" fmla="*/ 77274 w 508384"/>
              <a:gd name="connsiteY2" fmla="*/ 470874 h 580651"/>
              <a:gd name="connsiteX3" fmla="*/ 939 w 508384"/>
              <a:gd name="connsiteY3" fmla="*/ 328567 h 580651"/>
              <a:gd name="connsiteX4" fmla="*/ 164971 w 508384"/>
              <a:gd name="connsiteY4" fmla="*/ 44073 h 580651"/>
              <a:gd name="connsiteX5" fmla="*/ 205924 w 508384"/>
              <a:gd name="connsiteY5" fmla="*/ 60409 h 580651"/>
              <a:gd name="connsiteX6" fmla="*/ 247003 w 508384"/>
              <a:gd name="connsiteY6" fmla="*/ 153137 h 580651"/>
              <a:gd name="connsiteX7" fmla="*/ 340087 w 508384"/>
              <a:gd name="connsiteY7" fmla="*/ 169232 h 580651"/>
              <a:gd name="connsiteX8" fmla="*/ 329563 w 508384"/>
              <a:gd name="connsiteY8" fmla="*/ 253437 h 580651"/>
              <a:gd name="connsiteX9" fmla="*/ 395842 w 508384"/>
              <a:gd name="connsiteY9" fmla="*/ 327450 h 580651"/>
              <a:gd name="connsiteX10" fmla="*/ 508384 w 508384"/>
              <a:gd name="connsiteY10" fmla="*/ 298494 h 580651"/>
              <a:gd name="connsiteX11" fmla="*/ 370593 w 508384"/>
              <a:gd name="connsiteY11" fmla="*/ 483748 h 580651"/>
              <a:gd name="connsiteX12" fmla="*/ 225861 w 508384"/>
              <a:gd name="connsiteY12" fmla="*/ 553252 h 580651"/>
              <a:gd name="connsiteX13" fmla="*/ 167481 w 508384"/>
              <a:gd name="connsiteY13" fmla="*/ 550414 h 580651"/>
              <a:gd name="connsiteX14" fmla="*/ 105380 w 508384"/>
              <a:gd name="connsiteY14" fmla="*/ 580585 h 580651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657"/>
              <a:gd name="connsiteX1" fmla="*/ 83760 w 508384"/>
              <a:gd name="connsiteY1" fmla="*/ 539455 h 580657"/>
              <a:gd name="connsiteX2" fmla="*/ 77274 w 508384"/>
              <a:gd name="connsiteY2" fmla="*/ 470874 h 580657"/>
              <a:gd name="connsiteX3" fmla="*/ 939 w 508384"/>
              <a:gd name="connsiteY3" fmla="*/ 328567 h 580657"/>
              <a:gd name="connsiteX4" fmla="*/ 164971 w 508384"/>
              <a:gd name="connsiteY4" fmla="*/ 44073 h 580657"/>
              <a:gd name="connsiteX5" fmla="*/ 205924 w 508384"/>
              <a:gd name="connsiteY5" fmla="*/ 60409 h 580657"/>
              <a:gd name="connsiteX6" fmla="*/ 247003 w 508384"/>
              <a:gd name="connsiteY6" fmla="*/ 153137 h 580657"/>
              <a:gd name="connsiteX7" fmla="*/ 340087 w 508384"/>
              <a:gd name="connsiteY7" fmla="*/ 169232 h 580657"/>
              <a:gd name="connsiteX8" fmla="*/ 329563 w 508384"/>
              <a:gd name="connsiteY8" fmla="*/ 253437 h 580657"/>
              <a:gd name="connsiteX9" fmla="*/ 395842 w 508384"/>
              <a:gd name="connsiteY9" fmla="*/ 327450 h 580657"/>
              <a:gd name="connsiteX10" fmla="*/ 508384 w 508384"/>
              <a:gd name="connsiteY10" fmla="*/ 298494 h 580657"/>
              <a:gd name="connsiteX11" fmla="*/ 370593 w 508384"/>
              <a:gd name="connsiteY11" fmla="*/ 483748 h 580657"/>
              <a:gd name="connsiteX12" fmla="*/ 225861 w 508384"/>
              <a:gd name="connsiteY12" fmla="*/ 553252 h 580657"/>
              <a:gd name="connsiteX13" fmla="*/ 167481 w 508384"/>
              <a:gd name="connsiteY13" fmla="*/ 550414 h 580657"/>
              <a:gd name="connsiteX14" fmla="*/ 105380 w 508384"/>
              <a:gd name="connsiteY14" fmla="*/ 580585 h 580657"/>
              <a:gd name="connsiteX0" fmla="*/ 105380 w 508384"/>
              <a:gd name="connsiteY0" fmla="*/ 580585 h 580585"/>
              <a:gd name="connsiteX1" fmla="*/ 71602 w 508384"/>
              <a:gd name="connsiteY1" fmla="*/ 549694 h 580585"/>
              <a:gd name="connsiteX2" fmla="*/ 77274 w 508384"/>
              <a:gd name="connsiteY2" fmla="*/ 470874 h 580585"/>
              <a:gd name="connsiteX3" fmla="*/ 939 w 508384"/>
              <a:gd name="connsiteY3" fmla="*/ 328567 h 580585"/>
              <a:gd name="connsiteX4" fmla="*/ 164971 w 508384"/>
              <a:gd name="connsiteY4" fmla="*/ 44073 h 580585"/>
              <a:gd name="connsiteX5" fmla="*/ 205924 w 508384"/>
              <a:gd name="connsiteY5" fmla="*/ 60409 h 580585"/>
              <a:gd name="connsiteX6" fmla="*/ 247003 w 508384"/>
              <a:gd name="connsiteY6" fmla="*/ 153137 h 580585"/>
              <a:gd name="connsiteX7" fmla="*/ 340087 w 508384"/>
              <a:gd name="connsiteY7" fmla="*/ 169232 h 580585"/>
              <a:gd name="connsiteX8" fmla="*/ 329563 w 508384"/>
              <a:gd name="connsiteY8" fmla="*/ 253437 h 580585"/>
              <a:gd name="connsiteX9" fmla="*/ 395842 w 508384"/>
              <a:gd name="connsiteY9" fmla="*/ 327450 h 580585"/>
              <a:gd name="connsiteX10" fmla="*/ 508384 w 508384"/>
              <a:gd name="connsiteY10" fmla="*/ 298494 h 580585"/>
              <a:gd name="connsiteX11" fmla="*/ 370593 w 508384"/>
              <a:gd name="connsiteY11" fmla="*/ 483748 h 580585"/>
              <a:gd name="connsiteX12" fmla="*/ 225861 w 508384"/>
              <a:gd name="connsiteY12" fmla="*/ 553252 h 580585"/>
              <a:gd name="connsiteX13" fmla="*/ 167481 w 508384"/>
              <a:gd name="connsiteY13" fmla="*/ 550414 h 580585"/>
              <a:gd name="connsiteX14" fmla="*/ 105380 w 508384"/>
              <a:gd name="connsiteY14" fmla="*/ 580585 h 580585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81078 h 581078"/>
              <a:gd name="connsiteX1" fmla="*/ 71344 w 508126"/>
              <a:gd name="connsiteY1" fmla="*/ 550187 h 581078"/>
              <a:gd name="connsiteX2" fmla="*/ 77016 w 508126"/>
              <a:gd name="connsiteY2" fmla="*/ 471367 h 581078"/>
              <a:gd name="connsiteX3" fmla="*/ 681 w 508126"/>
              <a:gd name="connsiteY3" fmla="*/ 329060 h 581078"/>
              <a:gd name="connsiteX4" fmla="*/ 164713 w 508126"/>
              <a:gd name="connsiteY4" fmla="*/ 44566 h 581078"/>
              <a:gd name="connsiteX5" fmla="*/ 211849 w 508126"/>
              <a:gd name="connsiteY5" fmla="*/ 2390 h 581078"/>
              <a:gd name="connsiteX6" fmla="*/ 205666 w 508126"/>
              <a:gd name="connsiteY6" fmla="*/ 60902 h 581078"/>
              <a:gd name="connsiteX7" fmla="*/ 246745 w 508126"/>
              <a:gd name="connsiteY7" fmla="*/ 153630 h 581078"/>
              <a:gd name="connsiteX8" fmla="*/ 339829 w 508126"/>
              <a:gd name="connsiteY8" fmla="*/ 169725 h 581078"/>
              <a:gd name="connsiteX9" fmla="*/ 329305 w 508126"/>
              <a:gd name="connsiteY9" fmla="*/ 253930 h 581078"/>
              <a:gd name="connsiteX10" fmla="*/ 395584 w 508126"/>
              <a:gd name="connsiteY10" fmla="*/ 327943 h 581078"/>
              <a:gd name="connsiteX11" fmla="*/ 508126 w 508126"/>
              <a:gd name="connsiteY11" fmla="*/ 298987 h 581078"/>
              <a:gd name="connsiteX12" fmla="*/ 370335 w 508126"/>
              <a:gd name="connsiteY12" fmla="*/ 484241 h 581078"/>
              <a:gd name="connsiteX13" fmla="*/ 225603 w 508126"/>
              <a:gd name="connsiteY13" fmla="*/ 553745 h 581078"/>
              <a:gd name="connsiteX14" fmla="*/ 167223 w 508126"/>
              <a:gd name="connsiteY14" fmla="*/ 550907 h 581078"/>
              <a:gd name="connsiteX15" fmla="*/ 105122 w 508126"/>
              <a:gd name="connsiteY15" fmla="*/ 581078 h 581078"/>
              <a:gd name="connsiteX0" fmla="*/ 105122 w 508126"/>
              <a:gd name="connsiteY0" fmla="*/ 578688 h 578688"/>
              <a:gd name="connsiteX1" fmla="*/ 71344 w 508126"/>
              <a:gd name="connsiteY1" fmla="*/ 547797 h 578688"/>
              <a:gd name="connsiteX2" fmla="*/ 77016 w 508126"/>
              <a:gd name="connsiteY2" fmla="*/ 468977 h 578688"/>
              <a:gd name="connsiteX3" fmla="*/ 681 w 508126"/>
              <a:gd name="connsiteY3" fmla="*/ 326670 h 578688"/>
              <a:gd name="connsiteX4" fmla="*/ 164713 w 508126"/>
              <a:gd name="connsiteY4" fmla="*/ 42176 h 578688"/>
              <a:gd name="connsiteX5" fmla="*/ 211849 w 508126"/>
              <a:gd name="connsiteY5" fmla="*/ 0 h 578688"/>
              <a:gd name="connsiteX6" fmla="*/ 205666 w 508126"/>
              <a:gd name="connsiteY6" fmla="*/ 58512 h 578688"/>
              <a:gd name="connsiteX7" fmla="*/ 246745 w 508126"/>
              <a:gd name="connsiteY7" fmla="*/ 151240 h 578688"/>
              <a:gd name="connsiteX8" fmla="*/ 339829 w 508126"/>
              <a:gd name="connsiteY8" fmla="*/ 167335 h 578688"/>
              <a:gd name="connsiteX9" fmla="*/ 329305 w 508126"/>
              <a:gd name="connsiteY9" fmla="*/ 251540 h 578688"/>
              <a:gd name="connsiteX10" fmla="*/ 395584 w 508126"/>
              <a:gd name="connsiteY10" fmla="*/ 325553 h 578688"/>
              <a:gd name="connsiteX11" fmla="*/ 508126 w 508126"/>
              <a:gd name="connsiteY11" fmla="*/ 296597 h 578688"/>
              <a:gd name="connsiteX12" fmla="*/ 370335 w 508126"/>
              <a:gd name="connsiteY12" fmla="*/ 481851 h 578688"/>
              <a:gd name="connsiteX13" fmla="*/ 225603 w 508126"/>
              <a:gd name="connsiteY13" fmla="*/ 551355 h 578688"/>
              <a:gd name="connsiteX14" fmla="*/ 167223 w 508126"/>
              <a:gd name="connsiteY14" fmla="*/ 548517 h 578688"/>
              <a:gd name="connsiteX15" fmla="*/ 105122 w 508126"/>
              <a:gd name="connsiteY15" fmla="*/ 578688 h 578688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81887 h 581887"/>
              <a:gd name="connsiteX1" fmla="*/ 71348 w 508130"/>
              <a:gd name="connsiteY1" fmla="*/ 550996 h 581887"/>
              <a:gd name="connsiteX2" fmla="*/ 77020 w 508130"/>
              <a:gd name="connsiteY2" fmla="*/ 472176 h 581887"/>
              <a:gd name="connsiteX3" fmla="*/ 685 w 508130"/>
              <a:gd name="connsiteY3" fmla="*/ 329869 h 581887"/>
              <a:gd name="connsiteX4" fmla="*/ 164717 w 508130"/>
              <a:gd name="connsiteY4" fmla="*/ 45375 h 581887"/>
              <a:gd name="connsiteX5" fmla="*/ 217612 w 508130"/>
              <a:gd name="connsiteY5" fmla="*/ 0 h 581887"/>
              <a:gd name="connsiteX6" fmla="*/ 205670 w 508130"/>
              <a:gd name="connsiteY6" fmla="*/ 61711 h 581887"/>
              <a:gd name="connsiteX7" fmla="*/ 246749 w 508130"/>
              <a:gd name="connsiteY7" fmla="*/ 154439 h 581887"/>
              <a:gd name="connsiteX8" fmla="*/ 339833 w 508130"/>
              <a:gd name="connsiteY8" fmla="*/ 170534 h 581887"/>
              <a:gd name="connsiteX9" fmla="*/ 329309 w 508130"/>
              <a:gd name="connsiteY9" fmla="*/ 254739 h 581887"/>
              <a:gd name="connsiteX10" fmla="*/ 395588 w 508130"/>
              <a:gd name="connsiteY10" fmla="*/ 328752 h 581887"/>
              <a:gd name="connsiteX11" fmla="*/ 508130 w 508130"/>
              <a:gd name="connsiteY11" fmla="*/ 299796 h 581887"/>
              <a:gd name="connsiteX12" fmla="*/ 370339 w 508130"/>
              <a:gd name="connsiteY12" fmla="*/ 485050 h 581887"/>
              <a:gd name="connsiteX13" fmla="*/ 225607 w 508130"/>
              <a:gd name="connsiteY13" fmla="*/ 554554 h 581887"/>
              <a:gd name="connsiteX14" fmla="*/ 167227 w 508130"/>
              <a:gd name="connsiteY14" fmla="*/ 551716 h 581887"/>
              <a:gd name="connsiteX15" fmla="*/ 105126 w 508130"/>
              <a:gd name="connsiteY15" fmla="*/ 581887 h 581887"/>
              <a:gd name="connsiteX0" fmla="*/ 105126 w 508130"/>
              <a:gd name="connsiteY0" fmla="*/ 574528 h 574528"/>
              <a:gd name="connsiteX1" fmla="*/ 71348 w 508130"/>
              <a:gd name="connsiteY1" fmla="*/ 543637 h 574528"/>
              <a:gd name="connsiteX2" fmla="*/ 77020 w 508130"/>
              <a:gd name="connsiteY2" fmla="*/ 464817 h 574528"/>
              <a:gd name="connsiteX3" fmla="*/ 685 w 508130"/>
              <a:gd name="connsiteY3" fmla="*/ 322510 h 574528"/>
              <a:gd name="connsiteX4" fmla="*/ 164717 w 508130"/>
              <a:gd name="connsiteY4" fmla="*/ 38016 h 574528"/>
              <a:gd name="connsiteX5" fmla="*/ 216012 w 508130"/>
              <a:gd name="connsiteY5" fmla="*/ 0 h 574528"/>
              <a:gd name="connsiteX6" fmla="*/ 205670 w 508130"/>
              <a:gd name="connsiteY6" fmla="*/ 54352 h 574528"/>
              <a:gd name="connsiteX7" fmla="*/ 246749 w 508130"/>
              <a:gd name="connsiteY7" fmla="*/ 147080 h 574528"/>
              <a:gd name="connsiteX8" fmla="*/ 339833 w 508130"/>
              <a:gd name="connsiteY8" fmla="*/ 163175 h 574528"/>
              <a:gd name="connsiteX9" fmla="*/ 329309 w 508130"/>
              <a:gd name="connsiteY9" fmla="*/ 247380 h 574528"/>
              <a:gd name="connsiteX10" fmla="*/ 395588 w 508130"/>
              <a:gd name="connsiteY10" fmla="*/ 321393 h 574528"/>
              <a:gd name="connsiteX11" fmla="*/ 508130 w 508130"/>
              <a:gd name="connsiteY11" fmla="*/ 292437 h 574528"/>
              <a:gd name="connsiteX12" fmla="*/ 370339 w 508130"/>
              <a:gd name="connsiteY12" fmla="*/ 477691 h 574528"/>
              <a:gd name="connsiteX13" fmla="*/ 225607 w 508130"/>
              <a:gd name="connsiteY13" fmla="*/ 547195 h 574528"/>
              <a:gd name="connsiteX14" fmla="*/ 167227 w 508130"/>
              <a:gd name="connsiteY14" fmla="*/ 544357 h 574528"/>
              <a:gd name="connsiteX15" fmla="*/ 105126 w 508130"/>
              <a:gd name="connsiteY15" fmla="*/ 574528 h 57452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88938 h 588938"/>
              <a:gd name="connsiteX1" fmla="*/ 71348 w 508130"/>
              <a:gd name="connsiteY1" fmla="*/ 558047 h 588938"/>
              <a:gd name="connsiteX2" fmla="*/ 77020 w 508130"/>
              <a:gd name="connsiteY2" fmla="*/ 479227 h 588938"/>
              <a:gd name="connsiteX3" fmla="*/ 685 w 508130"/>
              <a:gd name="connsiteY3" fmla="*/ 336920 h 588938"/>
              <a:gd name="connsiteX4" fmla="*/ 164717 w 508130"/>
              <a:gd name="connsiteY4" fmla="*/ 52426 h 588938"/>
              <a:gd name="connsiteX5" fmla="*/ 216012 w 508130"/>
              <a:gd name="connsiteY5" fmla="*/ 14410 h 588938"/>
              <a:gd name="connsiteX6" fmla="*/ 205670 w 508130"/>
              <a:gd name="connsiteY6" fmla="*/ 68762 h 588938"/>
              <a:gd name="connsiteX7" fmla="*/ 246749 w 508130"/>
              <a:gd name="connsiteY7" fmla="*/ 161490 h 588938"/>
              <a:gd name="connsiteX8" fmla="*/ 339833 w 508130"/>
              <a:gd name="connsiteY8" fmla="*/ 177585 h 588938"/>
              <a:gd name="connsiteX9" fmla="*/ 329309 w 508130"/>
              <a:gd name="connsiteY9" fmla="*/ 261790 h 588938"/>
              <a:gd name="connsiteX10" fmla="*/ 395588 w 508130"/>
              <a:gd name="connsiteY10" fmla="*/ 335803 h 588938"/>
              <a:gd name="connsiteX11" fmla="*/ 508130 w 508130"/>
              <a:gd name="connsiteY11" fmla="*/ 306847 h 588938"/>
              <a:gd name="connsiteX12" fmla="*/ 370339 w 508130"/>
              <a:gd name="connsiteY12" fmla="*/ 492101 h 588938"/>
              <a:gd name="connsiteX13" fmla="*/ 225607 w 508130"/>
              <a:gd name="connsiteY13" fmla="*/ 561605 h 588938"/>
              <a:gd name="connsiteX14" fmla="*/ 167227 w 508130"/>
              <a:gd name="connsiteY14" fmla="*/ 558767 h 588938"/>
              <a:gd name="connsiteX15" fmla="*/ 105126 w 508130"/>
              <a:gd name="connsiteY15" fmla="*/ 588938 h 588938"/>
              <a:gd name="connsiteX0" fmla="*/ 105126 w 508130"/>
              <a:gd name="connsiteY0" fmla="*/ 578301 h 578301"/>
              <a:gd name="connsiteX1" fmla="*/ 71348 w 508130"/>
              <a:gd name="connsiteY1" fmla="*/ 547410 h 578301"/>
              <a:gd name="connsiteX2" fmla="*/ 77020 w 508130"/>
              <a:gd name="connsiteY2" fmla="*/ 468590 h 578301"/>
              <a:gd name="connsiteX3" fmla="*/ 685 w 508130"/>
              <a:gd name="connsiteY3" fmla="*/ 326283 h 578301"/>
              <a:gd name="connsiteX4" fmla="*/ 164717 w 508130"/>
              <a:gd name="connsiteY4" fmla="*/ 41789 h 578301"/>
              <a:gd name="connsiteX5" fmla="*/ 216012 w 508130"/>
              <a:gd name="connsiteY5" fmla="*/ 3773 h 578301"/>
              <a:gd name="connsiteX6" fmla="*/ 205670 w 508130"/>
              <a:gd name="connsiteY6" fmla="*/ 58125 h 578301"/>
              <a:gd name="connsiteX7" fmla="*/ 246749 w 508130"/>
              <a:gd name="connsiteY7" fmla="*/ 150853 h 578301"/>
              <a:gd name="connsiteX8" fmla="*/ 339833 w 508130"/>
              <a:gd name="connsiteY8" fmla="*/ 166948 h 578301"/>
              <a:gd name="connsiteX9" fmla="*/ 329309 w 508130"/>
              <a:gd name="connsiteY9" fmla="*/ 251153 h 578301"/>
              <a:gd name="connsiteX10" fmla="*/ 395588 w 508130"/>
              <a:gd name="connsiteY10" fmla="*/ 325166 h 578301"/>
              <a:gd name="connsiteX11" fmla="*/ 508130 w 508130"/>
              <a:gd name="connsiteY11" fmla="*/ 296210 h 578301"/>
              <a:gd name="connsiteX12" fmla="*/ 370339 w 508130"/>
              <a:gd name="connsiteY12" fmla="*/ 481464 h 578301"/>
              <a:gd name="connsiteX13" fmla="*/ 225607 w 508130"/>
              <a:gd name="connsiteY13" fmla="*/ 550968 h 578301"/>
              <a:gd name="connsiteX14" fmla="*/ 167227 w 508130"/>
              <a:gd name="connsiteY14" fmla="*/ 548130 h 578301"/>
              <a:gd name="connsiteX15" fmla="*/ 105126 w 508130"/>
              <a:gd name="connsiteY15" fmla="*/ 578301 h 578301"/>
              <a:gd name="connsiteX0" fmla="*/ 105021 w 508025"/>
              <a:gd name="connsiteY0" fmla="*/ 574830 h 574830"/>
              <a:gd name="connsiteX1" fmla="*/ 71243 w 508025"/>
              <a:gd name="connsiteY1" fmla="*/ 543939 h 574830"/>
              <a:gd name="connsiteX2" fmla="*/ 76915 w 508025"/>
              <a:gd name="connsiteY2" fmla="*/ 465119 h 574830"/>
              <a:gd name="connsiteX3" fmla="*/ 580 w 508025"/>
              <a:gd name="connsiteY3" fmla="*/ 322812 h 574830"/>
              <a:gd name="connsiteX4" fmla="*/ 164612 w 508025"/>
              <a:gd name="connsiteY4" fmla="*/ 38318 h 574830"/>
              <a:gd name="connsiteX5" fmla="*/ 215907 w 508025"/>
              <a:gd name="connsiteY5" fmla="*/ 302 h 574830"/>
              <a:gd name="connsiteX6" fmla="*/ 205565 w 508025"/>
              <a:gd name="connsiteY6" fmla="*/ 54654 h 574830"/>
              <a:gd name="connsiteX7" fmla="*/ 246644 w 508025"/>
              <a:gd name="connsiteY7" fmla="*/ 147382 h 574830"/>
              <a:gd name="connsiteX8" fmla="*/ 339728 w 508025"/>
              <a:gd name="connsiteY8" fmla="*/ 163477 h 574830"/>
              <a:gd name="connsiteX9" fmla="*/ 329204 w 508025"/>
              <a:gd name="connsiteY9" fmla="*/ 247682 h 574830"/>
              <a:gd name="connsiteX10" fmla="*/ 395483 w 508025"/>
              <a:gd name="connsiteY10" fmla="*/ 321695 h 574830"/>
              <a:gd name="connsiteX11" fmla="*/ 508025 w 508025"/>
              <a:gd name="connsiteY11" fmla="*/ 292739 h 574830"/>
              <a:gd name="connsiteX12" fmla="*/ 370234 w 508025"/>
              <a:gd name="connsiteY12" fmla="*/ 477993 h 574830"/>
              <a:gd name="connsiteX13" fmla="*/ 225502 w 508025"/>
              <a:gd name="connsiteY13" fmla="*/ 547497 h 574830"/>
              <a:gd name="connsiteX14" fmla="*/ 167122 w 508025"/>
              <a:gd name="connsiteY14" fmla="*/ 544659 h 574830"/>
              <a:gd name="connsiteX15" fmla="*/ 105021 w 508025"/>
              <a:gd name="connsiteY15" fmla="*/ 574830 h 574830"/>
              <a:gd name="connsiteX0" fmla="*/ 105134 w 508138"/>
              <a:gd name="connsiteY0" fmla="*/ 582017 h 582017"/>
              <a:gd name="connsiteX1" fmla="*/ 71356 w 508138"/>
              <a:gd name="connsiteY1" fmla="*/ 551126 h 582017"/>
              <a:gd name="connsiteX2" fmla="*/ 77028 w 508138"/>
              <a:gd name="connsiteY2" fmla="*/ 472306 h 582017"/>
              <a:gd name="connsiteX3" fmla="*/ 693 w 508138"/>
              <a:gd name="connsiteY3" fmla="*/ 329999 h 582017"/>
              <a:gd name="connsiteX4" fmla="*/ 164725 w 508138"/>
              <a:gd name="connsiteY4" fmla="*/ 45505 h 582017"/>
              <a:gd name="connsiteX5" fmla="*/ 228818 w 508138"/>
              <a:gd name="connsiteY5" fmla="*/ 2690 h 582017"/>
              <a:gd name="connsiteX6" fmla="*/ 205678 w 508138"/>
              <a:gd name="connsiteY6" fmla="*/ 61841 h 582017"/>
              <a:gd name="connsiteX7" fmla="*/ 246757 w 508138"/>
              <a:gd name="connsiteY7" fmla="*/ 154569 h 582017"/>
              <a:gd name="connsiteX8" fmla="*/ 339841 w 508138"/>
              <a:gd name="connsiteY8" fmla="*/ 170664 h 582017"/>
              <a:gd name="connsiteX9" fmla="*/ 329317 w 508138"/>
              <a:gd name="connsiteY9" fmla="*/ 254869 h 582017"/>
              <a:gd name="connsiteX10" fmla="*/ 395596 w 508138"/>
              <a:gd name="connsiteY10" fmla="*/ 328882 h 582017"/>
              <a:gd name="connsiteX11" fmla="*/ 508138 w 508138"/>
              <a:gd name="connsiteY11" fmla="*/ 299926 h 582017"/>
              <a:gd name="connsiteX12" fmla="*/ 370347 w 508138"/>
              <a:gd name="connsiteY12" fmla="*/ 485180 h 582017"/>
              <a:gd name="connsiteX13" fmla="*/ 225615 w 508138"/>
              <a:gd name="connsiteY13" fmla="*/ 554684 h 582017"/>
              <a:gd name="connsiteX14" fmla="*/ 167235 w 508138"/>
              <a:gd name="connsiteY14" fmla="*/ 551846 h 582017"/>
              <a:gd name="connsiteX15" fmla="*/ 105134 w 508138"/>
              <a:gd name="connsiteY15" fmla="*/ 582017 h 582017"/>
              <a:gd name="connsiteX0" fmla="*/ 105134 w 508138"/>
              <a:gd name="connsiteY0" fmla="*/ 579327 h 579327"/>
              <a:gd name="connsiteX1" fmla="*/ 71356 w 508138"/>
              <a:gd name="connsiteY1" fmla="*/ 548436 h 579327"/>
              <a:gd name="connsiteX2" fmla="*/ 77028 w 508138"/>
              <a:gd name="connsiteY2" fmla="*/ 469616 h 579327"/>
              <a:gd name="connsiteX3" fmla="*/ 693 w 508138"/>
              <a:gd name="connsiteY3" fmla="*/ 327309 h 579327"/>
              <a:gd name="connsiteX4" fmla="*/ 164725 w 508138"/>
              <a:gd name="connsiteY4" fmla="*/ 42815 h 579327"/>
              <a:gd name="connsiteX5" fmla="*/ 228818 w 508138"/>
              <a:gd name="connsiteY5" fmla="*/ 0 h 579327"/>
              <a:gd name="connsiteX6" fmla="*/ 205678 w 508138"/>
              <a:gd name="connsiteY6" fmla="*/ 59151 h 579327"/>
              <a:gd name="connsiteX7" fmla="*/ 246757 w 508138"/>
              <a:gd name="connsiteY7" fmla="*/ 151879 h 579327"/>
              <a:gd name="connsiteX8" fmla="*/ 339841 w 508138"/>
              <a:gd name="connsiteY8" fmla="*/ 167974 h 579327"/>
              <a:gd name="connsiteX9" fmla="*/ 329317 w 508138"/>
              <a:gd name="connsiteY9" fmla="*/ 252179 h 579327"/>
              <a:gd name="connsiteX10" fmla="*/ 395596 w 508138"/>
              <a:gd name="connsiteY10" fmla="*/ 326192 h 579327"/>
              <a:gd name="connsiteX11" fmla="*/ 508138 w 508138"/>
              <a:gd name="connsiteY11" fmla="*/ 297236 h 579327"/>
              <a:gd name="connsiteX12" fmla="*/ 370347 w 508138"/>
              <a:gd name="connsiteY12" fmla="*/ 482490 h 579327"/>
              <a:gd name="connsiteX13" fmla="*/ 225615 w 508138"/>
              <a:gd name="connsiteY13" fmla="*/ 551994 h 579327"/>
              <a:gd name="connsiteX14" fmla="*/ 167235 w 508138"/>
              <a:gd name="connsiteY14" fmla="*/ 549156 h 579327"/>
              <a:gd name="connsiteX15" fmla="*/ 105134 w 50813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5568 w 508028"/>
              <a:gd name="connsiteY6" fmla="*/ 59151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6647 w 508028"/>
              <a:gd name="connsiteY7" fmla="*/ 151879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24 w 508028"/>
              <a:gd name="connsiteY0" fmla="*/ 579327 h 579327"/>
              <a:gd name="connsiteX1" fmla="*/ 71246 w 508028"/>
              <a:gd name="connsiteY1" fmla="*/ 548436 h 579327"/>
              <a:gd name="connsiteX2" fmla="*/ 76918 w 508028"/>
              <a:gd name="connsiteY2" fmla="*/ 469616 h 579327"/>
              <a:gd name="connsiteX3" fmla="*/ 583 w 508028"/>
              <a:gd name="connsiteY3" fmla="*/ 327309 h 579327"/>
              <a:gd name="connsiteX4" fmla="*/ 164615 w 508028"/>
              <a:gd name="connsiteY4" fmla="*/ 42815 h 579327"/>
              <a:gd name="connsiteX5" fmla="*/ 228708 w 508028"/>
              <a:gd name="connsiteY5" fmla="*/ 0 h 579327"/>
              <a:gd name="connsiteX6" fmla="*/ 204288 w 508028"/>
              <a:gd name="connsiteY6" fmla="*/ 66830 h 579327"/>
              <a:gd name="connsiteX7" fmla="*/ 249633 w 508028"/>
              <a:gd name="connsiteY7" fmla="*/ 151026 h 579327"/>
              <a:gd name="connsiteX8" fmla="*/ 339731 w 508028"/>
              <a:gd name="connsiteY8" fmla="*/ 167974 h 579327"/>
              <a:gd name="connsiteX9" fmla="*/ 329207 w 508028"/>
              <a:gd name="connsiteY9" fmla="*/ 252179 h 579327"/>
              <a:gd name="connsiteX10" fmla="*/ 395486 w 508028"/>
              <a:gd name="connsiteY10" fmla="*/ 326192 h 579327"/>
              <a:gd name="connsiteX11" fmla="*/ 508028 w 508028"/>
              <a:gd name="connsiteY11" fmla="*/ 297236 h 579327"/>
              <a:gd name="connsiteX12" fmla="*/ 370237 w 508028"/>
              <a:gd name="connsiteY12" fmla="*/ 482490 h 579327"/>
              <a:gd name="connsiteX13" fmla="*/ 225505 w 508028"/>
              <a:gd name="connsiteY13" fmla="*/ 551994 h 579327"/>
              <a:gd name="connsiteX14" fmla="*/ 167125 w 508028"/>
              <a:gd name="connsiteY14" fmla="*/ 549156 h 579327"/>
              <a:gd name="connsiteX15" fmla="*/ 105024 w 50802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034 w 508038"/>
              <a:gd name="connsiteY0" fmla="*/ 579327 h 579327"/>
              <a:gd name="connsiteX1" fmla="*/ 71256 w 508038"/>
              <a:gd name="connsiteY1" fmla="*/ 548436 h 579327"/>
              <a:gd name="connsiteX2" fmla="*/ 76928 w 508038"/>
              <a:gd name="connsiteY2" fmla="*/ 469616 h 579327"/>
              <a:gd name="connsiteX3" fmla="*/ 593 w 508038"/>
              <a:gd name="connsiteY3" fmla="*/ 327309 h 579327"/>
              <a:gd name="connsiteX4" fmla="*/ 164625 w 508038"/>
              <a:gd name="connsiteY4" fmla="*/ 42815 h 579327"/>
              <a:gd name="connsiteX5" fmla="*/ 228718 w 508038"/>
              <a:gd name="connsiteY5" fmla="*/ 0 h 579327"/>
              <a:gd name="connsiteX6" fmla="*/ 204298 w 508038"/>
              <a:gd name="connsiteY6" fmla="*/ 66830 h 579327"/>
              <a:gd name="connsiteX7" fmla="*/ 249643 w 508038"/>
              <a:gd name="connsiteY7" fmla="*/ 151026 h 579327"/>
              <a:gd name="connsiteX8" fmla="*/ 339741 w 508038"/>
              <a:gd name="connsiteY8" fmla="*/ 167974 h 579327"/>
              <a:gd name="connsiteX9" fmla="*/ 329217 w 508038"/>
              <a:gd name="connsiteY9" fmla="*/ 252179 h 579327"/>
              <a:gd name="connsiteX10" fmla="*/ 395496 w 508038"/>
              <a:gd name="connsiteY10" fmla="*/ 326192 h 579327"/>
              <a:gd name="connsiteX11" fmla="*/ 508038 w 508038"/>
              <a:gd name="connsiteY11" fmla="*/ 297236 h 579327"/>
              <a:gd name="connsiteX12" fmla="*/ 370247 w 508038"/>
              <a:gd name="connsiteY12" fmla="*/ 482490 h 579327"/>
              <a:gd name="connsiteX13" fmla="*/ 225515 w 508038"/>
              <a:gd name="connsiteY13" fmla="*/ 551994 h 579327"/>
              <a:gd name="connsiteX14" fmla="*/ 167135 w 508038"/>
              <a:gd name="connsiteY14" fmla="*/ 549156 h 579327"/>
              <a:gd name="connsiteX15" fmla="*/ 105034 w 508038"/>
              <a:gd name="connsiteY15" fmla="*/ 579327 h 57932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131 w 508135"/>
              <a:gd name="connsiteY0" fmla="*/ 580607 h 580607"/>
              <a:gd name="connsiteX1" fmla="*/ 71353 w 508135"/>
              <a:gd name="connsiteY1" fmla="*/ 549716 h 580607"/>
              <a:gd name="connsiteX2" fmla="*/ 77025 w 508135"/>
              <a:gd name="connsiteY2" fmla="*/ 470896 h 580607"/>
              <a:gd name="connsiteX3" fmla="*/ 690 w 508135"/>
              <a:gd name="connsiteY3" fmla="*/ 328589 h 580607"/>
              <a:gd name="connsiteX4" fmla="*/ 164722 w 508135"/>
              <a:gd name="connsiteY4" fmla="*/ 44095 h 580607"/>
              <a:gd name="connsiteX5" fmla="*/ 224549 w 508135"/>
              <a:gd name="connsiteY5" fmla="*/ 0 h 580607"/>
              <a:gd name="connsiteX6" fmla="*/ 204395 w 508135"/>
              <a:gd name="connsiteY6" fmla="*/ 68110 h 580607"/>
              <a:gd name="connsiteX7" fmla="*/ 249740 w 508135"/>
              <a:gd name="connsiteY7" fmla="*/ 152306 h 580607"/>
              <a:gd name="connsiteX8" fmla="*/ 339838 w 508135"/>
              <a:gd name="connsiteY8" fmla="*/ 169254 h 580607"/>
              <a:gd name="connsiteX9" fmla="*/ 329314 w 508135"/>
              <a:gd name="connsiteY9" fmla="*/ 253459 h 580607"/>
              <a:gd name="connsiteX10" fmla="*/ 395593 w 508135"/>
              <a:gd name="connsiteY10" fmla="*/ 327472 h 580607"/>
              <a:gd name="connsiteX11" fmla="*/ 508135 w 508135"/>
              <a:gd name="connsiteY11" fmla="*/ 298516 h 580607"/>
              <a:gd name="connsiteX12" fmla="*/ 370344 w 508135"/>
              <a:gd name="connsiteY12" fmla="*/ 483770 h 580607"/>
              <a:gd name="connsiteX13" fmla="*/ 225612 w 508135"/>
              <a:gd name="connsiteY13" fmla="*/ 553274 h 580607"/>
              <a:gd name="connsiteX14" fmla="*/ 167232 w 508135"/>
              <a:gd name="connsiteY14" fmla="*/ 550436 h 580607"/>
              <a:gd name="connsiteX15" fmla="*/ 105131 w 508135"/>
              <a:gd name="connsiteY15" fmla="*/ 580607 h 580607"/>
              <a:gd name="connsiteX0" fmla="*/ 105035 w 508039"/>
              <a:gd name="connsiteY0" fmla="*/ 580607 h 580607"/>
              <a:gd name="connsiteX1" fmla="*/ 71257 w 508039"/>
              <a:gd name="connsiteY1" fmla="*/ 549716 h 580607"/>
              <a:gd name="connsiteX2" fmla="*/ 76929 w 508039"/>
              <a:gd name="connsiteY2" fmla="*/ 470896 h 580607"/>
              <a:gd name="connsiteX3" fmla="*/ 594 w 508039"/>
              <a:gd name="connsiteY3" fmla="*/ 328589 h 580607"/>
              <a:gd name="connsiteX4" fmla="*/ 164626 w 508039"/>
              <a:gd name="connsiteY4" fmla="*/ 44095 h 580607"/>
              <a:gd name="connsiteX5" fmla="*/ 224453 w 508039"/>
              <a:gd name="connsiteY5" fmla="*/ 0 h 580607"/>
              <a:gd name="connsiteX6" fmla="*/ 204299 w 508039"/>
              <a:gd name="connsiteY6" fmla="*/ 68110 h 580607"/>
              <a:gd name="connsiteX7" fmla="*/ 249644 w 508039"/>
              <a:gd name="connsiteY7" fmla="*/ 152306 h 580607"/>
              <a:gd name="connsiteX8" fmla="*/ 339742 w 508039"/>
              <a:gd name="connsiteY8" fmla="*/ 169254 h 580607"/>
              <a:gd name="connsiteX9" fmla="*/ 329218 w 508039"/>
              <a:gd name="connsiteY9" fmla="*/ 253459 h 580607"/>
              <a:gd name="connsiteX10" fmla="*/ 395497 w 508039"/>
              <a:gd name="connsiteY10" fmla="*/ 327472 h 580607"/>
              <a:gd name="connsiteX11" fmla="*/ 508039 w 508039"/>
              <a:gd name="connsiteY11" fmla="*/ 298516 h 580607"/>
              <a:gd name="connsiteX12" fmla="*/ 370248 w 508039"/>
              <a:gd name="connsiteY12" fmla="*/ 483770 h 580607"/>
              <a:gd name="connsiteX13" fmla="*/ 225516 w 508039"/>
              <a:gd name="connsiteY13" fmla="*/ 553274 h 580607"/>
              <a:gd name="connsiteX14" fmla="*/ 167136 w 508039"/>
              <a:gd name="connsiteY14" fmla="*/ 550436 h 580607"/>
              <a:gd name="connsiteX15" fmla="*/ 105035 w 508039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4288 w 508028"/>
              <a:gd name="connsiteY6" fmla="*/ 68110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197462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5994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49633 w 508028"/>
              <a:gd name="connsiteY7" fmla="*/ 152306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07"/>
              <a:gd name="connsiteX1" fmla="*/ 71246 w 508028"/>
              <a:gd name="connsiteY1" fmla="*/ 549716 h 580607"/>
              <a:gd name="connsiteX2" fmla="*/ 76918 w 508028"/>
              <a:gd name="connsiteY2" fmla="*/ 470896 h 580607"/>
              <a:gd name="connsiteX3" fmla="*/ 583 w 508028"/>
              <a:gd name="connsiteY3" fmla="*/ 328589 h 580607"/>
              <a:gd name="connsiteX4" fmla="*/ 164615 w 508028"/>
              <a:gd name="connsiteY4" fmla="*/ 44095 h 580607"/>
              <a:gd name="connsiteX5" fmla="*/ 224442 w 508028"/>
              <a:gd name="connsiteY5" fmla="*/ 0 h 580607"/>
              <a:gd name="connsiteX6" fmla="*/ 202581 w 508028"/>
              <a:gd name="connsiteY6" fmla="*/ 85601 h 580607"/>
              <a:gd name="connsiteX7" fmla="*/ 251339 w 508028"/>
              <a:gd name="connsiteY7" fmla="*/ 151453 h 580607"/>
              <a:gd name="connsiteX8" fmla="*/ 339731 w 508028"/>
              <a:gd name="connsiteY8" fmla="*/ 169254 h 580607"/>
              <a:gd name="connsiteX9" fmla="*/ 329207 w 508028"/>
              <a:gd name="connsiteY9" fmla="*/ 253459 h 580607"/>
              <a:gd name="connsiteX10" fmla="*/ 395486 w 508028"/>
              <a:gd name="connsiteY10" fmla="*/ 327472 h 580607"/>
              <a:gd name="connsiteX11" fmla="*/ 508028 w 508028"/>
              <a:gd name="connsiteY11" fmla="*/ 298516 h 580607"/>
              <a:gd name="connsiteX12" fmla="*/ 370237 w 508028"/>
              <a:gd name="connsiteY12" fmla="*/ 483770 h 580607"/>
              <a:gd name="connsiteX13" fmla="*/ 225505 w 508028"/>
              <a:gd name="connsiteY13" fmla="*/ 553274 h 580607"/>
              <a:gd name="connsiteX14" fmla="*/ 167125 w 508028"/>
              <a:gd name="connsiteY14" fmla="*/ 550436 h 580607"/>
              <a:gd name="connsiteX15" fmla="*/ 105024 w 508028"/>
              <a:gd name="connsiteY15" fmla="*/ 580607 h 580607"/>
              <a:gd name="connsiteX0" fmla="*/ 105024 w 508028"/>
              <a:gd name="connsiteY0" fmla="*/ 580607 h 580649"/>
              <a:gd name="connsiteX1" fmla="*/ 85530 w 508028"/>
              <a:gd name="connsiteY1" fmla="*/ 542575 h 580649"/>
              <a:gd name="connsiteX2" fmla="*/ 76918 w 508028"/>
              <a:gd name="connsiteY2" fmla="*/ 470896 h 580649"/>
              <a:gd name="connsiteX3" fmla="*/ 583 w 508028"/>
              <a:gd name="connsiteY3" fmla="*/ 328589 h 580649"/>
              <a:gd name="connsiteX4" fmla="*/ 164615 w 508028"/>
              <a:gd name="connsiteY4" fmla="*/ 44095 h 580649"/>
              <a:gd name="connsiteX5" fmla="*/ 224442 w 508028"/>
              <a:gd name="connsiteY5" fmla="*/ 0 h 580649"/>
              <a:gd name="connsiteX6" fmla="*/ 202581 w 508028"/>
              <a:gd name="connsiteY6" fmla="*/ 85601 h 580649"/>
              <a:gd name="connsiteX7" fmla="*/ 251339 w 508028"/>
              <a:gd name="connsiteY7" fmla="*/ 151453 h 580649"/>
              <a:gd name="connsiteX8" fmla="*/ 339731 w 508028"/>
              <a:gd name="connsiteY8" fmla="*/ 169254 h 580649"/>
              <a:gd name="connsiteX9" fmla="*/ 329207 w 508028"/>
              <a:gd name="connsiteY9" fmla="*/ 253459 h 580649"/>
              <a:gd name="connsiteX10" fmla="*/ 395486 w 508028"/>
              <a:gd name="connsiteY10" fmla="*/ 327472 h 580649"/>
              <a:gd name="connsiteX11" fmla="*/ 508028 w 508028"/>
              <a:gd name="connsiteY11" fmla="*/ 298516 h 580649"/>
              <a:gd name="connsiteX12" fmla="*/ 370237 w 508028"/>
              <a:gd name="connsiteY12" fmla="*/ 483770 h 580649"/>
              <a:gd name="connsiteX13" fmla="*/ 225505 w 508028"/>
              <a:gd name="connsiteY13" fmla="*/ 553274 h 580649"/>
              <a:gd name="connsiteX14" fmla="*/ 167125 w 508028"/>
              <a:gd name="connsiteY14" fmla="*/ 550436 h 580649"/>
              <a:gd name="connsiteX15" fmla="*/ 105024 w 508028"/>
              <a:gd name="connsiteY15" fmla="*/ 580607 h 580649"/>
              <a:gd name="connsiteX0" fmla="*/ 119308 w 508028"/>
              <a:gd name="connsiteY0" fmla="*/ 561562 h 561669"/>
              <a:gd name="connsiteX1" fmla="*/ 85530 w 508028"/>
              <a:gd name="connsiteY1" fmla="*/ 542575 h 561669"/>
              <a:gd name="connsiteX2" fmla="*/ 76918 w 508028"/>
              <a:gd name="connsiteY2" fmla="*/ 470896 h 561669"/>
              <a:gd name="connsiteX3" fmla="*/ 583 w 508028"/>
              <a:gd name="connsiteY3" fmla="*/ 328589 h 561669"/>
              <a:gd name="connsiteX4" fmla="*/ 164615 w 508028"/>
              <a:gd name="connsiteY4" fmla="*/ 44095 h 561669"/>
              <a:gd name="connsiteX5" fmla="*/ 224442 w 508028"/>
              <a:gd name="connsiteY5" fmla="*/ 0 h 561669"/>
              <a:gd name="connsiteX6" fmla="*/ 202581 w 508028"/>
              <a:gd name="connsiteY6" fmla="*/ 85601 h 561669"/>
              <a:gd name="connsiteX7" fmla="*/ 251339 w 508028"/>
              <a:gd name="connsiteY7" fmla="*/ 151453 h 561669"/>
              <a:gd name="connsiteX8" fmla="*/ 339731 w 508028"/>
              <a:gd name="connsiteY8" fmla="*/ 169254 h 561669"/>
              <a:gd name="connsiteX9" fmla="*/ 329207 w 508028"/>
              <a:gd name="connsiteY9" fmla="*/ 253459 h 561669"/>
              <a:gd name="connsiteX10" fmla="*/ 395486 w 508028"/>
              <a:gd name="connsiteY10" fmla="*/ 327472 h 561669"/>
              <a:gd name="connsiteX11" fmla="*/ 508028 w 508028"/>
              <a:gd name="connsiteY11" fmla="*/ 298516 h 561669"/>
              <a:gd name="connsiteX12" fmla="*/ 370237 w 508028"/>
              <a:gd name="connsiteY12" fmla="*/ 483770 h 561669"/>
              <a:gd name="connsiteX13" fmla="*/ 225505 w 508028"/>
              <a:gd name="connsiteY13" fmla="*/ 553274 h 561669"/>
              <a:gd name="connsiteX14" fmla="*/ 167125 w 508028"/>
              <a:gd name="connsiteY14" fmla="*/ 550436 h 561669"/>
              <a:gd name="connsiteX15" fmla="*/ 119308 w 508028"/>
              <a:gd name="connsiteY15" fmla="*/ 561562 h 561669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5663"/>
              <a:gd name="connsiteX1" fmla="*/ 76918 w 508028"/>
              <a:gd name="connsiteY1" fmla="*/ 470896 h 565663"/>
              <a:gd name="connsiteX2" fmla="*/ 583 w 508028"/>
              <a:gd name="connsiteY2" fmla="*/ 328589 h 565663"/>
              <a:gd name="connsiteX3" fmla="*/ 164615 w 508028"/>
              <a:gd name="connsiteY3" fmla="*/ 44095 h 565663"/>
              <a:gd name="connsiteX4" fmla="*/ 224442 w 508028"/>
              <a:gd name="connsiteY4" fmla="*/ 0 h 565663"/>
              <a:gd name="connsiteX5" fmla="*/ 202581 w 508028"/>
              <a:gd name="connsiteY5" fmla="*/ 85601 h 565663"/>
              <a:gd name="connsiteX6" fmla="*/ 251339 w 508028"/>
              <a:gd name="connsiteY6" fmla="*/ 151453 h 565663"/>
              <a:gd name="connsiteX7" fmla="*/ 339731 w 508028"/>
              <a:gd name="connsiteY7" fmla="*/ 169254 h 565663"/>
              <a:gd name="connsiteX8" fmla="*/ 329207 w 508028"/>
              <a:gd name="connsiteY8" fmla="*/ 253459 h 565663"/>
              <a:gd name="connsiteX9" fmla="*/ 395486 w 508028"/>
              <a:gd name="connsiteY9" fmla="*/ 327472 h 565663"/>
              <a:gd name="connsiteX10" fmla="*/ 508028 w 508028"/>
              <a:gd name="connsiteY10" fmla="*/ 298516 h 565663"/>
              <a:gd name="connsiteX11" fmla="*/ 370237 w 508028"/>
              <a:gd name="connsiteY11" fmla="*/ 483770 h 565663"/>
              <a:gd name="connsiteX12" fmla="*/ 225505 w 508028"/>
              <a:gd name="connsiteY12" fmla="*/ 553274 h 565663"/>
              <a:gd name="connsiteX13" fmla="*/ 167125 w 508028"/>
              <a:gd name="connsiteY13" fmla="*/ 550436 h 565663"/>
              <a:gd name="connsiteX14" fmla="*/ 119308 w 508028"/>
              <a:gd name="connsiteY14" fmla="*/ 561562 h 565663"/>
              <a:gd name="connsiteX0" fmla="*/ 119308 w 508028"/>
              <a:gd name="connsiteY0" fmla="*/ 561562 h 566146"/>
              <a:gd name="connsiteX1" fmla="*/ 76918 w 508028"/>
              <a:gd name="connsiteY1" fmla="*/ 470896 h 566146"/>
              <a:gd name="connsiteX2" fmla="*/ 583 w 508028"/>
              <a:gd name="connsiteY2" fmla="*/ 328589 h 566146"/>
              <a:gd name="connsiteX3" fmla="*/ 164615 w 508028"/>
              <a:gd name="connsiteY3" fmla="*/ 44095 h 566146"/>
              <a:gd name="connsiteX4" fmla="*/ 224442 w 508028"/>
              <a:gd name="connsiteY4" fmla="*/ 0 h 566146"/>
              <a:gd name="connsiteX5" fmla="*/ 202581 w 508028"/>
              <a:gd name="connsiteY5" fmla="*/ 85601 h 566146"/>
              <a:gd name="connsiteX6" fmla="*/ 251339 w 508028"/>
              <a:gd name="connsiteY6" fmla="*/ 151453 h 566146"/>
              <a:gd name="connsiteX7" fmla="*/ 339731 w 508028"/>
              <a:gd name="connsiteY7" fmla="*/ 169254 h 566146"/>
              <a:gd name="connsiteX8" fmla="*/ 329207 w 508028"/>
              <a:gd name="connsiteY8" fmla="*/ 253459 h 566146"/>
              <a:gd name="connsiteX9" fmla="*/ 395486 w 508028"/>
              <a:gd name="connsiteY9" fmla="*/ 327472 h 566146"/>
              <a:gd name="connsiteX10" fmla="*/ 508028 w 508028"/>
              <a:gd name="connsiteY10" fmla="*/ 298516 h 566146"/>
              <a:gd name="connsiteX11" fmla="*/ 370237 w 508028"/>
              <a:gd name="connsiteY11" fmla="*/ 483770 h 566146"/>
              <a:gd name="connsiteX12" fmla="*/ 225505 w 508028"/>
              <a:gd name="connsiteY12" fmla="*/ 553274 h 566146"/>
              <a:gd name="connsiteX13" fmla="*/ 167125 w 508028"/>
              <a:gd name="connsiteY13" fmla="*/ 550436 h 566146"/>
              <a:gd name="connsiteX14" fmla="*/ 119308 w 508028"/>
              <a:gd name="connsiteY14" fmla="*/ 561562 h 566146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9982"/>
              <a:gd name="connsiteX1" fmla="*/ 76918 w 508028"/>
              <a:gd name="connsiteY1" fmla="*/ 470896 h 559982"/>
              <a:gd name="connsiteX2" fmla="*/ 583 w 508028"/>
              <a:gd name="connsiteY2" fmla="*/ 328589 h 559982"/>
              <a:gd name="connsiteX3" fmla="*/ 164615 w 508028"/>
              <a:gd name="connsiteY3" fmla="*/ 44095 h 559982"/>
              <a:gd name="connsiteX4" fmla="*/ 224442 w 508028"/>
              <a:gd name="connsiteY4" fmla="*/ 0 h 559982"/>
              <a:gd name="connsiteX5" fmla="*/ 202581 w 508028"/>
              <a:gd name="connsiteY5" fmla="*/ 85601 h 559982"/>
              <a:gd name="connsiteX6" fmla="*/ 251339 w 508028"/>
              <a:gd name="connsiteY6" fmla="*/ 151453 h 559982"/>
              <a:gd name="connsiteX7" fmla="*/ 339731 w 508028"/>
              <a:gd name="connsiteY7" fmla="*/ 169254 h 559982"/>
              <a:gd name="connsiteX8" fmla="*/ 329207 w 508028"/>
              <a:gd name="connsiteY8" fmla="*/ 253459 h 559982"/>
              <a:gd name="connsiteX9" fmla="*/ 395486 w 508028"/>
              <a:gd name="connsiteY9" fmla="*/ 327472 h 559982"/>
              <a:gd name="connsiteX10" fmla="*/ 508028 w 508028"/>
              <a:gd name="connsiteY10" fmla="*/ 298516 h 559982"/>
              <a:gd name="connsiteX11" fmla="*/ 370237 w 508028"/>
              <a:gd name="connsiteY11" fmla="*/ 483770 h 559982"/>
              <a:gd name="connsiteX12" fmla="*/ 225505 w 508028"/>
              <a:gd name="connsiteY12" fmla="*/ 553274 h 559982"/>
              <a:gd name="connsiteX13" fmla="*/ 167125 w 508028"/>
              <a:gd name="connsiteY13" fmla="*/ 550436 h 559982"/>
              <a:gd name="connsiteX14" fmla="*/ 115737 w 508028"/>
              <a:gd name="connsiteY14" fmla="*/ 554421 h 559982"/>
              <a:gd name="connsiteX0" fmla="*/ 115737 w 508028"/>
              <a:gd name="connsiteY0" fmla="*/ 554421 h 558431"/>
              <a:gd name="connsiteX1" fmla="*/ 76918 w 508028"/>
              <a:gd name="connsiteY1" fmla="*/ 470896 h 558431"/>
              <a:gd name="connsiteX2" fmla="*/ 583 w 508028"/>
              <a:gd name="connsiteY2" fmla="*/ 328589 h 558431"/>
              <a:gd name="connsiteX3" fmla="*/ 164615 w 508028"/>
              <a:gd name="connsiteY3" fmla="*/ 44095 h 558431"/>
              <a:gd name="connsiteX4" fmla="*/ 224442 w 508028"/>
              <a:gd name="connsiteY4" fmla="*/ 0 h 558431"/>
              <a:gd name="connsiteX5" fmla="*/ 202581 w 508028"/>
              <a:gd name="connsiteY5" fmla="*/ 85601 h 558431"/>
              <a:gd name="connsiteX6" fmla="*/ 251339 w 508028"/>
              <a:gd name="connsiteY6" fmla="*/ 151453 h 558431"/>
              <a:gd name="connsiteX7" fmla="*/ 339731 w 508028"/>
              <a:gd name="connsiteY7" fmla="*/ 169254 h 558431"/>
              <a:gd name="connsiteX8" fmla="*/ 329207 w 508028"/>
              <a:gd name="connsiteY8" fmla="*/ 253459 h 558431"/>
              <a:gd name="connsiteX9" fmla="*/ 395486 w 508028"/>
              <a:gd name="connsiteY9" fmla="*/ 327472 h 558431"/>
              <a:gd name="connsiteX10" fmla="*/ 508028 w 508028"/>
              <a:gd name="connsiteY10" fmla="*/ 298516 h 558431"/>
              <a:gd name="connsiteX11" fmla="*/ 370237 w 508028"/>
              <a:gd name="connsiteY11" fmla="*/ 483770 h 558431"/>
              <a:gd name="connsiteX12" fmla="*/ 225505 w 508028"/>
              <a:gd name="connsiteY12" fmla="*/ 553274 h 558431"/>
              <a:gd name="connsiteX13" fmla="*/ 167125 w 508028"/>
              <a:gd name="connsiteY13" fmla="*/ 550436 h 558431"/>
              <a:gd name="connsiteX14" fmla="*/ 115737 w 508028"/>
              <a:gd name="connsiteY14" fmla="*/ 554421 h 558431"/>
              <a:gd name="connsiteX0" fmla="*/ 90741 w 508028"/>
              <a:gd name="connsiteY0" fmla="*/ 543709 h 553761"/>
              <a:gd name="connsiteX1" fmla="*/ 76918 w 508028"/>
              <a:gd name="connsiteY1" fmla="*/ 470896 h 553761"/>
              <a:gd name="connsiteX2" fmla="*/ 583 w 508028"/>
              <a:gd name="connsiteY2" fmla="*/ 328589 h 553761"/>
              <a:gd name="connsiteX3" fmla="*/ 164615 w 508028"/>
              <a:gd name="connsiteY3" fmla="*/ 44095 h 553761"/>
              <a:gd name="connsiteX4" fmla="*/ 224442 w 508028"/>
              <a:gd name="connsiteY4" fmla="*/ 0 h 553761"/>
              <a:gd name="connsiteX5" fmla="*/ 202581 w 508028"/>
              <a:gd name="connsiteY5" fmla="*/ 85601 h 553761"/>
              <a:gd name="connsiteX6" fmla="*/ 251339 w 508028"/>
              <a:gd name="connsiteY6" fmla="*/ 151453 h 553761"/>
              <a:gd name="connsiteX7" fmla="*/ 339731 w 508028"/>
              <a:gd name="connsiteY7" fmla="*/ 169254 h 553761"/>
              <a:gd name="connsiteX8" fmla="*/ 329207 w 508028"/>
              <a:gd name="connsiteY8" fmla="*/ 253459 h 553761"/>
              <a:gd name="connsiteX9" fmla="*/ 395486 w 508028"/>
              <a:gd name="connsiteY9" fmla="*/ 327472 h 553761"/>
              <a:gd name="connsiteX10" fmla="*/ 508028 w 508028"/>
              <a:gd name="connsiteY10" fmla="*/ 298516 h 553761"/>
              <a:gd name="connsiteX11" fmla="*/ 370237 w 508028"/>
              <a:gd name="connsiteY11" fmla="*/ 483770 h 553761"/>
              <a:gd name="connsiteX12" fmla="*/ 225505 w 508028"/>
              <a:gd name="connsiteY12" fmla="*/ 553274 h 553761"/>
              <a:gd name="connsiteX13" fmla="*/ 167125 w 508028"/>
              <a:gd name="connsiteY13" fmla="*/ 550436 h 553761"/>
              <a:gd name="connsiteX14" fmla="*/ 90741 w 508028"/>
              <a:gd name="connsiteY14" fmla="*/ 543709 h 553761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0741 w 508028"/>
              <a:gd name="connsiteY0" fmla="*/ 543709 h 558047"/>
              <a:gd name="connsiteX1" fmla="*/ 76918 w 508028"/>
              <a:gd name="connsiteY1" fmla="*/ 470896 h 558047"/>
              <a:gd name="connsiteX2" fmla="*/ 583 w 508028"/>
              <a:gd name="connsiteY2" fmla="*/ 328589 h 558047"/>
              <a:gd name="connsiteX3" fmla="*/ 164615 w 508028"/>
              <a:gd name="connsiteY3" fmla="*/ 44095 h 558047"/>
              <a:gd name="connsiteX4" fmla="*/ 224442 w 508028"/>
              <a:gd name="connsiteY4" fmla="*/ 0 h 558047"/>
              <a:gd name="connsiteX5" fmla="*/ 202581 w 508028"/>
              <a:gd name="connsiteY5" fmla="*/ 85601 h 558047"/>
              <a:gd name="connsiteX6" fmla="*/ 251339 w 508028"/>
              <a:gd name="connsiteY6" fmla="*/ 151453 h 558047"/>
              <a:gd name="connsiteX7" fmla="*/ 339731 w 508028"/>
              <a:gd name="connsiteY7" fmla="*/ 169254 h 558047"/>
              <a:gd name="connsiteX8" fmla="*/ 329207 w 508028"/>
              <a:gd name="connsiteY8" fmla="*/ 253459 h 558047"/>
              <a:gd name="connsiteX9" fmla="*/ 395486 w 508028"/>
              <a:gd name="connsiteY9" fmla="*/ 327472 h 558047"/>
              <a:gd name="connsiteX10" fmla="*/ 508028 w 508028"/>
              <a:gd name="connsiteY10" fmla="*/ 298516 h 558047"/>
              <a:gd name="connsiteX11" fmla="*/ 370237 w 508028"/>
              <a:gd name="connsiteY11" fmla="*/ 483770 h 558047"/>
              <a:gd name="connsiteX12" fmla="*/ 225505 w 508028"/>
              <a:gd name="connsiteY12" fmla="*/ 553274 h 558047"/>
              <a:gd name="connsiteX13" fmla="*/ 167125 w 508028"/>
              <a:gd name="connsiteY13" fmla="*/ 550436 h 558047"/>
              <a:gd name="connsiteX14" fmla="*/ 90741 w 508028"/>
              <a:gd name="connsiteY14" fmla="*/ 543709 h 558047"/>
              <a:gd name="connsiteX0" fmla="*/ 93582 w 510869"/>
              <a:gd name="connsiteY0" fmla="*/ 543709 h 558047"/>
              <a:gd name="connsiteX1" fmla="*/ 79759 w 510869"/>
              <a:gd name="connsiteY1" fmla="*/ 470896 h 558047"/>
              <a:gd name="connsiteX2" fmla="*/ 3424 w 510869"/>
              <a:gd name="connsiteY2" fmla="*/ 328589 h 558047"/>
              <a:gd name="connsiteX3" fmla="*/ 167456 w 510869"/>
              <a:gd name="connsiteY3" fmla="*/ 44095 h 558047"/>
              <a:gd name="connsiteX4" fmla="*/ 227283 w 510869"/>
              <a:gd name="connsiteY4" fmla="*/ 0 h 558047"/>
              <a:gd name="connsiteX5" fmla="*/ 205422 w 510869"/>
              <a:gd name="connsiteY5" fmla="*/ 85601 h 558047"/>
              <a:gd name="connsiteX6" fmla="*/ 254180 w 510869"/>
              <a:gd name="connsiteY6" fmla="*/ 151453 h 558047"/>
              <a:gd name="connsiteX7" fmla="*/ 342572 w 510869"/>
              <a:gd name="connsiteY7" fmla="*/ 169254 h 558047"/>
              <a:gd name="connsiteX8" fmla="*/ 332048 w 510869"/>
              <a:gd name="connsiteY8" fmla="*/ 253459 h 558047"/>
              <a:gd name="connsiteX9" fmla="*/ 398327 w 510869"/>
              <a:gd name="connsiteY9" fmla="*/ 327472 h 558047"/>
              <a:gd name="connsiteX10" fmla="*/ 510869 w 510869"/>
              <a:gd name="connsiteY10" fmla="*/ 298516 h 558047"/>
              <a:gd name="connsiteX11" fmla="*/ 373078 w 510869"/>
              <a:gd name="connsiteY11" fmla="*/ 483770 h 558047"/>
              <a:gd name="connsiteX12" fmla="*/ 228346 w 510869"/>
              <a:gd name="connsiteY12" fmla="*/ 553274 h 558047"/>
              <a:gd name="connsiteX13" fmla="*/ 169966 w 510869"/>
              <a:gd name="connsiteY13" fmla="*/ 550436 h 558047"/>
              <a:gd name="connsiteX14" fmla="*/ 93582 w 510869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2496 w 509783"/>
              <a:gd name="connsiteY0" fmla="*/ 543709 h 558047"/>
              <a:gd name="connsiteX1" fmla="*/ 78673 w 509783"/>
              <a:gd name="connsiteY1" fmla="*/ 470896 h 558047"/>
              <a:gd name="connsiteX2" fmla="*/ 2338 w 509783"/>
              <a:gd name="connsiteY2" fmla="*/ 328589 h 558047"/>
              <a:gd name="connsiteX3" fmla="*/ 166370 w 509783"/>
              <a:gd name="connsiteY3" fmla="*/ 44095 h 558047"/>
              <a:gd name="connsiteX4" fmla="*/ 226197 w 509783"/>
              <a:gd name="connsiteY4" fmla="*/ 0 h 558047"/>
              <a:gd name="connsiteX5" fmla="*/ 204336 w 509783"/>
              <a:gd name="connsiteY5" fmla="*/ 85601 h 558047"/>
              <a:gd name="connsiteX6" fmla="*/ 253094 w 509783"/>
              <a:gd name="connsiteY6" fmla="*/ 151453 h 558047"/>
              <a:gd name="connsiteX7" fmla="*/ 341486 w 509783"/>
              <a:gd name="connsiteY7" fmla="*/ 169254 h 558047"/>
              <a:gd name="connsiteX8" fmla="*/ 330962 w 509783"/>
              <a:gd name="connsiteY8" fmla="*/ 253459 h 558047"/>
              <a:gd name="connsiteX9" fmla="*/ 397241 w 509783"/>
              <a:gd name="connsiteY9" fmla="*/ 327472 h 558047"/>
              <a:gd name="connsiteX10" fmla="*/ 509783 w 509783"/>
              <a:gd name="connsiteY10" fmla="*/ 298516 h 558047"/>
              <a:gd name="connsiteX11" fmla="*/ 371992 w 509783"/>
              <a:gd name="connsiteY11" fmla="*/ 483770 h 558047"/>
              <a:gd name="connsiteX12" fmla="*/ 227260 w 509783"/>
              <a:gd name="connsiteY12" fmla="*/ 553274 h 558047"/>
              <a:gd name="connsiteX13" fmla="*/ 168880 w 509783"/>
              <a:gd name="connsiteY13" fmla="*/ 550436 h 558047"/>
              <a:gd name="connsiteX14" fmla="*/ 92496 w 509783"/>
              <a:gd name="connsiteY14" fmla="*/ 543709 h 558047"/>
              <a:gd name="connsiteX0" fmla="*/ 91747 w 509034"/>
              <a:gd name="connsiteY0" fmla="*/ 543709 h 558047"/>
              <a:gd name="connsiteX1" fmla="*/ 77924 w 509034"/>
              <a:gd name="connsiteY1" fmla="*/ 470896 h 558047"/>
              <a:gd name="connsiteX2" fmla="*/ 1589 w 509034"/>
              <a:gd name="connsiteY2" fmla="*/ 328589 h 558047"/>
              <a:gd name="connsiteX3" fmla="*/ 165621 w 509034"/>
              <a:gd name="connsiteY3" fmla="*/ 44095 h 558047"/>
              <a:gd name="connsiteX4" fmla="*/ 225448 w 509034"/>
              <a:gd name="connsiteY4" fmla="*/ 0 h 558047"/>
              <a:gd name="connsiteX5" fmla="*/ 203587 w 509034"/>
              <a:gd name="connsiteY5" fmla="*/ 85601 h 558047"/>
              <a:gd name="connsiteX6" fmla="*/ 252345 w 509034"/>
              <a:gd name="connsiteY6" fmla="*/ 151453 h 558047"/>
              <a:gd name="connsiteX7" fmla="*/ 340737 w 509034"/>
              <a:gd name="connsiteY7" fmla="*/ 169254 h 558047"/>
              <a:gd name="connsiteX8" fmla="*/ 330213 w 509034"/>
              <a:gd name="connsiteY8" fmla="*/ 253459 h 558047"/>
              <a:gd name="connsiteX9" fmla="*/ 396492 w 509034"/>
              <a:gd name="connsiteY9" fmla="*/ 327472 h 558047"/>
              <a:gd name="connsiteX10" fmla="*/ 509034 w 509034"/>
              <a:gd name="connsiteY10" fmla="*/ 298516 h 558047"/>
              <a:gd name="connsiteX11" fmla="*/ 371243 w 509034"/>
              <a:gd name="connsiteY11" fmla="*/ 483770 h 558047"/>
              <a:gd name="connsiteX12" fmla="*/ 226511 w 509034"/>
              <a:gd name="connsiteY12" fmla="*/ 553274 h 558047"/>
              <a:gd name="connsiteX13" fmla="*/ 168131 w 509034"/>
              <a:gd name="connsiteY13" fmla="*/ 550436 h 558047"/>
              <a:gd name="connsiteX14" fmla="*/ 91747 w 509034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8047"/>
              <a:gd name="connsiteX1" fmla="*/ 78672 w 509782"/>
              <a:gd name="connsiteY1" fmla="*/ 470896 h 558047"/>
              <a:gd name="connsiteX2" fmla="*/ 2337 w 509782"/>
              <a:gd name="connsiteY2" fmla="*/ 328589 h 558047"/>
              <a:gd name="connsiteX3" fmla="*/ 166369 w 509782"/>
              <a:gd name="connsiteY3" fmla="*/ 44095 h 558047"/>
              <a:gd name="connsiteX4" fmla="*/ 226196 w 509782"/>
              <a:gd name="connsiteY4" fmla="*/ 0 h 558047"/>
              <a:gd name="connsiteX5" fmla="*/ 204335 w 509782"/>
              <a:gd name="connsiteY5" fmla="*/ 85601 h 558047"/>
              <a:gd name="connsiteX6" fmla="*/ 253093 w 509782"/>
              <a:gd name="connsiteY6" fmla="*/ 151453 h 558047"/>
              <a:gd name="connsiteX7" fmla="*/ 341485 w 509782"/>
              <a:gd name="connsiteY7" fmla="*/ 169254 h 558047"/>
              <a:gd name="connsiteX8" fmla="*/ 330961 w 509782"/>
              <a:gd name="connsiteY8" fmla="*/ 253459 h 558047"/>
              <a:gd name="connsiteX9" fmla="*/ 397240 w 509782"/>
              <a:gd name="connsiteY9" fmla="*/ 327472 h 558047"/>
              <a:gd name="connsiteX10" fmla="*/ 509782 w 509782"/>
              <a:gd name="connsiteY10" fmla="*/ 298516 h 558047"/>
              <a:gd name="connsiteX11" fmla="*/ 371991 w 509782"/>
              <a:gd name="connsiteY11" fmla="*/ 483770 h 558047"/>
              <a:gd name="connsiteX12" fmla="*/ 227259 w 509782"/>
              <a:gd name="connsiteY12" fmla="*/ 553274 h 558047"/>
              <a:gd name="connsiteX13" fmla="*/ 168879 w 509782"/>
              <a:gd name="connsiteY13" fmla="*/ 550436 h 558047"/>
              <a:gd name="connsiteX14" fmla="*/ 92495 w 509782"/>
              <a:gd name="connsiteY14" fmla="*/ 543709 h 558047"/>
              <a:gd name="connsiteX0" fmla="*/ 92495 w 509782"/>
              <a:gd name="connsiteY0" fmla="*/ 543709 h 553502"/>
              <a:gd name="connsiteX1" fmla="*/ 78672 w 509782"/>
              <a:gd name="connsiteY1" fmla="*/ 470896 h 553502"/>
              <a:gd name="connsiteX2" fmla="*/ 2337 w 509782"/>
              <a:gd name="connsiteY2" fmla="*/ 328589 h 553502"/>
              <a:gd name="connsiteX3" fmla="*/ 166369 w 509782"/>
              <a:gd name="connsiteY3" fmla="*/ 44095 h 553502"/>
              <a:gd name="connsiteX4" fmla="*/ 226196 w 509782"/>
              <a:gd name="connsiteY4" fmla="*/ 0 h 553502"/>
              <a:gd name="connsiteX5" fmla="*/ 204335 w 509782"/>
              <a:gd name="connsiteY5" fmla="*/ 85601 h 553502"/>
              <a:gd name="connsiteX6" fmla="*/ 253093 w 509782"/>
              <a:gd name="connsiteY6" fmla="*/ 151453 h 553502"/>
              <a:gd name="connsiteX7" fmla="*/ 341485 w 509782"/>
              <a:gd name="connsiteY7" fmla="*/ 169254 h 553502"/>
              <a:gd name="connsiteX8" fmla="*/ 330961 w 509782"/>
              <a:gd name="connsiteY8" fmla="*/ 253459 h 553502"/>
              <a:gd name="connsiteX9" fmla="*/ 397240 w 509782"/>
              <a:gd name="connsiteY9" fmla="*/ 327472 h 553502"/>
              <a:gd name="connsiteX10" fmla="*/ 509782 w 509782"/>
              <a:gd name="connsiteY10" fmla="*/ 298516 h 553502"/>
              <a:gd name="connsiteX11" fmla="*/ 371991 w 509782"/>
              <a:gd name="connsiteY11" fmla="*/ 483770 h 553502"/>
              <a:gd name="connsiteX12" fmla="*/ 227259 w 509782"/>
              <a:gd name="connsiteY12" fmla="*/ 553274 h 553502"/>
              <a:gd name="connsiteX13" fmla="*/ 168879 w 509782"/>
              <a:gd name="connsiteY13" fmla="*/ 545675 h 553502"/>
              <a:gd name="connsiteX14" fmla="*/ 92495 w 509782"/>
              <a:gd name="connsiteY14" fmla="*/ 543709 h 553502"/>
              <a:gd name="connsiteX0" fmla="*/ 92495 w 509782"/>
              <a:gd name="connsiteY0" fmla="*/ 543709 h 571715"/>
              <a:gd name="connsiteX1" fmla="*/ 78672 w 509782"/>
              <a:gd name="connsiteY1" fmla="*/ 470896 h 571715"/>
              <a:gd name="connsiteX2" fmla="*/ 2337 w 509782"/>
              <a:gd name="connsiteY2" fmla="*/ 328589 h 571715"/>
              <a:gd name="connsiteX3" fmla="*/ 166369 w 509782"/>
              <a:gd name="connsiteY3" fmla="*/ 44095 h 571715"/>
              <a:gd name="connsiteX4" fmla="*/ 226196 w 509782"/>
              <a:gd name="connsiteY4" fmla="*/ 0 h 571715"/>
              <a:gd name="connsiteX5" fmla="*/ 204335 w 509782"/>
              <a:gd name="connsiteY5" fmla="*/ 85601 h 571715"/>
              <a:gd name="connsiteX6" fmla="*/ 253093 w 509782"/>
              <a:gd name="connsiteY6" fmla="*/ 151453 h 571715"/>
              <a:gd name="connsiteX7" fmla="*/ 341485 w 509782"/>
              <a:gd name="connsiteY7" fmla="*/ 169254 h 571715"/>
              <a:gd name="connsiteX8" fmla="*/ 330961 w 509782"/>
              <a:gd name="connsiteY8" fmla="*/ 253459 h 571715"/>
              <a:gd name="connsiteX9" fmla="*/ 397240 w 509782"/>
              <a:gd name="connsiteY9" fmla="*/ 327472 h 571715"/>
              <a:gd name="connsiteX10" fmla="*/ 509782 w 509782"/>
              <a:gd name="connsiteY10" fmla="*/ 298516 h 571715"/>
              <a:gd name="connsiteX11" fmla="*/ 371991 w 509782"/>
              <a:gd name="connsiteY11" fmla="*/ 483770 h 571715"/>
              <a:gd name="connsiteX12" fmla="*/ 227259 w 509782"/>
              <a:gd name="connsiteY12" fmla="*/ 553274 h 571715"/>
              <a:gd name="connsiteX13" fmla="*/ 168879 w 509782"/>
              <a:gd name="connsiteY13" fmla="*/ 545675 h 571715"/>
              <a:gd name="connsiteX14" fmla="*/ 92495 w 509782"/>
              <a:gd name="connsiteY14" fmla="*/ 543709 h 571715"/>
              <a:gd name="connsiteX0" fmla="*/ 92495 w 509782"/>
              <a:gd name="connsiteY0" fmla="*/ 543709 h 573284"/>
              <a:gd name="connsiteX1" fmla="*/ 78672 w 509782"/>
              <a:gd name="connsiteY1" fmla="*/ 470896 h 573284"/>
              <a:gd name="connsiteX2" fmla="*/ 2337 w 509782"/>
              <a:gd name="connsiteY2" fmla="*/ 328589 h 573284"/>
              <a:gd name="connsiteX3" fmla="*/ 166369 w 509782"/>
              <a:gd name="connsiteY3" fmla="*/ 44095 h 573284"/>
              <a:gd name="connsiteX4" fmla="*/ 226196 w 509782"/>
              <a:gd name="connsiteY4" fmla="*/ 0 h 573284"/>
              <a:gd name="connsiteX5" fmla="*/ 204335 w 509782"/>
              <a:gd name="connsiteY5" fmla="*/ 85601 h 573284"/>
              <a:gd name="connsiteX6" fmla="*/ 253093 w 509782"/>
              <a:gd name="connsiteY6" fmla="*/ 151453 h 573284"/>
              <a:gd name="connsiteX7" fmla="*/ 341485 w 509782"/>
              <a:gd name="connsiteY7" fmla="*/ 169254 h 573284"/>
              <a:gd name="connsiteX8" fmla="*/ 330961 w 509782"/>
              <a:gd name="connsiteY8" fmla="*/ 253459 h 573284"/>
              <a:gd name="connsiteX9" fmla="*/ 397240 w 509782"/>
              <a:gd name="connsiteY9" fmla="*/ 327472 h 573284"/>
              <a:gd name="connsiteX10" fmla="*/ 509782 w 509782"/>
              <a:gd name="connsiteY10" fmla="*/ 298516 h 573284"/>
              <a:gd name="connsiteX11" fmla="*/ 371991 w 509782"/>
              <a:gd name="connsiteY11" fmla="*/ 483770 h 573284"/>
              <a:gd name="connsiteX12" fmla="*/ 227259 w 509782"/>
              <a:gd name="connsiteY12" fmla="*/ 553274 h 573284"/>
              <a:gd name="connsiteX13" fmla="*/ 168879 w 509782"/>
              <a:gd name="connsiteY13" fmla="*/ 545675 h 573284"/>
              <a:gd name="connsiteX14" fmla="*/ 92495 w 509782"/>
              <a:gd name="connsiteY14" fmla="*/ 543709 h 573284"/>
              <a:gd name="connsiteX0" fmla="*/ 92495 w 509782"/>
              <a:gd name="connsiteY0" fmla="*/ 543709 h 576398"/>
              <a:gd name="connsiteX1" fmla="*/ 78672 w 509782"/>
              <a:gd name="connsiteY1" fmla="*/ 470896 h 576398"/>
              <a:gd name="connsiteX2" fmla="*/ 2337 w 509782"/>
              <a:gd name="connsiteY2" fmla="*/ 328589 h 576398"/>
              <a:gd name="connsiteX3" fmla="*/ 166369 w 509782"/>
              <a:gd name="connsiteY3" fmla="*/ 44095 h 576398"/>
              <a:gd name="connsiteX4" fmla="*/ 226196 w 509782"/>
              <a:gd name="connsiteY4" fmla="*/ 0 h 576398"/>
              <a:gd name="connsiteX5" fmla="*/ 204335 w 509782"/>
              <a:gd name="connsiteY5" fmla="*/ 85601 h 576398"/>
              <a:gd name="connsiteX6" fmla="*/ 253093 w 509782"/>
              <a:gd name="connsiteY6" fmla="*/ 151453 h 576398"/>
              <a:gd name="connsiteX7" fmla="*/ 341485 w 509782"/>
              <a:gd name="connsiteY7" fmla="*/ 169254 h 576398"/>
              <a:gd name="connsiteX8" fmla="*/ 330961 w 509782"/>
              <a:gd name="connsiteY8" fmla="*/ 253459 h 576398"/>
              <a:gd name="connsiteX9" fmla="*/ 397240 w 509782"/>
              <a:gd name="connsiteY9" fmla="*/ 327472 h 576398"/>
              <a:gd name="connsiteX10" fmla="*/ 509782 w 509782"/>
              <a:gd name="connsiteY10" fmla="*/ 298516 h 576398"/>
              <a:gd name="connsiteX11" fmla="*/ 371991 w 509782"/>
              <a:gd name="connsiteY11" fmla="*/ 483770 h 576398"/>
              <a:gd name="connsiteX12" fmla="*/ 227259 w 509782"/>
              <a:gd name="connsiteY12" fmla="*/ 553274 h 576398"/>
              <a:gd name="connsiteX13" fmla="*/ 168879 w 509782"/>
              <a:gd name="connsiteY13" fmla="*/ 545675 h 576398"/>
              <a:gd name="connsiteX14" fmla="*/ 92495 w 509782"/>
              <a:gd name="connsiteY14" fmla="*/ 543709 h 576398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67113"/>
              <a:gd name="connsiteX1" fmla="*/ 78672 w 509782"/>
              <a:gd name="connsiteY1" fmla="*/ 470896 h 567113"/>
              <a:gd name="connsiteX2" fmla="*/ 2337 w 509782"/>
              <a:gd name="connsiteY2" fmla="*/ 328589 h 567113"/>
              <a:gd name="connsiteX3" fmla="*/ 166369 w 509782"/>
              <a:gd name="connsiteY3" fmla="*/ 44095 h 567113"/>
              <a:gd name="connsiteX4" fmla="*/ 226196 w 509782"/>
              <a:gd name="connsiteY4" fmla="*/ 0 h 567113"/>
              <a:gd name="connsiteX5" fmla="*/ 204335 w 509782"/>
              <a:gd name="connsiteY5" fmla="*/ 85601 h 567113"/>
              <a:gd name="connsiteX6" fmla="*/ 253093 w 509782"/>
              <a:gd name="connsiteY6" fmla="*/ 151453 h 567113"/>
              <a:gd name="connsiteX7" fmla="*/ 341485 w 509782"/>
              <a:gd name="connsiteY7" fmla="*/ 169254 h 567113"/>
              <a:gd name="connsiteX8" fmla="*/ 330961 w 509782"/>
              <a:gd name="connsiteY8" fmla="*/ 253459 h 567113"/>
              <a:gd name="connsiteX9" fmla="*/ 397240 w 509782"/>
              <a:gd name="connsiteY9" fmla="*/ 327472 h 567113"/>
              <a:gd name="connsiteX10" fmla="*/ 509782 w 509782"/>
              <a:gd name="connsiteY10" fmla="*/ 298516 h 567113"/>
              <a:gd name="connsiteX11" fmla="*/ 371991 w 509782"/>
              <a:gd name="connsiteY11" fmla="*/ 483770 h 567113"/>
              <a:gd name="connsiteX12" fmla="*/ 227259 w 509782"/>
              <a:gd name="connsiteY12" fmla="*/ 553274 h 567113"/>
              <a:gd name="connsiteX13" fmla="*/ 168879 w 509782"/>
              <a:gd name="connsiteY13" fmla="*/ 545675 h 567113"/>
              <a:gd name="connsiteX14" fmla="*/ 92495 w 509782"/>
              <a:gd name="connsiteY14" fmla="*/ 543709 h 567113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57182"/>
              <a:gd name="connsiteX1" fmla="*/ 78672 w 509782"/>
              <a:gd name="connsiteY1" fmla="*/ 470896 h 557182"/>
              <a:gd name="connsiteX2" fmla="*/ 2337 w 509782"/>
              <a:gd name="connsiteY2" fmla="*/ 328589 h 557182"/>
              <a:gd name="connsiteX3" fmla="*/ 166369 w 509782"/>
              <a:gd name="connsiteY3" fmla="*/ 44095 h 557182"/>
              <a:gd name="connsiteX4" fmla="*/ 226196 w 509782"/>
              <a:gd name="connsiteY4" fmla="*/ 0 h 557182"/>
              <a:gd name="connsiteX5" fmla="*/ 204335 w 509782"/>
              <a:gd name="connsiteY5" fmla="*/ 85601 h 557182"/>
              <a:gd name="connsiteX6" fmla="*/ 253093 w 509782"/>
              <a:gd name="connsiteY6" fmla="*/ 151453 h 557182"/>
              <a:gd name="connsiteX7" fmla="*/ 341485 w 509782"/>
              <a:gd name="connsiteY7" fmla="*/ 169254 h 557182"/>
              <a:gd name="connsiteX8" fmla="*/ 330961 w 509782"/>
              <a:gd name="connsiteY8" fmla="*/ 253459 h 557182"/>
              <a:gd name="connsiteX9" fmla="*/ 397240 w 509782"/>
              <a:gd name="connsiteY9" fmla="*/ 327472 h 557182"/>
              <a:gd name="connsiteX10" fmla="*/ 509782 w 509782"/>
              <a:gd name="connsiteY10" fmla="*/ 298516 h 557182"/>
              <a:gd name="connsiteX11" fmla="*/ 371991 w 509782"/>
              <a:gd name="connsiteY11" fmla="*/ 483770 h 557182"/>
              <a:gd name="connsiteX12" fmla="*/ 242733 w 509782"/>
              <a:gd name="connsiteY12" fmla="*/ 543751 h 557182"/>
              <a:gd name="connsiteX13" fmla="*/ 168879 w 509782"/>
              <a:gd name="connsiteY13" fmla="*/ 545675 h 557182"/>
              <a:gd name="connsiteX14" fmla="*/ 92495 w 509782"/>
              <a:gd name="connsiteY14" fmla="*/ 543709 h 557182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20"/>
              <a:gd name="connsiteX1" fmla="*/ 78672 w 509782"/>
              <a:gd name="connsiteY1" fmla="*/ 470896 h 564720"/>
              <a:gd name="connsiteX2" fmla="*/ 2337 w 509782"/>
              <a:gd name="connsiteY2" fmla="*/ 328589 h 564720"/>
              <a:gd name="connsiteX3" fmla="*/ 166369 w 509782"/>
              <a:gd name="connsiteY3" fmla="*/ 44095 h 564720"/>
              <a:gd name="connsiteX4" fmla="*/ 226196 w 509782"/>
              <a:gd name="connsiteY4" fmla="*/ 0 h 564720"/>
              <a:gd name="connsiteX5" fmla="*/ 204335 w 509782"/>
              <a:gd name="connsiteY5" fmla="*/ 85601 h 564720"/>
              <a:gd name="connsiteX6" fmla="*/ 253093 w 509782"/>
              <a:gd name="connsiteY6" fmla="*/ 151453 h 564720"/>
              <a:gd name="connsiteX7" fmla="*/ 341485 w 509782"/>
              <a:gd name="connsiteY7" fmla="*/ 169254 h 564720"/>
              <a:gd name="connsiteX8" fmla="*/ 330961 w 509782"/>
              <a:gd name="connsiteY8" fmla="*/ 253459 h 564720"/>
              <a:gd name="connsiteX9" fmla="*/ 397240 w 509782"/>
              <a:gd name="connsiteY9" fmla="*/ 327472 h 564720"/>
              <a:gd name="connsiteX10" fmla="*/ 509782 w 509782"/>
              <a:gd name="connsiteY10" fmla="*/ 298516 h 564720"/>
              <a:gd name="connsiteX11" fmla="*/ 371991 w 509782"/>
              <a:gd name="connsiteY11" fmla="*/ 483770 h 564720"/>
              <a:gd name="connsiteX12" fmla="*/ 242733 w 509782"/>
              <a:gd name="connsiteY12" fmla="*/ 543751 h 564720"/>
              <a:gd name="connsiteX13" fmla="*/ 162927 w 509782"/>
              <a:gd name="connsiteY13" fmla="*/ 564720 h 564720"/>
              <a:gd name="connsiteX14" fmla="*/ 92495 w 509782"/>
              <a:gd name="connsiteY14" fmla="*/ 543709 h 564720"/>
              <a:gd name="connsiteX0" fmla="*/ 92495 w 509782"/>
              <a:gd name="connsiteY0" fmla="*/ 543709 h 564757"/>
              <a:gd name="connsiteX1" fmla="*/ 78672 w 509782"/>
              <a:gd name="connsiteY1" fmla="*/ 470896 h 564757"/>
              <a:gd name="connsiteX2" fmla="*/ 2337 w 509782"/>
              <a:gd name="connsiteY2" fmla="*/ 328589 h 564757"/>
              <a:gd name="connsiteX3" fmla="*/ 166369 w 509782"/>
              <a:gd name="connsiteY3" fmla="*/ 44095 h 564757"/>
              <a:gd name="connsiteX4" fmla="*/ 226196 w 509782"/>
              <a:gd name="connsiteY4" fmla="*/ 0 h 564757"/>
              <a:gd name="connsiteX5" fmla="*/ 204335 w 509782"/>
              <a:gd name="connsiteY5" fmla="*/ 85601 h 564757"/>
              <a:gd name="connsiteX6" fmla="*/ 253093 w 509782"/>
              <a:gd name="connsiteY6" fmla="*/ 151453 h 564757"/>
              <a:gd name="connsiteX7" fmla="*/ 341485 w 509782"/>
              <a:gd name="connsiteY7" fmla="*/ 169254 h 564757"/>
              <a:gd name="connsiteX8" fmla="*/ 330961 w 509782"/>
              <a:gd name="connsiteY8" fmla="*/ 253459 h 564757"/>
              <a:gd name="connsiteX9" fmla="*/ 397240 w 509782"/>
              <a:gd name="connsiteY9" fmla="*/ 327472 h 564757"/>
              <a:gd name="connsiteX10" fmla="*/ 509782 w 509782"/>
              <a:gd name="connsiteY10" fmla="*/ 298516 h 564757"/>
              <a:gd name="connsiteX11" fmla="*/ 371991 w 509782"/>
              <a:gd name="connsiteY11" fmla="*/ 483770 h 564757"/>
              <a:gd name="connsiteX12" fmla="*/ 230830 w 509782"/>
              <a:gd name="connsiteY12" fmla="*/ 552083 h 564757"/>
              <a:gd name="connsiteX13" fmla="*/ 162927 w 509782"/>
              <a:gd name="connsiteY13" fmla="*/ 564720 h 564757"/>
              <a:gd name="connsiteX14" fmla="*/ 92495 w 509782"/>
              <a:gd name="connsiteY14" fmla="*/ 543709 h 564757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62927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63"/>
              <a:gd name="connsiteX1" fmla="*/ 78672 w 509782"/>
              <a:gd name="connsiteY1" fmla="*/ 470896 h 564763"/>
              <a:gd name="connsiteX2" fmla="*/ 2337 w 509782"/>
              <a:gd name="connsiteY2" fmla="*/ 328589 h 564763"/>
              <a:gd name="connsiteX3" fmla="*/ 166369 w 509782"/>
              <a:gd name="connsiteY3" fmla="*/ 44095 h 564763"/>
              <a:gd name="connsiteX4" fmla="*/ 226196 w 509782"/>
              <a:gd name="connsiteY4" fmla="*/ 0 h 564763"/>
              <a:gd name="connsiteX5" fmla="*/ 204335 w 509782"/>
              <a:gd name="connsiteY5" fmla="*/ 85601 h 564763"/>
              <a:gd name="connsiteX6" fmla="*/ 253093 w 509782"/>
              <a:gd name="connsiteY6" fmla="*/ 151453 h 564763"/>
              <a:gd name="connsiteX7" fmla="*/ 341485 w 509782"/>
              <a:gd name="connsiteY7" fmla="*/ 169254 h 564763"/>
              <a:gd name="connsiteX8" fmla="*/ 330961 w 509782"/>
              <a:gd name="connsiteY8" fmla="*/ 253459 h 564763"/>
              <a:gd name="connsiteX9" fmla="*/ 397240 w 509782"/>
              <a:gd name="connsiteY9" fmla="*/ 327472 h 564763"/>
              <a:gd name="connsiteX10" fmla="*/ 509782 w 509782"/>
              <a:gd name="connsiteY10" fmla="*/ 298516 h 564763"/>
              <a:gd name="connsiteX11" fmla="*/ 371991 w 509782"/>
              <a:gd name="connsiteY11" fmla="*/ 483770 h 564763"/>
              <a:gd name="connsiteX12" fmla="*/ 230830 w 509782"/>
              <a:gd name="connsiteY12" fmla="*/ 552083 h 564763"/>
              <a:gd name="connsiteX13" fmla="*/ 141501 w 509782"/>
              <a:gd name="connsiteY13" fmla="*/ 564720 h 564763"/>
              <a:gd name="connsiteX14" fmla="*/ 92495 w 509782"/>
              <a:gd name="connsiteY14" fmla="*/ 543709 h 564763"/>
              <a:gd name="connsiteX0" fmla="*/ 92495 w 509782"/>
              <a:gd name="connsiteY0" fmla="*/ 543709 h 564727"/>
              <a:gd name="connsiteX1" fmla="*/ 78672 w 509782"/>
              <a:gd name="connsiteY1" fmla="*/ 470896 h 564727"/>
              <a:gd name="connsiteX2" fmla="*/ 2337 w 509782"/>
              <a:gd name="connsiteY2" fmla="*/ 328589 h 564727"/>
              <a:gd name="connsiteX3" fmla="*/ 166369 w 509782"/>
              <a:gd name="connsiteY3" fmla="*/ 44095 h 564727"/>
              <a:gd name="connsiteX4" fmla="*/ 226196 w 509782"/>
              <a:gd name="connsiteY4" fmla="*/ 0 h 564727"/>
              <a:gd name="connsiteX5" fmla="*/ 204335 w 509782"/>
              <a:gd name="connsiteY5" fmla="*/ 85601 h 564727"/>
              <a:gd name="connsiteX6" fmla="*/ 253093 w 509782"/>
              <a:gd name="connsiteY6" fmla="*/ 151453 h 564727"/>
              <a:gd name="connsiteX7" fmla="*/ 341485 w 509782"/>
              <a:gd name="connsiteY7" fmla="*/ 169254 h 564727"/>
              <a:gd name="connsiteX8" fmla="*/ 330961 w 509782"/>
              <a:gd name="connsiteY8" fmla="*/ 253459 h 564727"/>
              <a:gd name="connsiteX9" fmla="*/ 397240 w 509782"/>
              <a:gd name="connsiteY9" fmla="*/ 327472 h 564727"/>
              <a:gd name="connsiteX10" fmla="*/ 509782 w 509782"/>
              <a:gd name="connsiteY10" fmla="*/ 298516 h 564727"/>
              <a:gd name="connsiteX11" fmla="*/ 371991 w 509782"/>
              <a:gd name="connsiteY11" fmla="*/ 483770 h 564727"/>
              <a:gd name="connsiteX12" fmla="*/ 233210 w 509782"/>
              <a:gd name="connsiteY12" fmla="*/ 547322 h 564727"/>
              <a:gd name="connsiteX13" fmla="*/ 141501 w 509782"/>
              <a:gd name="connsiteY13" fmla="*/ 564720 h 564727"/>
              <a:gd name="connsiteX14" fmla="*/ 92495 w 509782"/>
              <a:gd name="connsiteY14" fmla="*/ 543709 h 564727"/>
              <a:gd name="connsiteX0" fmla="*/ 92495 w 509782"/>
              <a:gd name="connsiteY0" fmla="*/ 543709 h 564731"/>
              <a:gd name="connsiteX1" fmla="*/ 78672 w 509782"/>
              <a:gd name="connsiteY1" fmla="*/ 470896 h 564731"/>
              <a:gd name="connsiteX2" fmla="*/ 2337 w 509782"/>
              <a:gd name="connsiteY2" fmla="*/ 328589 h 564731"/>
              <a:gd name="connsiteX3" fmla="*/ 166369 w 509782"/>
              <a:gd name="connsiteY3" fmla="*/ 44095 h 564731"/>
              <a:gd name="connsiteX4" fmla="*/ 226196 w 509782"/>
              <a:gd name="connsiteY4" fmla="*/ 0 h 564731"/>
              <a:gd name="connsiteX5" fmla="*/ 204335 w 509782"/>
              <a:gd name="connsiteY5" fmla="*/ 85601 h 564731"/>
              <a:gd name="connsiteX6" fmla="*/ 253093 w 509782"/>
              <a:gd name="connsiteY6" fmla="*/ 151453 h 564731"/>
              <a:gd name="connsiteX7" fmla="*/ 341485 w 509782"/>
              <a:gd name="connsiteY7" fmla="*/ 169254 h 564731"/>
              <a:gd name="connsiteX8" fmla="*/ 330961 w 509782"/>
              <a:gd name="connsiteY8" fmla="*/ 253459 h 564731"/>
              <a:gd name="connsiteX9" fmla="*/ 397240 w 509782"/>
              <a:gd name="connsiteY9" fmla="*/ 327472 h 564731"/>
              <a:gd name="connsiteX10" fmla="*/ 509782 w 509782"/>
              <a:gd name="connsiteY10" fmla="*/ 298516 h 564731"/>
              <a:gd name="connsiteX11" fmla="*/ 371991 w 509782"/>
              <a:gd name="connsiteY11" fmla="*/ 483770 h 564731"/>
              <a:gd name="connsiteX12" fmla="*/ 233210 w 509782"/>
              <a:gd name="connsiteY12" fmla="*/ 547322 h 564731"/>
              <a:gd name="connsiteX13" fmla="*/ 141501 w 509782"/>
              <a:gd name="connsiteY13" fmla="*/ 564720 h 564731"/>
              <a:gd name="connsiteX14" fmla="*/ 92495 w 509782"/>
              <a:gd name="connsiteY14" fmla="*/ 543709 h 564731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  <a:gd name="connsiteX0" fmla="*/ 92495 w 509782"/>
              <a:gd name="connsiteY0" fmla="*/ 543709 h 564734"/>
              <a:gd name="connsiteX1" fmla="*/ 78672 w 509782"/>
              <a:gd name="connsiteY1" fmla="*/ 470896 h 564734"/>
              <a:gd name="connsiteX2" fmla="*/ 2337 w 509782"/>
              <a:gd name="connsiteY2" fmla="*/ 328589 h 564734"/>
              <a:gd name="connsiteX3" fmla="*/ 166369 w 509782"/>
              <a:gd name="connsiteY3" fmla="*/ 44095 h 564734"/>
              <a:gd name="connsiteX4" fmla="*/ 226196 w 509782"/>
              <a:gd name="connsiteY4" fmla="*/ 0 h 564734"/>
              <a:gd name="connsiteX5" fmla="*/ 204335 w 509782"/>
              <a:gd name="connsiteY5" fmla="*/ 85601 h 564734"/>
              <a:gd name="connsiteX6" fmla="*/ 253093 w 509782"/>
              <a:gd name="connsiteY6" fmla="*/ 151453 h 564734"/>
              <a:gd name="connsiteX7" fmla="*/ 341485 w 509782"/>
              <a:gd name="connsiteY7" fmla="*/ 169254 h 564734"/>
              <a:gd name="connsiteX8" fmla="*/ 330961 w 509782"/>
              <a:gd name="connsiteY8" fmla="*/ 253459 h 564734"/>
              <a:gd name="connsiteX9" fmla="*/ 397240 w 509782"/>
              <a:gd name="connsiteY9" fmla="*/ 327472 h 564734"/>
              <a:gd name="connsiteX10" fmla="*/ 509782 w 509782"/>
              <a:gd name="connsiteY10" fmla="*/ 298516 h 564734"/>
              <a:gd name="connsiteX11" fmla="*/ 371991 w 509782"/>
              <a:gd name="connsiteY11" fmla="*/ 483770 h 564734"/>
              <a:gd name="connsiteX12" fmla="*/ 233210 w 509782"/>
              <a:gd name="connsiteY12" fmla="*/ 547322 h 564734"/>
              <a:gd name="connsiteX13" fmla="*/ 141501 w 509782"/>
              <a:gd name="connsiteY13" fmla="*/ 564720 h 564734"/>
              <a:gd name="connsiteX14" fmla="*/ 92495 w 509782"/>
              <a:gd name="connsiteY14" fmla="*/ 543709 h 564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09782" h="564734">
                <a:moveTo>
                  <a:pt x="92495" y="543709"/>
                </a:moveTo>
                <a:cubicBezTo>
                  <a:pt x="82023" y="528072"/>
                  <a:pt x="87085" y="488721"/>
                  <a:pt x="78672" y="470896"/>
                </a:cubicBezTo>
                <a:cubicBezTo>
                  <a:pt x="62568" y="436777"/>
                  <a:pt x="27052" y="417432"/>
                  <a:pt x="2337" y="328589"/>
                </a:cubicBezTo>
                <a:cubicBezTo>
                  <a:pt x="-22378" y="239746"/>
                  <a:pt x="156788" y="52787"/>
                  <a:pt x="166369" y="44095"/>
                </a:cubicBezTo>
                <a:cubicBezTo>
                  <a:pt x="175950" y="35403"/>
                  <a:pt x="191855" y="22552"/>
                  <a:pt x="226196" y="0"/>
                </a:cubicBezTo>
                <a:cubicBezTo>
                  <a:pt x="201668" y="25439"/>
                  <a:pt x="199852" y="60359"/>
                  <a:pt x="204335" y="85601"/>
                </a:cubicBezTo>
                <a:cubicBezTo>
                  <a:pt x="208818" y="110843"/>
                  <a:pt x="230235" y="137511"/>
                  <a:pt x="253093" y="151453"/>
                </a:cubicBezTo>
                <a:cubicBezTo>
                  <a:pt x="275951" y="165395"/>
                  <a:pt x="311514" y="172482"/>
                  <a:pt x="341485" y="169254"/>
                </a:cubicBezTo>
                <a:cubicBezTo>
                  <a:pt x="326663" y="190343"/>
                  <a:pt x="321669" y="227089"/>
                  <a:pt x="330961" y="253459"/>
                </a:cubicBezTo>
                <a:cubicBezTo>
                  <a:pt x="340253" y="279829"/>
                  <a:pt x="367436" y="319962"/>
                  <a:pt x="397240" y="327472"/>
                </a:cubicBezTo>
                <a:cubicBezTo>
                  <a:pt x="427044" y="334982"/>
                  <a:pt x="493620" y="319073"/>
                  <a:pt x="509782" y="298516"/>
                </a:cubicBezTo>
                <a:cubicBezTo>
                  <a:pt x="479870" y="363066"/>
                  <a:pt x="418086" y="442302"/>
                  <a:pt x="371991" y="483770"/>
                </a:cubicBezTo>
                <a:cubicBezTo>
                  <a:pt x="325896" y="525238"/>
                  <a:pt x="280118" y="545982"/>
                  <a:pt x="233210" y="547322"/>
                </a:cubicBezTo>
                <a:cubicBezTo>
                  <a:pt x="200901" y="546580"/>
                  <a:pt x="164953" y="565322"/>
                  <a:pt x="141501" y="564720"/>
                </a:cubicBezTo>
                <a:cubicBezTo>
                  <a:pt x="118049" y="564118"/>
                  <a:pt x="102967" y="559346"/>
                  <a:pt x="92495" y="543709"/>
                </a:cubicBezTo>
                <a:close/>
              </a:path>
            </a:pathLst>
          </a:custGeom>
          <a:solidFill>
            <a:srgbClr val="CA5A85"/>
          </a:solidFill>
          <a:ln w="5525" cap="flat">
            <a:solidFill>
              <a:srgbClr val="222A39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 dirty="0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82363E41-4286-4D4D-86CD-C736607E0F07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solidFill>
            <a:schemeClr val="bg2"/>
          </a:solidFill>
          <a:ln w="38100" cap="rnd">
            <a:solidFill>
              <a:srgbClr val="222A39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9F1D879-3479-42F7-AAC5-845C227A8AD9}"/>
              </a:ext>
            </a:extLst>
          </p:cNvPr>
          <p:cNvGrpSpPr/>
          <p:nvPr/>
        </p:nvGrpSpPr>
        <p:grpSpPr>
          <a:xfrm>
            <a:off x="2899474" y="1770872"/>
            <a:ext cx="1059051" cy="785648"/>
            <a:chOff x="2947612" y="1900864"/>
            <a:chExt cx="962774" cy="714225"/>
          </a:xfrm>
        </p:grpSpPr>
        <p:sp>
          <p:nvSpPr>
            <p:cNvPr id="213" name="자유형: 도형 212">
              <a:extLst>
                <a:ext uri="{FF2B5EF4-FFF2-40B4-BE49-F238E27FC236}">
                  <a16:creationId xmlns:a16="http://schemas.microsoft.com/office/drawing/2014/main" id="{212A82C9-0A3C-4CAA-8C91-E25FDA0A5DD0}"/>
                </a:ext>
              </a:extLst>
            </p:cNvPr>
            <p:cNvSpPr/>
            <p:nvPr/>
          </p:nvSpPr>
          <p:spPr>
            <a:xfrm rot="16200000">
              <a:off x="3373635" y="2226946"/>
              <a:ext cx="110728" cy="665558"/>
            </a:xfrm>
            <a:custGeom>
              <a:avLst/>
              <a:gdLst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289319 h 665558"/>
                <a:gd name="connsiteX4" fmla="*/ 66990 w 110728"/>
                <a:gd name="connsiteY4" fmla="*/ 146719 h 665558"/>
                <a:gd name="connsiteX5" fmla="*/ 64380 w 110728"/>
                <a:gd name="connsiteY5" fmla="*/ 127337 h 665558"/>
                <a:gd name="connsiteX6" fmla="*/ 110728 w 110728"/>
                <a:gd name="connsiteY6" fmla="*/ 332779 h 665558"/>
                <a:gd name="connsiteX7" fmla="*/ 73819 w 110728"/>
                <a:gd name="connsiteY7" fmla="*/ 665558 h 665558"/>
                <a:gd name="connsiteX8" fmla="*/ 36910 w 110728"/>
                <a:gd name="connsiteY8" fmla="*/ 665558 h 665558"/>
                <a:gd name="connsiteX9" fmla="*/ 36910 w 110728"/>
                <a:gd name="connsiteY9" fmla="*/ 665556 h 665558"/>
                <a:gd name="connsiteX10" fmla="*/ 36909 w 110728"/>
                <a:gd name="connsiteY10" fmla="*/ 665558 h 665558"/>
                <a:gd name="connsiteX11" fmla="*/ 0 w 110728"/>
                <a:gd name="connsiteY11" fmla="*/ 665558 h 665558"/>
                <a:gd name="connsiteX12" fmla="*/ 0 w 110728"/>
                <a:gd name="connsiteY12" fmla="*/ 664602 h 665558"/>
                <a:gd name="connsiteX13" fmla="*/ 13841 w 110728"/>
                <a:gd name="connsiteY13" fmla="*/ 639407 h 665558"/>
                <a:gd name="connsiteX14" fmla="*/ 36384 w 110728"/>
                <a:gd name="connsiteY14" fmla="*/ 332779 h 665558"/>
                <a:gd name="connsiteX15" fmla="*/ 13841 w 110728"/>
                <a:gd name="connsiteY15" fmla="*/ 26152 h 665558"/>
                <a:gd name="connsiteX16" fmla="*/ 0 w 110728"/>
                <a:gd name="connsiteY16" fmla="*/ 956 h 665558"/>
                <a:gd name="connsiteX17" fmla="*/ 0 w 110728"/>
                <a:gd name="connsiteY17" fmla="*/ 0 h 665558"/>
                <a:gd name="connsiteX18" fmla="*/ 36909 w 110728"/>
                <a:gd name="connsiteY18" fmla="*/ 0 h 665558"/>
                <a:gd name="connsiteX19" fmla="*/ 36910 w 110728"/>
                <a:gd name="connsiteY19" fmla="*/ 2 h 665558"/>
                <a:gd name="connsiteX20" fmla="*/ 36910 w 110728"/>
                <a:gd name="connsiteY20" fmla="*/ 0 h 665558"/>
                <a:gd name="connsiteX21" fmla="*/ 73819 w 110728"/>
                <a:gd name="connsiteY21" fmla="*/ 0 h 665558"/>
                <a:gd name="connsiteX22" fmla="*/ 110728 w 110728"/>
                <a:gd name="connsiteY22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71821 w 110728"/>
                <a:gd name="connsiteY4" fmla="*/ 289319 h 665558"/>
                <a:gd name="connsiteX5" fmla="*/ 66990 w 110728"/>
                <a:gd name="connsiteY5" fmla="*/ 146719 h 665558"/>
                <a:gd name="connsiteX6" fmla="*/ 71821 w 110728"/>
                <a:gd name="connsiteY6" fmla="*/ 289319 h 665558"/>
                <a:gd name="connsiteX7" fmla="*/ 110728 w 110728"/>
                <a:gd name="connsiteY7" fmla="*/ 332779 h 665558"/>
                <a:gd name="connsiteX8" fmla="*/ 73819 w 110728"/>
                <a:gd name="connsiteY8" fmla="*/ 665558 h 665558"/>
                <a:gd name="connsiteX9" fmla="*/ 36910 w 110728"/>
                <a:gd name="connsiteY9" fmla="*/ 665558 h 665558"/>
                <a:gd name="connsiteX10" fmla="*/ 36910 w 110728"/>
                <a:gd name="connsiteY10" fmla="*/ 665556 h 665558"/>
                <a:gd name="connsiteX11" fmla="*/ 36909 w 110728"/>
                <a:gd name="connsiteY11" fmla="*/ 665558 h 665558"/>
                <a:gd name="connsiteX12" fmla="*/ 0 w 110728"/>
                <a:gd name="connsiteY12" fmla="*/ 665558 h 665558"/>
                <a:gd name="connsiteX13" fmla="*/ 0 w 110728"/>
                <a:gd name="connsiteY13" fmla="*/ 664602 h 665558"/>
                <a:gd name="connsiteX14" fmla="*/ 13841 w 110728"/>
                <a:gd name="connsiteY14" fmla="*/ 639407 h 665558"/>
                <a:gd name="connsiteX15" fmla="*/ 36384 w 110728"/>
                <a:gd name="connsiteY15" fmla="*/ 332779 h 665558"/>
                <a:gd name="connsiteX16" fmla="*/ 13841 w 110728"/>
                <a:gd name="connsiteY16" fmla="*/ 26152 h 665558"/>
                <a:gd name="connsiteX17" fmla="*/ 0 w 110728"/>
                <a:gd name="connsiteY17" fmla="*/ 956 h 665558"/>
                <a:gd name="connsiteX18" fmla="*/ 0 w 110728"/>
                <a:gd name="connsiteY18" fmla="*/ 0 h 665558"/>
                <a:gd name="connsiteX19" fmla="*/ 36909 w 110728"/>
                <a:gd name="connsiteY19" fmla="*/ 0 h 665558"/>
                <a:gd name="connsiteX20" fmla="*/ 36910 w 110728"/>
                <a:gd name="connsiteY20" fmla="*/ 2 h 665558"/>
                <a:gd name="connsiteX21" fmla="*/ 36910 w 110728"/>
                <a:gd name="connsiteY21" fmla="*/ 0 h 665558"/>
                <a:gd name="connsiteX22" fmla="*/ 73819 w 110728"/>
                <a:gd name="connsiteY22" fmla="*/ 0 h 665558"/>
                <a:gd name="connsiteX23" fmla="*/ 110728 w 110728"/>
                <a:gd name="connsiteY23" fmla="*/ 332779 h 665558"/>
                <a:gd name="connsiteX0" fmla="*/ 71821 w 110728"/>
                <a:gd name="connsiteY0" fmla="*/ 376242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71821 w 110728"/>
                <a:gd name="connsiteY3" fmla="*/ 376242 h 665558"/>
                <a:gd name="connsiteX4" fmla="*/ 110728 w 110728"/>
                <a:gd name="connsiteY4" fmla="*/ 332779 h 665558"/>
                <a:gd name="connsiteX5" fmla="*/ 73819 w 110728"/>
                <a:gd name="connsiteY5" fmla="*/ 665558 h 665558"/>
                <a:gd name="connsiteX6" fmla="*/ 36910 w 110728"/>
                <a:gd name="connsiteY6" fmla="*/ 665558 h 665558"/>
                <a:gd name="connsiteX7" fmla="*/ 36910 w 110728"/>
                <a:gd name="connsiteY7" fmla="*/ 665556 h 665558"/>
                <a:gd name="connsiteX8" fmla="*/ 36909 w 110728"/>
                <a:gd name="connsiteY8" fmla="*/ 665558 h 665558"/>
                <a:gd name="connsiteX9" fmla="*/ 0 w 110728"/>
                <a:gd name="connsiteY9" fmla="*/ 665558 h 665558"/>
                <a:gd name="connsiteX10" fmla="*/ 0 w 110728"/>
                <a:gd name="connsiteY10" fmla="*/ 664602 h 665558"/>
                <a:gd name="connsiteX11" fmla="*/ 13841 w 110728"/>
                <a:gd name="connsiteY11" fmla="*/ 639407 h 665558"/>
                <a:gd name="connsiteX12" fmla="*/ 36384 w 110728"/>
                <a:gd name="connsiteY12" fmla="*/ 332779 h 665558"/>
                <a:gd name="connsiteX13" fmla="*/ 13841 w 110728"/>
                <a:gd name="connsiteY13" fmla="*/ 26152 h 665558"/>
                <a:gd name="connsiteX14" fmla="*/ 0 w 110728"/>
                <a:gd name="connsiteY14" fmla="*/ 956 h 665558"/>
                <a:gd name="connsiteX15" fmla="*/ 0 w 110728"/>
                <a:gd name="connsiteY15" fmla="*/ 0 h 665558"/>
                <a:gd name="connsiteX16" fmla="*/ 36909 w 110728"/>
                <a:gd name="connsiteY16" fmla="*/ 0 h 665558"/>
                <a:gd name="connsiteX17" fmla="*/ 36910 w 110728"/>
                <a:gd name="connsiteY17" fmla="*/ 2 h 665558"/>
                <a:gd name="connsiteX18" fmla="*/ 36910 w 110728"/>
                <a:gd name="connsiteY18" fmla="*/ 0 h 665558"/>
                <a:gd name="connsiteX19" fmla="*/ 73819 w 110728"/>
                <a:gd name="connsiteY19" fmla="*/ 0 h 665558"/>
                <a:gd name="connsiteX20" fmla="*/ 110728 w 110728"/>
                <a:gd name="connsiteY20" fmla="*/ 332779 h 665558"/>
                <a:gd name="connsiteX0" fmla="*/ 66990 w 110728"/>
                <a:gd name="connsiteY0" fmla="*/ 518839 h 665558"/>
                <a:gd name="connsiteX1" fmla="*/ 64380 w 110728"/>
                <a:gd name="connsiteY1" fmla="*/ 538220 h 665558"/>
                <a:gd name="connsiteX2" fmla="*/ 66990 w 110728"/>
                <a:gd name="connsiteY2" fmla="*/ 518839 h 665558"/>
                <a:gd name="connsiteX3" fmla="*/ 110728 w 110728"/>
                <a:gd name="connsiteY3" fmla="*/ 332779 h 665558"/>
                <a:gd name="connsiteX4" fmla="*/ 73819 w 110728"/>
                <a:gd name="connsiteY4" fmla="*/ 665558 h 665558"/>
                <a:gd name="connsiteX5" fmla="*/ 36910 w 110728"/>
                <a:gd name="connsiteY5" fmla="*/ 665558 h 665558"/>
                <a:gd name="connsiteX6" fmla="*/ 36910 w 110728"/>
                <a:gd name="connsiteY6" fmla="*/ 665556 h 665558"/>
                <a:gd name="connsiteX7" fmla="*/ 36909 w 110728"/>
                <a:gd name="connsiteY7" fmla="*/ 665558 h 665558"/>
                <a:gd name="connsiteX8" fmla="*/ 0 w 110728"/>
                <a:gd name="connsiteY8" fmla="*/ 665558 h 665558"/>
                <a:gd name="connsiteX9" fmla="*/ 0 w 110728"/>
                <a:gd name="connsiteY9" fmla="*/ 664602 h 665558"/>
                <a:gd name="connsiteX10" fmla="*/ 13841 w 110728"/>
                <a:gd name="connsiteY10" fmla="*/ 639407 h 665558"/>
                <a:gd name="connsiteX11" fmla="*/ 36384 w 110728"/>
                <a:gd name="connsiteY11" fmla="*/ 332779 h 665558"/>
                <a:gd name="connsiteX12" fmla="*/ 13841 w 110728"/>
                <a:gd name="connsiteY12" fmla="*/ 26152 h 665558"/>
                <a:gd name="connsiteX13" fmla="*/ 0 w 110728"/>
                <a:gd name="connsiteY13" fmla="*/ 956 h 665558"/>
                <a:gd name="connsiteX14" fmla="*/ 0 w 110728"/>
                <a:gd name="connsiteY14" fmla="*/ 0 h 665558"/>
                <a:gd name="connsiteX15" fmla="*/ 36909 w 110728"/>
                <a:gd name="connsiteY15" fmla="*/ 0 h 665558"/>
                <a:gd name="connsiteX16" fmla="*/ 36910 w 110728"/>
                <a:gd name="connsiteY16" fmla="*/ 2 h 665558"/>
                <a:gd name="connsiteX17" fmla="*/ 36910 w 110728"/>
                <a:gd name="connsiteY17" fmla="*/ 0 h 665558"/>
                <a:gd name="connsiteX18" fmla="*/ 73819 w 110728"/>
                <a:gd name="connsiteY18" fmla="*/ 0 h 665558"/>
                <a:gd name="connsiteX19" fmla="*/ 110728 w 110728"/>
                <a:gd name="connsiteY19" fmla="*/ 332779 h 665558"/>
                <a:gd name="connsiteX0" fmla="*/ 110728 w 110728"/>
                <a:gd name="connsiteY0" fmla="*/ 332779 h 665558"/>
                <a:gd name="connsiteX1" fmla="*/ 73819 w 110728"/>
                <a:gd name="connsiteY1" fmla="*/ 665558 h 665558"/>
                <a:gd name="connsiteX2" fmla="*/ 36910 w 110728"/>
                <a:gd name="connsiteY2" fmla="*/ 665558 h 665558"/>
                <a:gd name="connsiteX3" fmla="*/ 36910 w 110728"/>
                <a:gd name="connsiteY3" fmla="*/ 665556 h 665558"/>
                <a:gd name="connsiteX4" fmla="*/ 36909 w 110728"/>
                <a:gd name="connsiteY4" fmla="*/ 665558 h 665558"/>
                <a:gd name="connsiteX5" fmla="*/ 0 w 110728"/>
                <a:gd name="connsiteY5" fmla="*/ 665558 h 665558"/>
                <a:gd name="connsiteX6" fmla="*/ 0 w 110728"/>
                <a:gd name="connsiteY6" fmla="*/ 664602 h 665558"/>
                <a:gd name="connsiteX7" fmla="*/ 13841 w 110728"/>
                <a:gd name="connsiteY7" fmla="*/ 639407 h 665558"/>
                <a:gd name="connsiteX8" fmla="*/ 36384 w 110728"/>
                <a:gd name="connsiteY8" fmla="*/ 332779 h 665558"/>
                <a:gd name="connsiteX9" fmla="*/ 13841 w 110728"/>
                <a:gd name="connsiteY9" fmla="*/ 26152 h 665558"/>
                <a:gd name="connsiteX10" fmla="*/ 0 w 110728"/>
                <a:gd name="connsiteY10" fmla="*/ 956 h 665558"/>
                <a:gd name="connsiteX11" fmla="*/ 0 w 110728"/>
                <a:gd name="connsiteY11" fmla="*/ 0 h 665558"/>
                <a:gd name="connsiteX12" fmla="*/ 36909 w 110728"/>
                <a:gd name="connsiteY12" fmla="*/ 0 h 665558"/>
                <a:gd name="connsiteX13" fmla="*/ 36910 w 110728"/>
                <a:gd name="connsiteY13" fmla="*/ 2 h 665558"/>
                <a:gd name="connsiteX14" fmla="*/ 36910 w 110728"/>
                <a:gd name="connsiteY14" fmla="*/ 0 h 665558"/>
                <a:gd name="connsiteX15" fmla="*/ 73819 w 110728"/>
                <a:gd name="connsiteY15" fmla="*/ 0 h 665558"/>
                <a:gd name="connsiteX16" fmla="*/ 110728 w 110728"/>
                <a:gd name="connsiteY16" fmla="*/ 332779 h 66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28" h="665558">
                  <a:moveTo>
                    <a:pt x="110728" y="332779"/>
                  </a:moveTo>
                  <a:cubicBezTo>
                    <a:pt x="110728" y="516568"/>
                    <a:pt x="94203" y="665558"/>
                    <a:pt x="73819" y="665558"/>
                  </a:cubicBezTo>
                  <a:lnTo>
                    <a:pt x="36910" y="665558"/>
                  </a:lnTo>
                  <a:lnTo>
                    <a:pt x="36910" y="665556"/>
                  </a:lnTo>
                  <a:cubicBezTo>
                    <a:pt x="36910" y="665557"/>
                    <a:pt x="36909" y="665557"/>
                    <a:pt x="36909" y="665558"/>
                  </a:cubicBezTo>
                  <a:lnTo>
                    <a:pt x="0" y="665558"/>
                  </a:lnTo>
                  <a:lnTo>
                    <a:pt x="0" y="664602"/>
                  </a:lnTo>
                  <a:lnTo>
                    <a:pt x="13841" y="639407"/>
                  </a:lnTo>
                  <a:cubicBezTo>
                    <a:pt x="27088" y="588888"/>
                    <a:pt x="36384" y="470621"/>
                    <a:pt x="36384" y="332779"/>
                  </a:cubicBezTo>
                  <a:cubicBezTo>
                    <a:pt x="36384" y="194938"/>
                    <a:pt x="27089" y="76671"/>
                    <a:pt x="13841" y="26152"/>
                  </a:cubicBezTo>
                  <a:lnTo>
                    <a:pt x="0" y="956"/>
                  </a:lnTo>
                  <a:lnTo>
                    <a:pt x="0" y="0"/>
                  </a:lnTo>
                  <a:lnTo>
                    <a:pt x="36909" y="0"/>
                  </a:lnTo>
                  <a:cubicBezTo>
                    <a:pt x="36909" y="1"/>
                    <a:pt x="36910" y="1"/>
                    <a:pt x="36910" y="2"/>
                  </a:cubicBezTo>
                  <a:lnTo>
                    <a:pt x="36910" y="0"/>
                  </a:lnTo>
                  <a:lnTo>
                    <a:pt x="73819" y="0"/>
                  </a:lnTo>
                  <a:cubicBezTo>
                    <a:pt x="94203" y="0"/>
                    <a:pt x="110728" y="148990"/>
                    <a:pt x="110728" y="33277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14" name="자유형: 도형 213">
              <a:extLst>
                <a:ext uri="{FF2B5EF4-FFF2-40B4-BE49-F238E27FC236}">
                  <a16:creationId xmlns:a16="http://schemas.microsoft.com/office/drawing/2014/main" id="{802FF964-0502-4E58-97D3-149FB8E7DA8A}"/>
                </a:ext>
              </a:extLst>
            </p:cNvPr>
            <p:cNvSpPr/>
            <p:nvPr/>
          </p:nvSpPr>
          <p:spPr>
            <a:xfrm flipV="1">
              <a:off x="2947612" y="1900864"/>
              <a:ext cx="962774" cy="614331"/>
            </a:xfrm>
            <a:custGeom>
              <a:avLst/>
              <a:gdLst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33933 h 614331"/>
                <a:gd name="connsiteX27" fmla="*/ 809939 w 962774"/>
                <a:gd name="connsiteY27" fmla="*/ 0 h 614331"/>
                <a:gd name="connsiteX28" fmla="*/ 808983 w 962774"/>
                <a:gd name="connsiteY28" fmla="*/ 0 h 614331"/>
                <a:gd name="connsiteX29" fmla="*/ 783788 w 962774"/>
                <a:gd name="connsiteY29" fmla="*/ 13841 h 614331"/>
                <a:gd name="connsiteX30" fmla="*/ 663220 w 962774"/>
                <a:gd name="connsiteY30" fmla="*/ 30080 h 614331"/>
                <a:gd name="connsiteX31" fmla="*/ 590980 w 962774"/>
                <a:gd name="connsiteY31" fmla="*/ 33932 h 614331"/>
                <a:gd name="connsiteX32" fmla="*/ 481387 w 962774"/>
                <a:gd name="connsiteY32" fmla="*/ 33932 h 614331"/>
                <a:gd name="connsiteX33" fmla="*/ 363340 w 962774"/>
                <a:gd name="connsiteY33" fmla="*/ 33932 h 614331"/>
                <a:gd name="connsiteX34" fmla="*/ 291100 w 962774"/>
                <a:gd name="connsiteY34" fmla="*/ 30080 h 614331"/>
                <a:gd name="connsiteX35" fmla="*/ 170533 w 962774"/>
                <a:gd name="connsiteY35" fmla="*/ 13841 h 614331"/>
                <a:gd name="connsiteX36" fmla="*/ 145337 w 962774"/>
                <a:gd name="connsiteY36" fmla="*/ 0 h 614331"/>
                <a:gd name="connsiteX37" fmla="*/ 144381 w 962774"/>
                <a:gd name="connsiteY37" fmla="*/ 0 h 614331"/>
                <a:gd name="connsiteX38" fmla="*/ 144381 w 962774"/>
                <a:gd name="connsiteY38" fmla="*/ 36909 h 614331"/>
                <a:gd name="connsiteX39" fmla="*/ 144644 w 962774"/>
                <a:gd name="connsiteY39" fmla="*/ 37199 h 614331"/>
                <a:gd name="connsiteX40" fmla="*/ 99569 w 962774"/>
                <a:gd name="connsiteY40" fmla="*/ 133945 h 614331"/>
                <a:gd name="connsiteX41" fmla="*/ 99570 w 962774"/>
                <a:gd name="connsiteY41" fmla="*/ 133945 h 614331"/>
                <a:gd name="connsiteX42" fmla="*/ 0 w 962774"/>
                <a:gd name="connsiteY42" fmla="*/ 347655 h 614331"/>
                <a:gd name="connsiteX43" fmla="*/ 3069 w 962774"/>
                <a:gd name="connsiteY43" fmla="*/ 348257 h 614331"/>
                <a:gd name="connsiteX44" fmla="*/ 113766 w 962774"/>
                <a:gd name="connsiteY44" fmla="*/ 276929 h 614331"/>
                <a:gd name="connsiteX45" fmla="*/ 114289 w 962774"/>
                <a:gd name="connsiteY45" fmla="*/ 274413 h 614331"/>
                <a:gd name="connsiteX46" fmla="*/ 150669 w 962774"/>
                <a:gd name="connsiteY46" fmla="*/ 268767 h 614331"/>
                <a:gd name="connsiteX47" fmla="*/ 189231 w 962774"/>
                <a:gd name="connsiteY47" fmla="*/ 248852 h 614331"/>
                <a:gd name="connsiteX48" fmla="*/ 191617 w 962774"/>
                <a:gd name="connsiteY48" fmla="*/ 246668 h 614331"/>
                <a:gd name="connsiteX49" fmla="*/ 166859 w 962774"/>
                <a:gd name="connsiteY49" fmla="*/ 253132 h 614331"/>
                <a:gd name="connsiteX50" fmla="*/ 145783 w 962774"/>
                <a:gd name="connsiteY50" fmla="*/ 247845 h 614331"/>
                <a:gd name="connsiteX51" fmla="*/ 135364 w 962774"/>
                <a:gd name="connsiteY51" fmla="*/ 205403 h 614331"/>
                <a:gd name="connsiteX52" fmla="*/ 146668 w 962774"/>
                <a:gd name="connsiteY52" fmla="*/ 184354 h 614331"/>
                <a:gd name="connsiteX53" fmla="*/ 165269 w 962774"/>
                <a:gd name="connsiteY53" fmla="*/ 167882 h 614331"/>
                <a:gd name="connsiteX54" fmla="*/ 242830 w 962774"/>
                <a:gd name="connsiteY54" fmla="*/ 166256 h 614331"/>
                <a:gd name="connsiteX55" fmla="*/ 257721 w 962774"/>
                <a:gd name="connsiteY55" fmla="*/ 187106 h 614331"/>
                <a:gd name="connsiteX56" fmla="*/ 260717 w 962774"/>
                <a:gd name="connsiteY56" fmla="*/ 206156 h 614331"/>
                <a:gd name="connsiteX57" fmla="*/ 265121 w 962774"/>
                <a:gd name="connsiteY57" fmla="*/ 194588 h 614331"/>
                <a:gd name="connsiteX58" fmla="*/ 349017 w 962774"/>
                <a:gd name="connsiteY58" fmla="*/ 157039 h 614331"/>
                <a:gd name="connsiteX59" fmla="*/ 417423 w 962774"/>
                <a:gd name="connsiteY59" fmla="*/ 252682 h 614331"/>
                <a:gd name="connsiteX60" fmla="*/ 354779 w 962774"/>
                <a:gd name="connsiteY60" fmla="*/ 319943 h 614331"/>
                <a:gd name="connsiteX61" fmla="*/ 352546 w 962774"/>
                <a:gd name="connsiteY61" fmla="*/ 320020 h 614331"/>
                <a:gd name="connsiteX62" fmla="*/ 407532 w 962774"/>
                <a:gd name="connsiteY62" fmla="*/ 386663 h 614331"/>
                <a:gd name="connsiteX63" fmla="*/ 465059 w 962774"/>
                <a:gd name="connsiteY63" fmla="*/ 506330 h 614331"/>
                <a:gd name="connsiteX0" fmla="*/ 481387 w 962774"/>
                <a:gd name="connsiteY0" fmla="*/ 614331 h 614331"/>
                <a:gd name="connsiteX1" fmla="*/ 497715 w 962774"/>
                <a:gd name="connsiteY1" fmla="*/ 506330 h 614331"/>
                <a:gd name="connsiteX2" fmla="*/ 555242 w 962774"/>
                <a:gd name="connsiteY2" fmla="*/ 386663 h 614331"/>
                <a:gd name="connsiteX3" fmla="*/ 610228 w 962774"/>
                <a:gd name="connsiteY3" fmla="*/ 320020 h 614331"/>
                <a:gd name="connsiteX4" fmla="*/ 607995 w 962774"/>
                <a:gd name="connsiteY4" fmla="*/ 319943 h 614331"/>
                <a:gd name="connsiteX5" fmla="*/ 545351 w 962774"/>
                <a:gd name="connsiteY5" fmla="*/ 252682 h 614331"/>
                <a:gd name="connsiteX6" fmla="*/ 613757 w 962774"/>
                <a:gd name="connsiteY6" fmla="*/ 157039 h 614331"/>
                <a:gd name="connsiteX7" fmla="*/ 697653 w 962774"/>
                <a:gd name="connsiteY7" fmla="*/ 194588 h 614331"/>
                <a:gd name="connsiteX8" fmla="*/ 702057 w 962774"/>
                <a:gd name="connsiteY8" fmla="*/ 206156 h 614331"/>
                <a:gd name="connsiteX9" fmla="*/ 705053 w 962774"/>
                <a:gd name="connsiteY9" fmla="*/ 187106 h 614331"/>
                <a:gd name="connsiteX10" fmla="*/ 719944 w 962774"/>
                <a:gd name="connsiteY10" fmla="*/ 166256 h 614331"/>
                <a:gd name="connsiteX11" fmla="*/ 797505 w 962774"/>
                <a:gd name="connsiteY11" fmla="*/ 167882 h 614331"/>
                <a:gd name="connsiteX12" fmla="*/ 816107 w 962774"/>
                <a:gd name="connsiteY12" fmla="*/ 184354 h 614331"/>
                <a:gd name="connsiteX13" fmla="*/ 827411 w 962774"/>
                <a:gd name="connsiteY13" fmla="*/ 205403 h 614331"/>
                <a:gd name="connsiteX14" fmla="*/ 816991 w 962774"/>
                <a:gd name="connsiteY14" fmla="*/ 247845 h 614331"/>
                <a:gd name="connsiteX15" fmla="*/ 795915 w 962774"/>
                <a:gd name="connsiteY15" fmla="*/ 253132 h 614331"/>
                <a:gd name="connsiteX16" fmla="*/ 771157 w 962774"/>
                <a:gd name="connsiteY16" fmla="*/ 246668 h 614331"/>
                <a:gd name="connsiteX17" fmla="*/ 773543 w 962774"/>
                <a:gd name="connsiteY17" fmla="*/ 248852 h 614331"/>
                <a:gd name="connsiteX18" fmla="*/ 812105 w 962774"/>
                <a:gd name="connsiteY18" fmla="*/ 268767 h 614331"/>
                <a:gd name="connsiteX19" fmla="*/ 848485 w 962774"/>
                <a:gd name="connsiteY19" fmla="*/ 274413 h 614331"/>
                <a:gd name="connsiteX20" fmla="*/ 849008 w 962774"/>
                <a:gd name="connsiteY20" fmla="*/ 276929 h 614331"/>
                <a:gd name="connsiteX21" fmla="*/ 959705 w 962774"/>
                <a:gd name="connsiteY21" fmla="*/ 348257 h 614331"/>
                <a:gd name="connsiteX22" fmla="*/ 962774 w 962774"/>
                <a:gd name="connsiteY22" fmla="*/ 347655 h 614331"/>
                <a:gd name="connsiteX23" fmla="*/ 856830 w 962774"/>
                <a:gd name="connsiteY23" fmla="*/ 120264 h 614331"/>
                <a:gd name="connsiteX24" fmla="*/ 856742 w 962774"/>
                <a:gd name="connsiteY24" fmla="*/ 120183 h 614331"/>
                <a:gd name="connsiteX25" fmla="*/ 816557 w 962774"/>
                <a:gd name="connsiteY25" fmla="*/ 33933 h 614331"/>
                <a:gd name="connsiteX26" fmla="*/ 809939 w 962774"/>
                <a:gd name="connsiteY26" fmla="*/ 0 h 614331"/>
                <a:gd name="connsiteX27" fmla="*/ 808983 w 962774"/>
                <a:gd name="connsiteY27" fmla="*/ 0 h 614331"/>
                <a:gd name="connsiteX28" fmla="*/ 783788 w 962774"/>
                <a:gd name="connsiteY28" fmla="*/ 13841 h 614331"/>
                <a:gd name="connsiteX29" fmla="*/ 663220 w 962774"/>
                <a:gd name="connsiteY29" fmla="*/ 30080 h 614331"/>
                <a:gd name="connsiteX30" fmla="*/ 590980 w 962774"/>
                <a:gd name="connsiteY30" fmla="*/ 33932 h 614331"/>
                <a:gd name="connsiteX31" fmla="*/ 481387 w 962774"/>
                <a:gd name="connsiteY31" fmla="*/ 33932 h 614331"/>
                <a:gd name="connsiteX32" fmla="*/ 363340 w 962774"/>
                <a:gd name="connsiteY32" fmla="*/ 33932 h 614331"/>
                <a:gd name="connsiteX33" fmla="*/ 291100 w 962774"/>
                <a:gd name="connsiteY33" fmla="*/ 30080 h 614331"/>
                <a:gd name="connsiteX34" fmla="*/ 170533 w 962774"/>
                <a:gd name="connsiteY34" fmla="*/ 13841 h 614331"/>
                <a:gd name="connsiteX35" fmla="*/ 145337 w 962774"/>
                <a:gd name="connsiteY35" fmla="*/ 0 h 614331"/>
                <a:gd name="connsiteX36" fmla="*/ 144381 w 962774"/>
                <a:gd name="connsiteY36" fmla="*/ 0 h 614331"/>
                <a:gd name="connsiteX37" fmla="*/ 144381 w 962774"/>
                <a:gd name="connsiteY37" fmla="*/ 36909 h 614331"/>
                <a:gd name="connsiteX38" fmla="*/ 144644 w 962774"/>
                <a:gd name="connsiteY38" fmla="*/ 37199 h 614331"/>
                <a:gd name="connsiteX39" fmla="*/ 99569 w 962774"/>
                <a:gd name="connsiteY39" fmla="*/ 133945 h 614331"/>
                <a:gd name="connsiteX40" fmla="*/ 99570 w 962774"/>
                <a:gd name="connsiteY40" fmla="*/ 133945 h 614331"/>
                <a:gd name="connsiteX41" fmla="*/ 0 w 962774"/>
                <a:gd name="connsiteY41" fmla="*/ 347655 h 614331"/>
                <a:gd name="connsiteX42" fmla="*/ 3069 w 962774"/>
                <a:gd name="connsiteY42" fmla="*/ 348257 h 614331"/>
                <a:gd name="connsiteX43" fmla="*/ 113766 w 962774"/>
                <a:gd name="connsiteY43" fmla="*/ 276929 h 614331"/>
                <a:gd name="connsiteX44" fmla="*/ 114289 w 962774"/>
                <a:gd name="connsiteY44" fmla="*/ 274413 h 614331"/>
                <a:gd name="connsiteX45" fmla="*/ 150669 w 962774"/>
                <a:gd name="connsiteY45" fmla="*/ 268767 h 614331"/>
                <a:gd name="connsiteX46" fmla="*/ 189231 w 962774"/>
                <a:gd name="connsiteY46" fmla="*/ 248852 h 614331"/>
                <a:gd name="connsiteX47" fmla="*/ 191617 w 962774"/>
                <a:gd name="connsiteY47" fmla="*/ 246668 h 614331"/>
                <a:gd name="connsiteX48" fmla="*/ 166859 w 962774"/>
                <a:gd name="connsiteY48" fmla="*/ 253132 h 614331"/>
                <a:gd name="connsiteX49" fmla="*/ 145783 w 962774"/>
                <a:gd name="connsiteY49" fmla="*/ 247845 h 614331"/>
                <a:gd name="connsiteX50" fmla="*/ 135364 w 962774"/>
                <a:gd name="connsiteY50" fmla="*/ 205403 h 614331"/>
                <a:gd name="connsiteX51" fmla="*/ 146668 w 962774"/>
                <a:gd name="connsiteY51" fmla="*/ 184354 h 614331"/>
                <a:gd name="connsiteX52" fmla="*/ 165269 w 962774"/>
                <a:gd name="connsiteY52" fmla="*/ 167882 h 614331"/>
                <a:gd name="connsiteX53" fmla="*/ 242830 w 962774"/>
                <a:gd name="connsiteY53" fmla="*/ 166256 h 614331"/>
                <a:gd name="connsiteX54" fmla="*/ 257721 w 962774"/>
                <a:gd name="connsiteY54" fmla="*/ 187106 h 614331"/>
                <a:gd name="connsiteX55" fmla="*/ 260717 w 962774"/>
                <a:gd name="connsiteY55" fmla="*/ 206156 h 614331"/>
                <a:gd name="connsiteX56" fmla="*/ 265121 w 962774"/>
                <a:gd name="connsiteY56" fmla="*/ 194588 h 614331"/>
                <a:gd name="connsiteX57" fmla="*/ 349017 w 962774"/>
                <a:gd name="connsiteY57" fmla="*/ 157039 h 614331"/>
                <a:gd name="connsiteX58" fmla="*/ 417423 w 962774"/>
                <a:gd name="connsiteY58" fmla="*/ 252682 h 614331"/>
                <a:gd name="connsiteX59" fmla="*/ 354779 w 962774"/>
                <a:gd name="connsiteY59" fmla="*/ 319943 h 614331"/>
                <a:gd name="connsiteX60" fmla="*/ 352546 w 962774"/>
                <a:gd name="connsiteY60" fmla="*/ 320020 h 614331"/>
                <a:gd name="connsiteX61" fmla="*/ 407532 w 962774"/>
                <a:gd name="connsiteY61" fmla="*/ 386663 h 614331"/>
                <a:gd name="connsiteX62" fmla="*/ 465059 w 962774"/>
                <a:gd name="connsiteY62" fmla="*/ 506330 h 614331"/>
                <a:gd name="connsiteX63" fmla="*/ 481387 w 962774"/>
                <a:gd name="connsiteY63" fmla="*/ 614331 h 6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962774" h="614331">
                  <a:moveTo>
                    <a:pt x="481387" y="614331"/>
                  </a:moveTo>
                  <a:lnTo>
                    <a:pt x="497715" y="506330"/>
                  </a:lnTo>
                  <a:cubicBezTo>
                    <a:pt x="511074" y="463382"/>
                    <a:pt x="530594" y="423148"/>
                    <a:pt x="555242" y="386663"/>
                  </a:cubicBezTo>
                  <a:lnTo>
                    <a:pt x="610228" y="320020"/>
                  </a:lnTo>
                  <a:lnTo>
                    <a:pt x="607995" y="319943"/>
                  </a:lnTo>
                  <a:cubicBezTo>
                    <a:pt x="576488" y="312378"/>
                    <a:pt x="550992" y="286658"/>
                    <a:pt x="545351" y="252682"/>
                  </a:cubicBezTo>
                  <a:cubicBezTo>
                    <a:pt x="537830" y="207381"/>
                    <a:pt x="568456" y="164561"/>
                    <a:pt x="613757" y="157039"/>
                  </a:cubicBezTo>
                  <a:cubicBezTo>
                    <a:pt x="647733" y="151399"/>
                    <a:pt x="680312" y="167215"/>
                    <a:pt x="697653" y="194588"/>
                  </a:cubicBezTo>
                  <a:lnTo>
                    <a:pt x="702057" y="206156"/>
                  </a:lnTo>
                  <a:lnTo>
                    <a:pt x="705053" y="187106"/>
                  </a:lnTo>
                  <a:cubicBezTo>
                    <a:pt x="708225" y="179005"/>
                    <a:pt x="713182" y="171869"/>
                    <a:pt x="719944" y="166256"/>
                  </a:cubicBezTo>
                  <a:cubicBezTo>
                    <a:pt x="740232" y="149420"/>
                    <a:pt x="771011" y="151088"/>
                    <a:pt x="797505" y="167882"/>
                  </a:cubicBezTo>
                  <a:lnTo>
                    <a:pt x="816107" y="184354"/>
                  </a:lnTo>
                  <a:lnTo>
                    <a:pt x="827411" y="205403"/>
                  </a:lnTo>
                  <a:cubicBezTo>
                    <a:pt x="831525" y="224255"/>
                    <a:pt x="828377" y="239892"/>
                    <a:pt x="816991" y="247845"/>
                  </a:cubicBezTo>
                  <a:cubicBezTo>
                    <a:pt x="811298" y="251821"/>
                    <a:pt x="804084" y="253500"/>
                    <a:pt x="795915" y="253132"/>
                  </a:cubicBezTo>
                  <a:lnTo>
                    <a:pt x="771157" y="246668"/>
                  </a:lnTo>
                  <a:lnTo>
                    <a:pt x="773543" y="248852"/>
                  </a:lnTo>
                  <a:cubicBezTo>
                    <a:pt x="786149" y="257680"/>
                    <a:pt x="799257" y="264405"/>
                    <a:pt x="812105" y="268767"/>
                  </a:cubicBezTo>
                  <a:lnTo>
                    <a:pt x="848485" y="274413"/>
                  </a:lnTo>
                  <a:cubicBezTo>
                    <a:pt x="848659" y="275252"/>
                    <a:pt x="848834" y="276090"/>
                    <a:pt x="849008" y="276929"/>
                  </a:cubicBezTo>
                  <a:cubicBezTo>
                    <a:pt x="867246" y="318845"/>
                    <a:pt x="909942" y="348257"/>
                    <a:pt x="959705" y="348257"/>
                  </a:cubicBezTo>
                  <a:lnTo>
                    <a:pt x="962774" y="347655"/>
                  </a:lnTo>
                  <a:lnTo>
                    <a:pt x="856830" y="120264"/>
                  </a:lnTo>
                  <a:cubicBezTo>
                    <a:pt x="856801" y="120237"/>
                    <a:pt x="856771" y="120210"/>
                    <a:pt x="856742" y="120183"/>
                  </a:cubicBezTo>
                  <a:lnTo>
                    <a:pt x="816557" y="33933"/>
                  </a:lnTo>
                  <a:lnTo>
                    <a:pt x="809939" y="0"/>
                  </a:lnTo>
                  <a:lnTo>
                    <a:pt x="808983" y="0"/>
                  </a:lnTo>
                  <a:lnTo>
                    <a:pt x="783788" y="13841"/>
                  </a:lnTo>
                  <a:cubicBezTo>
                    <a:pt x="758528" y="20465"/>
                    <a:pt x="716332" y="26100"/>
                    <a:pt x="663220" y="30080"/>
                  </a:cubicBezTo>
                  <a:lnTo>
                    <a:pt x="590980" y="33932"/>
                  </a:lnTo>
                  <a:lnTo>
                    <a:pt x="481387" y="33932"/>
                  </a:lnTo>
                  <a:lnTo>
                    <a:pt x="363340" y="33932"/>
                  </a:lnTo>
                  <a:lnTo>
                    <a:pt x="291100" y="30080"/>
                  </a:lnTo>
                  <a:cubicBezTo>
                    <a:pt x="237989" y="26101"/>
                    <a:pt x="195792" y="20465"/>
                    <a:pt x="170533" y="13841"/>
                  </a:cubicBezTo>
                  <a:lnTo>
                    <a:pt x="145337" y="0"/>
                  </a:lnTo>
                  <a:lnTo>
                    <a:pt x="144381" y="0"/>
                  </a:lnTo>
                  <a:lnTo>
                    <a:pt x="144381" y="36909"/>
                  </a:lnTo>
                  <a:lnTo>
                    <a:pt x="144644" y="37199"/>
                  </a:lnTo>
                  <a:lnTo>
                    <a:pt x="99569" y="133945"/>
                  </a:lnTo>
                  <a:lnTo>
                    <a:pt x="99570" y="133945"/>
                  </a:lnTo>
                  <a:lnTo>
                    <a:pt x="0" y="347655"/>
                  </a:lnTo>
                  <a:lnTo>
                    <a:pt x="3069" y="348257"/>
                  </a:lnTo>
                  <a:cubicBezTo>
                    <a:pt x="52832" y="348257"/>
                    <a:pt x="95528" y="318845"/>
                    <a:pt x="113766" y="276929"/>
                  </a:cubicBezTo>
                  <a:cubicBezTo>
                    <a:pt x="113940" y="276090"/>
                    <a:pt x="114115" y="275252"/>
                    <a:pt x="114289" y="274413"/>
                  </a:cubicBezTo>
                  <a:lnTo>
                    <a:pt x="150669" y="268767"/>
                  </a:lnTo>
                  <a:cubicBezTo>
                    <a:pt x="163517" y="264405"/>
                    <a:pt x="176625" y="257680"/>
                    <a:pt x="189231" y="248852"/>
                  </a:cubicBezTo>
                  <a:lnTo>
                    <a:pt x="191617" y="246668"/>
                  </a:lnTo>
                  <a:lnTo>
                    <a:pt x="166859" y="253132"/>
                  </a:lnTo>
                  <a:cubicBezTo>
                    <a:pt x="158690" y="253500"/>
                    <a:pt x="151476" y="251821"/>
                    <a:pt x="145783" y="247845"/>
                  </a:cubicBezTo>
                  <a:cubicBezTo>
                    <a:pt x="134398" y="239892"/>
                    <a:pt x="131249" y="224255"/>
                    <a:pt x="135364" y="205403"/>
                  </a:cubicBezTo>
                  <a:lnTo>
                    <a:pt x="146668" y="184354"/>
                  </a:lnTo>
                  <a:lnTo>
                    <a:pt x="165269" y="167882"/>
                  </a:lnTo>
                  <a:cubicBezTo>
                    <a:pt x="191763" y="151088"/>
                    <a:pt x="222542" y="149420"/>
                    <a:pt x="242830" y="166256"/>
                  </a:cubicBezTo>
                  <a:cubicBezTo>
                    <a:pt x="249592" y="171869"/>
                    <a:pt x="254549" y="179005"/>
                    <a:pt x="257721" y="187106"/>
                  </a:cubicBezTo>
                  <a:lnTo>
                    <a:pt x="260717" y="206156"/>
                  </a:lnTo>
                  <a:lnTo>
                    <a:pt x="265121" y="194588"/>
                  </a:lnTo>
                  <a:cubicBezTo>
                    <a:pt x="282462" y="167215"/>
                    <a:pt x="315041" y="151399"/>
                    <a:pt x="349017" y="157039"/>
                  </a:cubicBezTo>
                  <a:cubicBezTo>
                    <a:pt x="394318" y="164561"/>
                    <a:pt x="424944" y="207381"/>
                    <a:pt x="417423" y="252682"/>
                  </a:cubicBezTo>
                  <a:cubicBezTo>
                    <a:pt x="411782" y="286658"/>
                    <a:pt x="386286" y="312378"/>
                    <a:pt x="354779" y="319943"/>
                  </a:cubicBezTo>
                  <a:lnTo>
                    <a:pt x="352546" y="320020"/>
                  </a:lnTo>
                  <a:lnTo>
                    <a:pt x="407532" y="386663"/>
                  </a:lnTo>
                  <a:cubicBezTo>
                    <a:pt x="432180" y="423148"/>
                    <a:pt x="451700" y="463382"/>
                    <a:pt x="465059" y="506330"/>
                  </a:cubicBezTo>
                  <a:lnTo>
                    <a:pt x="481387" y="61433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61" name="다이아몬드 260">
              <a:extLst>
                <a:ext uri="{FF2B5EF4-FFF2-40B4-BE49-F238E27FC236}">
                  <a16:creationId xmlns:a16="http://schemas.microsoft.com/office/drawing/2014/main" id="{85E84ED9-8C24-4979-8D91-43A11EF8313A}"/>
                </a:ext>
              </a:extLst>
            </p:cNvPr>
            <p:cNvSpPr/>
            <p:nvPr/>
          </p:nvSpPr>
          <p:spPr>
            <a:xfrm>
              <a:off x="3390137" y="2126703"/>
              <a:ext cx="77726" cy="10691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2" name="다이아몬드 261">
              <a:extLst>
                <a:ext uri="{FF2B5EF4-FFF2-40B4-BE49-F238E27FC236}">
                  <a16:creationId xmlns:a16="http://schemas.microsoft.com/office/drawing/2014/main" id="{7FC67C27-607B-4D06-AB02-A2A053E3FCAB}"/>
                </a:ext>
              </a:extLst>
            </p:cNvPr>
            <p:cNvSpPr/>
            <p:nvPr/>
          </p:nvSpPr>
          <p:spPr>
            <a:xfrm>
              <a:off x="3390137" y="2363272"/>
              <a:ext cx="77726" cy="106915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3" name="다이아몬드 262">
              <a:extLst>
                <a:ext uri="{FF2B5EF4-FFF2-40B4-BE49-F238E27FC236}">
                  <a16:creationId xmlns:a16="http://schemas.microsoft.com/office/drawing/2014/main" id="{4F39162B-4E5C-4019-9479-B5E84859E9E2}"/>
                </a:ext>
              </a:extLst>
            </p:cNvPr>
            <p:cNvSpPr/>
            <p:nvPr/>
          </p:nvSpPr>
          <p:spPr>
            <a:xfrm>
              <a:off x="3186724" y="2447655"/>
              <a:ext cx="64236" cy="88359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4" name="다이아몬드 263">
              <a:extLst>
                <a:ext uri="{FF2B5EF4-FFF2-40B4-BE49-F238E27FC236}">
                  <a16:creationId xmlns:a16="http://schemas.microsoft.com/office/drawing/2014/main" id="{4DD1DB5B-4116-4AC4-9FBD-EF0BD63B68B5}"/>
                </a:ext>
              </a:extLst>
            </p:cNvPr>
            <p:cNvSpPr/>
            <p:nvPr/>
          </p:nvSpPr>
          <p:spPr>
            <a:xfrm>
              <a:off x="3604516" y="2447655"/>
              <a:ext cx="64236" cy="88359"/>
            </a:xfrm>
            <a:prstGeom prst="diamond">
              <a:avLst/>
            </a:prstGeom>
            <a:solidFill>
              <a:srgbClr val="CA5A85"/>
            </a:solidFill>
            <a:ln w="28575">
              <a:solidFill>
                <a:srgbClr val="222A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FD138D9F-D557-4483-9D44-4F36A08FD3FA}"/>
              </a:ext>
            </a:extLst>
          </p:cNvPr>
          <p:cNvSpPr/>
          <p:nvPr/>
        </p:nvSpPr>
        <p:spPr>
          <a:xfrm rot="5400000">
            <a:off x="3206583" y="1140139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1870616-ED43-40CA-B3BA-D8107634EB25}"/>
              </a:ext>
            </a:extLst>
          </p:cNvPr>
          <p:cNvSpPr/>
          <p:nvPr/>
        </p:nvSpPr>
        <p:spPr>
          <a:xfrm>
            <a:off x="3406140" y="4564856"/>
            <a:ext cx="45719" cy="504032"/>
          </a:xfrm>
          <a:prstGeom prst="roundRect">
            <a:avLst>
              <a:gd name="adj" fmla="val 50000"/>
            </a:avLst>
          </a:prstGeom>
          <a:solidFill>
            <a:srgbClr val="E8E7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A7D68448-15A3-4273-BCAA-EDB2D4615CB7}"/>
              </a:ext>
            </a:extLst>
          </p:cNvPr>
          <p:cNvSpPr/>
          <p:nvPr/>
        </p:nvSpPr>
        <p:spPr>
          <a:xfrm rot="5400000">
            <a:off x="3206583" y="5269805"/>
            <a:ext cx="444833" cy="334210"/>
          </a:xfrm>
          <a:custGeom>
            <a:avLst/>
            <a:gdLst>
              <a:gd name="connsiteX0" fmla="*/ 0 w 444833"/>
              <a:gd name="connsiteY0" fmla="*/ 163962 h 334210"/>
              <a:gd name="connsiteX1" fmla="*/ 173703 w 444833"/>
              <a:gd name="connsiteY1" fmla="*/ 117004 h 334210"/>
              <a:gd name="connsiteX2" fmla="*/ 215803 w 444833"/>
              <a:gd name="connsiteY2" fmla="*/ 0 h 334210"/>
              <a:gd name="connsiteX3" fmla="*/ 256478 w 444833"/>
              <a:gd name="connsiteY3" fmla="*/ 113043 h 334210"/>
              <a:gd name="connsiteX4" fmla="*/ 444833 w 444833"/>
              <a:gd name="connsiteY4" fmla="*/ 163962 h 334210"/>
              <a:gd name="connsiteX5" fmla="*/ 258983 w 444833"/>
              <a:gd name="connsiteY5" fmla="*/ 214204 h 334210"/>
              <a:gd name="connsiteX6" fmla="*/ 215803 w 444833"/>
              <a:gd name="connsiteY6" fmla="*/ 334210 h 334210"/>
              <a:gd name="connsiteX7" fmla="*/ 171198 w 444833"/>
              <a:gd name="connsiteY7" fmla="*/ 210243 h 334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4833" h="334210">
                <a:moveTo>
                  <a:pt x="0" y="163962"/>
                </a:moveTo>
                <a:lnTo>
                  <a:pt x="173703" y="117004"/>
                </a:lnTo>
                <a:lnTo>
                  <a:pt x="215803" y="0"/>
                </a:lnTo>
                <a:lnTo>
                  <a:pt x="256478" y="113043"/>
                </a:lnTo>
                <a:lnTo>
                  <a:pt x="444833" y="163962"/>
                </a:lnTo>
                <a:lnTo>
                  <a:pt x="258983" y="214204"/>
                </a:lnTo>
                <a:lnTo>
                  <a:pt x="215803" y="334210"/>
                </a:lnTo>
                <a:lnTo>
                  <a:pt x="171198" y="210243"/>
                </a:lnTo>
                <a:close/>
              </a:path>
            </a:pathLst>
          </a:custGeom>
          <a:solidFill>
            <a:srgbClr val="E8E7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4731677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그래픽 38">
            <a:extLst>
              <a:ext uri="{FF2B5EF4-FFF2-40B4-BE49-F238E27FC236}">
                <a16:creationId xmlns:a16="http://schemas.microsoft.com/office/drawing/2014/main" id="{EF8C8406-A49B-4F7C-BD46-D5E693E80C4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9162" y="0"/>
            <a:ext cx="4599676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771312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E7A1E49D-7DFE-445F-AFCF-A3E1C16EF6F6}"/>
              </a:ext>
            </a:extLst>
          </p:cNvPr>
          <p:cNvSpPr/>
          <p:nvPr/>
        </p:nvSpPr>
        <p:spPr>
          <a:xfrm>
            <a:off x="1235895" y="153709"/>
            <a:ext cx="4139896" cy="6369748"/>
          </a:xfrm>
          <a:custGeom>
            <a:avLst/>
            <a:gdLst>
              <a:gd name="connsiteX0" fmla="*/ 2069948 w 4139896"/>
              <a:gd name="connsiteY0" fmla="*/ 0 h 6369748"/>
              <a:gd name="connsiteX1" fmla="*/ 1670037 w 4139896"/>
              <a:gd name="connsiteY1" fmla="*/ 385908 h 6369748"/>
              <a:gd name="connsiteX2" fmla="*/ 1443097 w 4139896"/>
              <a:gd name="connsiteY2" fmla="*/ 555670 h 6369748"/>
              <a:gd name="connsiteX3" fmla="*/ 834235 w 4139896"/>
              <a:gd name="connsiteY3" fmla="*/ 897629 h 6369748"/>
              <a:gd name="connsiteX4" fmla="*/ 574085 w 4139896"/>
              <a:gd name="connsiteY4" fmla="*/ 992556 h 6369748"/>
              <a:gd name="connsiteX5" fmla="*/ 19910 w 4139896"/>
              <a:gd name="connsiteY5" fmla="*/ 1039881 h 6369748"/>
              <a:gd name="connsiteX6" fmla="*/ 4522 w 4139896"/>
              <a:gd name="connsiteY6" fmla="*/ 2231922 h 6369748"/>
              <a:gd name="connsiteX7" fmla="*/ 163767 w 4139896"/>
              <a:gd name="connsiteY7" fmla="*/ 3421971 h 6369748"/>
              <a:gd name="connsiteX8" fmla="*/ 315651 w 4139896"/>
              <a:gd name="connsiteY8" fmla="*/ 4019762 h 6369748"/>
              <a:gd name="connsiteX9" fmla="*/ 870102 w 4139896"/>
              <a:gd name="connsiteY9" fmla="*/ 5121249 h 6369748"/>
              <a:gd name="connsiteX10" fmla="*/ 2069948 w 4139896"/>
              <a:gd name="connsiteY10" fmla="*/ 6369749 h 6369748"/>
              <a:gd name="connsiteX11" fmla="*/ 3269794 w 4139896"/>
              <a:gd name="connsiteY11" fmla="*/ 5121249 h 6369748"/>
              <a:gd name="connsiteX12" fmla="*/ 3824246 w 4139896"/>
              <a:gd name="connsiteY12" fmla="*/ 4019762 h 6369748"/>
              <a:gd name="connsiteX13" fmla="*/ 3976129 w 4139896"/>
              <a:gd name="connsiteY13" fmla="*/ 3421971 h 6369748"/>
              <a:gd name="connsiteX14" fmla="*/ 4135375 w 4139896"/>
              <a:gd name="connsiteY14" fmla="*/ 2231922 h 6369748"/>
              <a:gd name="connsiteX15" fmla="*/ 4119987 w 4139896"/>
              <a:gd name="connsiteY15" fmla="*/ 1039881 h 6369748"/>
              <a:gd name="connsiteX16" fmla="*/ 3565812 w 4139896"/>
              <a:gd name="connsiteY16" fmla="*/ 992556 h 6369748"/>
              <a:gd name="connsiteX17" fmla="*/ 3305661 w 4139896"/>
              <a:gd name="connsiteY17" fmla="*/ 897629 h 6369748"/>
              <a:gd name="connsiteX18" fmla="*/ 2696799 w 4139896"/>
              <a:gd name="connsiteY18" fmla="*/ 555670 h 6369748"/>
              <a:gd name="connsiteX19" fmla="*/ 2469860 w 4139896"/>
              <a:gd name="connsiteY19" fmla="*/ 385908 h 6369748"/>
              <a:gd name="connsiteX20" fmla="*/ 2069948 w 4139896"/>
              <a:gd name="connsiteY20" fmla="*/ 0 h 6369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139896" h="6369748">
                <a:moveTo>
                  <a:pt x="2069948" y="0"/>
                </a:moveTo>
                <a:cubicBezTo>
                  <a:pt x="1941921" y="124097"/>
                  <a:pt x="1808027" y="265132"/>
                  <a:pt x="1670037" y="385908"/>
                </a:cubicBezTo>
                <a:cubicBezTo>
                  <a:pt x="1598578" y="448455"/>
                  <a:pt x="1520146" y="500540"/>
                  <a:pt x="1443097" y="555670"/>
                </a:cubicBezTo>
                <a:cubicBezTo>
                  <a:pt x="1238575" y="702129"/>
                  <a:pt x="1068813" y="805358"/>
                  <a:pt x="834235" y="897629"/>
                </a:cubicBezTo>
                <a:cubicBezTo>
                  <a:pt x="748441" y="931393"/>
                  <a:pt x="663864" y="970305"/>
                  <a:pt x="574085" y="992556"/>
                </a:cubicBezTo>
                <a:cubicBezTo>
                  <a:pt x="388769" y="1038497"/>
                  <a:pt x="210982" y="1037113"/>
                  <a:pt x="19910" y="1039881"/>
                </a:cubicBezTo>
                <a:cubicBezTo>
                  <a:pt x="11773" y="1436306"/>
                  <a:pt x="-9150" y="1835276"/>
                  <a:pt x="4522" y="2231922"/>
                </a:cubicBezTo>
                <a:cubicBezTo>
                  <a:pt x="18360" y="2635265"/>
                  <a:pt x="80353" y="3027871"/>
                  <a:pt x="163767" y="3421971"/>
                </a:cubicBezTo>
                <a:cubicBezTo>
                  <a:pt x="206055" y="3622065"/>
                  <a:pt x="249949" y="3825812"/>
                  <a:pt x="315651" y="4019762"/>
                </a:cubicBezTo>
                <a:cubicBezTo>
                  <a:pt x="434157" y="4369581"/>
                  <a:pt x="659492" y="4818589"/>
                  <a:pt x="870102" y="5121249"/>
                </a:cubicBezTo>
                <a:cubicBezTo>
                  <a:pt x="1201656" y="5597766"/>
                  <a:pt x="1633671" y="5992531"/>
                  <a:pt x="2069948" y="6369749"/>
                </a:cubicBezTo>
                <a:cubicBezTo>
                  <a:pt x="2506226" y="5992531"/>
                  <a:pt x="2938241" y="5597766"/>
                  <a:pt x="3269794" y="5121249"/>
                </a:cubicBezTo>
                <a:cubicBezTo>
                  <a:pt x="3480405" y="4818589"/>
                  <a:pt x="3705739" y="4369581"/>
                  <a:pt x="3824246" y="4019762"/>
                </a:cubicBezTo>
                <a:cubicBezTo>
                  <a:pt x="3889948" y="3825812"/>
                  <a:pt x="3933841" y="3622065"/>
                  <a:pt x="3976129" y="3421971"/>
                </a:cubicBezTo>
                <a:cubicBezTo>
                  <a:pt x="4059543" y="3027871"/>
                  <a:pt x="4121537" y="2635265"/>
                  <a:pt x="4135375" y="2231922"/>
                </a:cubicBezTo>
                <a:cubicBezTo>
                  <a:pt x="4149046" y="1835276"/>
                  <a:pt x="4128124" y="1436306"/>
                  <a:pt x="4119987" y="1039881"/>
                </a:cubicBezTo>
                <a:cubicBezTo>
                  <a:pt x="3928915" y="1037113"/>
                  <a:pt x="3751127" y="1038497"/>
                  <a:pt x="3565812" y="992556"/>
                </a:cubicBezTo>
                <a:cubicBezTo>
                  <a:pt x="3476032" y="970305"/>
                  <a:pt x="3391456" y="931393"/>
                  <a:pt x="3305661" y="897629"/>
                </a:cubicBezTo>
                <a:cubicBezTo>
                  <a:pt x="3071084" y="805358"/>
                  <a:pt x="2901322" y="702129"/>
                  <a:pt x="2696799" y="555670"/>
                </a:cubicBezTo>
                <a:cubicBezTo>
                  <a:pt x="2619751" y="500540"/>
                  <a:pt x="2541318" y="448455"/>
                  <a:pt x="2469860" y="385908"/>
                </a:cubicBezTo>
                <a:cubicBezTo>
                  <a:pt x="2331870" y="265132"/>
                  <a:pt x="2197975" y="124097"/>
                  <a:pt x="2069948" y="0"/>
                </a:cubicBezTo>
                <a:close/>
              </a:path>
            </a:pathLst>
          </a:custGeom>
          <a:noFill/>
          <a:ln w="198890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0AA93273-EF86-43F8-A298-B236C92FD5FD}"/>
              </a:ext>
            </a:extLst>
          </p:cNvPr>
          <p:cNvSpPr/>
          <p:nvPr/>
        </p:nvSpPr>
        <p:spPr>
          <a:xfrm>
            <a:off x="1538200" y="535632"/>
            <a:ext cx="3535285" cy="5660091"/>
          </a:xfrm>
          <a:custGeom>
            <a:avLst/>
            <a:gdLst>
              <a:gd name="connsiteX0" fmla="*/ 1767643 w 3535285"/>
              <a:gd name="connsiteY0" fmla="*/ 0 h 5660091"/>
              <a:gd name="connsiteX1" fmla="*/ 1445223 w 3535285"/>
              <a:gd name="connsiteY1" fmla="*/ 287383 h 5660091"/>
              <a:gd name="connsiteX2" fmla="*/ 1157397 w 3535285"/>
              <a:gd name="connsiteY2" fmla="*/ 483326 h 5660091"/>
              <a:gd name="connsiteX3" fmla="*/ 947063 w 3535285"/>
              <a:gd name="connsiteY3" fmla="*/ 632663 h 5660091"/>
              <a:gd name="connsiteX4" fmla="*/ 18216 w 3535285"/>
              <a:gd name="connsiteY4" fmla="*/ 933718 h 5660091"/>
              <a:gd name="connsiteX5" fmla="*/ 16777 w 3535285"/>
              <a:gd name="connsiteY5" fmla="*/ 1540033 h 5660091"/>
              <a:gd name="connsiteX6" fmla="*/ 27626 w 3535285"/>
              <a:gd name="connsiteY6" fmla="*/ 2641520 h 5660091"/>
              <a:gd name="connsiteX7" fmla="*/ 139214 w 3535285"/>
              <a:gd name="connsiteY7" fmla="*/ 3117540 h 5660091"/>
              <a:gd name="connsiteX8" fmla="*/ 302389 w 3535285"/>
              <a:gd name="connsiteY8" fmla="*/ 3726402 h 5660091"/>
              <a:gd name="connsiteX9" fmla="*/ 386246 w 3535285"/>
              <a:gd name="connsiteY9" fmla="*/ 3886920 h 5660091"/>
              <a:gd name="connsiteX10" fmla="*/ 544550 w 3535285"/>
              <a:gd name="connsiteY10" fmla="*/ 4202421 h 5660091"/>
              <a:gd name="connsiteX11" fmla="*/ 680437 w 3535285"/>
              <a:gd name="connsiteY11" fmla="*/ 4396371 h 5660091"/>
              <a:gd name="connsiteX12" fmla="*/ 928188 w 3535285"/>
              <a:gd name="connsiteY12" fmla="*/ 4744862 h 5660091"/>
              <a:gd name="connsiteX13" fmla="*/ 1148873 w 3535285"/>
              <a:gd name="connsiteY13" fmla="*/ 5043758 h 5660091"/>
              <a:gd name="connsiteX14" fmla="*/ 1478157 w 3535285"/>
              <a:gd name="connsiteY14" fmla="*/ 5386934 h 5660091"/>
              <a:gd name="connsiteX15" fmla="*/ 1595058 w 3535285"/>
              <a:gd name="connsiteY15" fmla="*/ 5512692 h 5660091"/>
              <a:gd name="connsiteX16" fmla="*/ 1767643 w 3535285"/>
              <a:gd name="connsiteY16" fmla="*/ 5660092 h 5660091"/>
              <a:gd name="connsiteX17" fmla="*/ 1940228 w 3535285"/>
              <a:gd name="connsiteY17" fmla="*/ 5512692 h 5660091"/>
              <a:gd name="connsiteX18" fmla="*/ 2057129 w 3535285"/>
              <a:gd name="connsiteY18" fmla="*/ 5386934 h 5660091"/>
              <a:gd name="connsiteX19" fmla="*/ 2386413 w 3535285"/>
              <a:gd name="connsiteY19" fmla="*/ 5043758 h 5660091"/>
              <a:gd name="connsiteX20" fmla="*/ 2607098 w 3535285"/>
              <a:gd name="connsiteY20" fmla="*/ 4744862 h 5660091"/>
              <a:gd name="connsiteX21" fmla="*/ 2854849 w 3535285"/>
              <a:gd name="connsiteY21" fmla="*/ 4396371 h 5660091"/>
              <a:gd name="connsiteX22" fmla="*/ 2990736 w 3535285"/>
              <a:gd name="connsiteY22" fmla="*/ 4202421 h 5660091"/>
              <a:gd name="connsiteX23" fmla="*/ 3149040 w 3535285"/>
              <a:gd name="connsiteY23" fmla="*/ 3886920 h 5660091"/>
              <a:gd name="connsiteX24" fmla="*/ 3232897 w 3535285"/>
              <a:gd name="connsiteY24" fmla="*/ 3726402 h 5660091"/>
              <a:gd name="connsiteX25" fmla="*/ 3396072 w 3535285"/>
              <a:gd name="connsiteY25" fmla="*/ 3117540 h 5660091"/>
              <a:gd name="connsiteX26" fmla="*/ 3507660 w 3535285"/>
              <a:gd name="connsiteY26" fmla="*/ 2641520 h 5660091"/>
              <a:gd name="connsiteX27" fmla="*/ 3518509 w 3535285"/>
              <a:gd name="connsiteY27" fmla="*/ 1540033 h 5660091"/>
              <a:gd name="connsiteX28" fmla="*/ 3517070 w 3535285"/>
              <a:gd name="connsiteY28" fmla="*/ 933718 h 5660091"/>
              <a:gd name="connsiteX29" fmla="*/ 2588223 w 3535285"/>
              <a:gd name="connsiteY29" fmla="*/ 632663 h 5660091"/>
              <a:gd name="connsiteX30" fmla="*/ 2377889 w 3535285"/>
              <a:gd name="connsiteY30" fmla="*/ 483326 h 5660091"/>
              <a:gd name="connsiteX31" fmla="*/ 2090063 w 3535285"/>
              <a:gd name="connsiteY31" fmla="*/ 287383 h 5660091"/>
              <a:gd name="connsiteX32" fmla="*/ 1767643 w 3535285"/>
              <a:gd name="connsiteY32" fmla="*/ 0 h 5660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535285" h="5660091">
                <a:moveTo>
                  <a:pt x="1767643" y="0"/>
                </a:moveTo>
                <a:cubicBezTo>
                  <a:pt x="1660428" y="95259"/>
                  <a:pt x="1558305" y="198821"/>
                  <a:pt x="1445223" y="287383"/>
                </a:cubicBezTo>
                <a:cubicBezTo>
                  <a:pt x="1354004" y="358786"/>
                  <a:pt x="1252656" y="417513"/>
                  <a:pt x="1157397" y="483326"/>
                </a:cubicBezTo>
                <a:cubicBezTo>
                  <a:pt x="1086769" y="532090"/>
                  <a:pt x="1020569" y="588105"/>
                  <a:pt x="947063" y="632663"/>
                </a:cubicBezTo>
                <a:cubicBezTo>
                  <a:pt x="666156" y="802923"/>
                  <a:pt x="342906" y="901171"/>
                  <a:pt x="18216" y="933718"/>
                </a:cubicBezTo>
                <a:cubicBezTo>
                  <a:pt x="17275" y="1135472"/>
                  <a:pt x="22035" y="1338279"/>
                  <a:pt x="16777" y="1540033"/>
                </a:cubicBezTo>
                <a:cubicBezTo>
                  <a:pt x="7257" y="1906070"/>
                  <a:pt x="-20862" y="2276369"/>
                  <a:pt x="27626" y="2641520"/>
                </a:cubicBezTo>
                <a:cubicBezTo>
                  <a:pt x="49434" y="2805470"/>
                  <a:pt x="101132" y="2957686"/>
                  <a:pt x="139214" y="3117540"/>
                </a:cubicBezTo>
                <a:cubicBezTo>
                  <a:pt x="187757" y="3321398"/>
                  <a:pt x="219418" y="3531898"/>
                  <a:pt x="302389" y="3726402"/>
                </a:cubicBezTo>
                <a:cubicBezTo>
                  <a:pt x="326245" y="3782306"/>
                  <a:pt x="359290" y="3832676"/>
                  <a:pt x="386246" y="3886920"/>
                </a:cubicBezTo>
                <a:cubicBezTo>
                  <a:pt x="438774" y="3992474"/>
                  <a:pt x="484106" y="4100686"/>
                  <a:pt x="544550" y="4202421"/>
                </a:cubicBezTo>
                <a:cubicBezTo>
                  <a:pt x="585676" y="4271665"/>
                  <a:pt x="634772" y="4330891"/>
                  <a:pt x="680437" y="4396371"/>
                </a:cubicBezTo>
                <a:cubicBezTo>
                  <a:pt x="762024" y="4513383"/>
                  <a:pt x="843667" y="4629897"/>
                  <a:pt x="928188" y="4744862"/>
                </a:cubicBezTo>
                <a:cubicBezTo>
                  <a:pt x="1001473" y="4844549"/>
                  <a:pt x="1066732" y="4950712"/>
                  <a:pt x="1148873" y="5043758"/>
                </a:cubicBezTo>
                <a:cubicBezTo>
                  <a:pt x="1253819" y="5162707"/>
                  <a:pt x="1367233" y="5273742"/>
                  <a:pt x="1478157" y="5386934"/>
                </a:cubicBezTo>
                <a:cubicBezTo>
                  <a:pt x="1518231" y="5427783"/>
                  <a:pt x="1553434" y="5473393"/>
                  <a:pt x="1595058" y="5512692"/>
                </a:cubicBezTo>
                <a:cubicBezTo>
                  <a:pt x="1650465" y="5564944"/>
                  <a:pt x="1712403" y="5607398"/>
                  <a:pt x="1767643" y="5660092"/>
                </a:cubicBezTo>
                <a:cubicBezTo>
                  <a:pt x="1822884" y="5607398"/>
                  <a:pt x="1884821" y="5564944"/>
                  <a:pt x="1940228" y="5512692"/>
                </a:cubicBezTo>
                <a:cubicBezTo>
                  <a:pt x="1981852" y="5473393"/>
                  <a:pt x="2017055" y="5427783"/>
                  <a:pt x="2057129" y="5386934"/>
                </a:cubicBezTo>
                <a:cubicBezTo>
                  <a:pt x="2168053" y="5273742"/>
                  <a:pt x="2281467" y="5162707"/>
                  <a:pt x="2386413" y="5043758"/>
                </a:cubicBezTo>
                <a:cubicBezTo>
                  <a:pt x="2468554" y="4950712"/>
                  <a:pt x="2533813" y="4844549"/>
                  <a:pt x="2607098" y="4744862"/>
                </a:cubicBezTo>
                <a:cubicBezTo>
                  <a:pt x="2691619" y="4629897"/>
                  <a:pt x="2773262" y="4513383"/>
                  <a:pt x="2854849" y="4396371"/>
                </a:cubicBezTo>
                <a:cubicBezTo>
                  <a:pt x="2900514" y="4330891"/>
                  <a:pt x="2949610" y="4271665"/>
                  <a:pt x="2990736" y="4202421"/>
                </a:cubicBezTo>
                <a:cubicBezTo>
                  <a:pt x="3051180" y="4100686"/>
                  <a:pt x="3096512" y="3992474"/>
                  <a:pt x="3149040" y="3886920"/>
                </a:cubicBezTo>
                <a:cubicBezTo>
                  <a:pt x="3175996" y="3832676"/>
                  <a:pt x="3209041" y="3782306"/>
                  <a:pt x="3232897" y="3726402"/>
                </a:cubicBezTo>
                <a:cubicBezTo>
                  <a:pt x="3315869" y="3531898"/>
                  <a:pt x="3347529" y="3321398"/>
                  <a:pt x="3396072" y="3117540"/>
                </a:cubicBezTo>
                <a:cubicBezTo>
                  <a:pt x="3434154" y="2957686"/>
                  <a:pt x="3485852" y="2805470"/>
                  <a:pt x="3507660" y="2641520"/>
                </a:cubicBezTo>
                <a:cubicBezTo>
                  <a:pt x="3556148" y="2276369"/>
                  <a:pt x="3528029" y="1906070"/>
                  <a:pt x="3518509" y="1540033"/>
                </a:cubicBezTo>
                <a:cubicBezTo>
                  <a:pt x="3513251" y="1338279"/>
                  <a:pt x="3518011" y="1135472"/>
                  <a:pt x="3517070" y="933718"/>
                </a:cubicBezTo>
                <a:cubicBezTo>
                  <a:pt x="3192380" y="901171"/>
                  <a:pt x="2869130" y="802923"/>
                  <a:pt x="2588223" y="632663"/>
                </a:cubicBezTo>
                <a:cubicBezTo>
                  <a:pt x="2514717" y="588105"/>
                  <a:pt x="2448517" y="532090"/>
                  <a:pt x="2377889" y="483326"/>
                </a:cubicBezTo>
                <a:cubicBezTo>
                  <a:pt x="2282630" y="417513"/>
                  <a:pt x="2181282" y="358786"/>
                  <a:pt x="2090063" y="287383"/>
                </a:cubicBezTo>
                <a:cubicBezTo>
                  <a:pt x="1976981" y="198821"/>
                  <a:pt x="1874858" y="95259"/>
                  <a:pt x="1767643" y="0"/>
                </a:cubicBezTo>
                <a:close/>
              </a:path>
            </a:pathLst>
          </a:custGeom>
          <a:noFill/>
          <a:ln w="71821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B6D3BD8D-C0C8-4DA7-B152-13865639DE41}"/>
              </a:ext>
            </a:extLst>
          </p:cNvPr>
          <p:cNvSpPr/>
          <p:nvPr/>
        </p:nvSpPr>
        <p:spPr>
          <a:xfrm>
            <a:off x="3305843" y="1577506"/>
            <a:ext cx="5535" cy="116237"/>
          </a:xfrm>
          <a:custGeom>
            <a:avLst/>
            <a:gdLst>
              <a:gd name="connsiteX0" fmla="*/ 0 w 5535"/>
              <a:gd name="connsiteY0" fmla="*/ 0 h 116237"/>
              <a:gd name="connsiteX1" fmla="*/ 0 w 5535"/>
              <a:gd name="connsiteY1" fmla="*/ 116237 h 116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35" h="116237">
                <a:moveTo>
                  <a:pt x="0" y="0"/>
                </a:moveTo>
                <a:lnTo>
                  <a:pt x="0" y="116237"/>
                </a:lnTo>
              </a:path>
            </a:pathLst>
          </a:custGeom>
          <a:noFill/>
          <a:ln w="66297" cap="rnd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FB849152-F9B0-4541-BD17-5196DAA24698}"/>
              </a:ext>
            </a:extLst>
          </p:cNvPr>
          <p:cNvSpPr/>
          <p:nvPr/>
        </p:nvSpPr>
        <p:spPr>
          <a:xfrm>
            <a:off x="3305843" y="4594140"/>
            <a:ext cx="5535" cy="492624"/>
          </a:xfrm>
          <a:custGeom>
            <a:avLst/>
            <a:gdLst>
              <a:gd name="connsiteX0" fmla="*/ 0 w 5535"/>
              <a:gd name="connsiteY0" fmla="*/ 0 h 492624"/>
              <a:gd name="connsiteX1" fmla="*/ 0 w 5535"/>
              <a:gd name="connsiteY1" fmla="*/ 492625 h 49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35" h="492624">
                <a:moveTo>
                  <a:pt x="0" y="0"/>
                </a:moveTo>
                <a:lnTo>
                  <a:pt x="0" y="492625"/>
                </a:lnTo>
              </a:path>
            </a:pathLst>
          </a:custGeom>
          <a:noFill/>
          <a:ln w="66297" cap="rnd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48B486AF-9E4B-4F29-A283-A4510FAA5B03}"/>
              </a:ext>
            </a:extLst>
          </p:cNvPr>
          <p:cNvSpPr/>
          <p:nvPr/>
        </p:nvSpPr>
        <p:spPr>
          <a:xfrm>
            <a:off x="3132967" y="1018828"/>
            <a:ext cx="345753" cy="394411"/>
          </a:xfrm>
          <a:custGeom>
            <a:avLst/>
            <a:gdLst>
              <a:gd name="connsiteX0" fmla="*/ 165515 w 345753"/>
              <a:gd name="connsiteY0" fmla="*/ 393399 h 394411"/>
              <a:gd name="connsiteX1" fmla="*/ 141769 w 345753"/>
              <a:gd name="connsiteY1" fmla="*/ 347900 h 394411"/>
              <a:gd name="connsiteX2" fmla="*/ 46455 w 345753"/>
              <a:gd name="connsiteY2" fmla="*/ 239855 h 394411"/>
              <a:gd name="connsiteX3" fmla="*/ 458 w 345753"/>
              <a:gd name="connsiteY3" fmla="*/ 202604 h 394411"/>
              <a:gd name="connsiteX4" fmla="*/ 56639 w 345753"/>
              <a:gd name="connsiteY4" fmla="*/ 171828 h 394411"/>
              <a:gd name="connsiteX5" fmla="*/ 144537 w 345753"/>
              <a:gd name="connsiteY5" fmla="*/ 52215 h 394411"/>
              <a:gd name="connsiteX6" fmla="*/ 167452 w 345753"/>
              <a:gd name="connsiteY6" fmla="*/ 1015 h 394411"/>
              <a:gd name="connsiteX7" fmla="*/ 201216 w 345753"/>
              <a:gd name="connsiteY7" fmla="*/ 52215 h 394411"/>
              <a:gd name="connsiteX8" fmla="*/ 289114 w 345753"/>
              <a:gd name="connsiteY8" fmla="*/ 171828 h 394411"/>
              <a:gd name="connsiteX9" fmla="*/ 345295 w 345753"/>
              <a:gd name="connsiteY9" fmla="*/ 202604 h 394411"/>
              <a:gd name="connsiteX10" fmla="*/ 299298 w 345753"/>
              <a:gd name="connsiteY10" fmla="*/ 239855 h 394411"/>
              <a:gd name="connsiteX11" fmla="*/ 204039 w 345753"/>
              <a:gd name="connsiteY11" fmla="*/ 347291 h 394411"/>
              <a:gd name="connsiteX12" fmla="*/ 199666 w 345753"/>
              <a:gd name="connsiteY12" fmla="*/ 373805 h 394411"/>
              <a:gd name="connsiteX13" fmla="*/ 165515 w 345753"/>
              <a:gd name="connsiteY13" fmla="*/ 393399 h 394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45753" h="394411">
                <a:moveTo>
                  <a:pt x="165515" y="393399"/>
                </a:moveTo>
                <a:cubicBezTo>
                  <a:pt x="150792" y="389469"/>
                  <a:pt x="145201" y="378786"/>
                  <a:pt x="141769" y="347900"/>
                </a:cubicBezTo>
                <a:cubicBezTo>
                  <a:pt x="134629" y="282586"/>
                  <a:pt x="114813" y="260113"/>
                  <a:pt x="46455" y="239855"/>
                </a:cubicBezTo>
                <a:cubicBezTo>
                  <a:pt x="9701" y="229006"/>
                  <a:pt x="-2642" y="218988"/>
                  <a:pt x="458" y="202604"/>
                </a:cubicBezTo>
                <a:cubicBezTo>
                  <a:pt x="3447" y="186884"/>
                  <a:pt x="15846" y="180076"/>
                  <a:pt x="56639" y="171828"/>
                </a:cubicBezTo>
                <a:cubicBezTo>
                  <a:pt x="115920" y="159817"/>
                  <a:pt x="136677" y="131643"/>
                  <a:pt x="144537" y="52215"/>
                </a:cubicBezTo>
                <a:cubicBezTo>
                  <a:pt x="148024" y="17620"/>
                  <a:pt x="153780" y="4668"/>
                  <a:pt x="167452" y="1015"/>
                </a:cubicBezTo>
                <a:cubicBezTo>
                  <a:pt x="186991" y="-4299"/>
                  <a:pt x="197120" y="11033"/>
                  <a:pt x="201216" y="52215"/>
                </a:cubicBezTo>
                <a:cubicBezTo>
                  <a:pt x="209076" y="131643"/>
                  <a:pt x="229833" y="159817"/>
                  <a:pt x="289114" y="171828"/>
                </a:cubicBezTo>
                <a:cubicBezTo>
                  <a:pt x="329908" y="180076"/>
                  <a:pt x="342306" y="186884"/>
                  <a:pt x="345295" y="202604"/>
                </a:cubicBezTo>
                <a:cubicBezTo>
                  <a:pt x="348395" y="218988"/>
                  <a:pt x="336052" y="229006"/>
                  <a:pt x="299298" y="239855"/>
                </a:cubicBezTo>
                <a:cubicBezTo>
                  <a:pt x="231106" y="260058"/>
                  <a:pt x="211124" y="282641"/>
                  <a:pt x="204039" y="347291"/>
                </a:cubicBezTo>
                <a:cubicBezTo>
                  <a:pt x="202877" y="358140"/>
                  <a:pt x="200884" y="370041"/>
                  <a:pt x="199666" y="373805"/>
                </a:cubicBezTo>
                <a:cubicBezTo>
                  <a:pt x="194519" y="389358"/>
                  <a:pt x="180626" y="397384"/>
                  <a:pt x="165515" y="393399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77EB748F-FF14-4418-8F12-97F78CD1CD35}"/>
              </a:ext>
            </a:extLst>
          </p:cNvPr>
          <p:cNvSpPr/>
          <p:nvPr/>
        </p:nvSpPr>
        <p:spPr>
          <a:xfrm>
            <a:off x="3145929" y="5248667"/>
            <a:ext cx="319827" cy="398987"/>
          </a:xfrm>
          <a:custGeom>
            <a:avLst/>
            <a:gdLst>
              <a:gd name="connsiteX0" fmla="*/ 147903 w 319827"/>
              <a:gd name="connsiteY0" fmla="*/ 395649 h 398987"/>
              <a:gd name="connsiteX1" fmla="*/ 128032 w 319827"/>
              <a:gd name="connsiteY1" fmla="*/ 354468 h 398987"/>
              <a:gd name="connsiteX2" fmla="*/ 119840 w 319827"/>
              <a:gd name="connsiteY2" fmla="*/ 295353 h 398987"/>
              <a:gd name="connsiteX3" fmla="*/ 95485 w 319827"/>
              <a:gd name="connsiteY3" fmla="*/ 249467 h 398987"/>
              <a:gd name="connsiteX4" fmla="*/ 38418 w 319827"/>
              <a:gd name="connsiteY4" fmla="*/ 224836 h 398987"/>
              <a:gd name="connsiteX5" fmla="*/ 49765 w 319827"/>
              <a:gd name="connsiteY5" fmla="*/ 164669 h 398987"/>
              <a:gd name="connsiteX6" fmla="*/ 129471 w 319827"/>
              <a:gd name="connsiteY6" fmla="*/ 60886 h 398987"/>
              <a:gd name="connsiteX7" fmla="*/ 159914 w 319827"/>
              <a:gd name="connsiteY7" fmla="*/ 0 h 398987"/>
              <a:gd name="connsiteX8" fmla="*/ 190357 w 319827"/>
              <a:gd name="connsiteY8" fmla="*/ 60886 h 398987"/>
              <a:gd name="connsiteX9" fmla="*/ 270063 w 319827"/>
              <a:gd name="connsiteY9" fmla="*/ 164669 h 398987"/>
              <a:gd name="connsiteX10" fmla="*/ 281410 w 319827"/>
              <a:gd name="connsiteY10" fmla="*/ 224836 h 398987"/>
              <a:gd name="connsiteX11" fmla="*/ 224343 w 319827"/>
              <a:gd name="connsiteY11" fmla="*/ 249467 h 398987"/>
              <a:gd name="connsiteX12" fmla="*/ 199988 w 319827"/>
              <a:gd name="connsiteY12" fmla="*/ 295353 h 398987"/>
              <a:gd name="connsiteX13" fmla="*/ 191796 w 319827"/>
              <a:gd name="connsiteY13" fmla="*/ 354468 h 398987"/>
              <a:gd name="connsiteX14" fmla="*/ 147903 w 319827"/>
              <a:gd name="connsiteY14" fmla="*/ 395649 h 398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19827" h="398987">
                <a:moveTo>
                  <a:pt x="147903" y="395649"/>
                </a:moveTo>
                <a:cubicBezTo>
                  <a:pt x="136224" y="389893"/>
                  <a:pt x="130135" y="377273"/>
                  <a:pt x="128032" y="354468"/>
                </a:cubicBezTo>
                <a:cubicBezTo>
                  <a:pt x="124821" y="319320"/>
                  <a:pt x="123548" y="310187"/>
                  <a:pt x="119840" y="295353"/>
                </a:cubicBezTo>
                <a:cubicBezTo>
                  <a:pt x="114526" y="274486"/>
                  <a:pt x="107995" y="262087"/>
                  <a:pt x="95485" y="249467"/>
                </a:cubicBezTo>
                <a:cubicBezTo>
                  <a:pt x="80541" y="234412"/>
                  <a:pt x="70467" y="230039"/>
                  <a:pt x="38418" y="224836"/>
                </a:cubicBezTo>
                <a:cubicBezTo>
                  <a:pt x="-18538" y="215648"/>
                  <a:pt x="-10014" y="170592"/>
                  <a:pt x="49765" y="164669"/>
                </a:cubicBezTo>
                <a:cubicBezTo>
                  <a:pt x="109212" y="158858"/>
                  <a:pt x="127091" y="135499"/>
                  <a:pt x="129471" y="60886"/>
                </a:cubicBezTo>
                <a:cubicBezTo>
                  <a:pt x="131021" y="10683"/>
                  <a:pt x="136390" y="0"/>
                  <a:pt x="159914" y="0"/>
                </a:cubicBezTo>
                <a:cubicBezTo>
                  <a:pt x="183438" y="0"/>
                  <a:pt x="188807" y="10683"/>
                  <a:pt x="190357" y="60886"/>
                </a:cubicBezTo>
                <a:cubicBezTo>
                  <a:pt x="192737" y="135499"/>
                  <a:pt x="210616" y="158858"/>
                  <a:pt x="270063" y="164669"/>
                </a:cubicBezTo>
                <a:cubicBezTo>
                  <a:pt x="329842" y="170592"/>
                  <a:pt x="338366" y="215648"/>
                  <a:pt x="281410" y="224836"/>
                </a:cubicBezTo>
                <a:cubicBezTo>
                  <a:pt x="249361" y="230039"/>
                  <a:pt x="239287" y="234412"/>
                  <a:pt x="224343" y="249467"/>
                </a:cubicBezTo>
                <a:cubicBezTo>
                  <a:pt x="211833" y="262087"/>
                  <a:pt x="205302" y="274486"/>
                  <a:pt x="199988" y="295353"/>
                </a:cubicBezTo>
                <a:cubicBezTo>
                  <a:pt x="196280" y="310187"/>
                  <a:pt x="195007" y="319320"/>
                  <a:pt x="191796" y="354468"/>
                </a:cubicBezTo>
                <a:cubicBezTo>
                  <a:pt x="188586" y="389561"/>
                  <a:pt x="170265" y="406720"/>
                  <a:pt x="147903" y="395649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4EDBFC7F-498B-44F4-9F45-69CEF3FDE518}"/>
              </a:ext>
            </a:extLst>
          </p:cNvPr>
          <p:cNvSpPr/>
          <p:nvPr/>
        </p:nvSpPr>
        <p:spPr>
          <a:xfrm>
            <a:off x="2808035" y="1883320"/>
            <a:ext cx="995616" cy="678151"/>
          </a:xfrm>
          <a:custGeom>
            <a:avLst/>
            <a:gdLst>
              <a:gd name="connsiteX0" fmla="*/ 184743 w 995616"/>
              <a:gd name="connsiteY0" fmla="*/ 676169 h 678151"/>
              <a:gd name="connsiteX1" fmla="*/ 158063 w 995616"/>
              <a:gd name="connsiteY1" fmla="*/ 618936 h 678151"/>
              <a:gd name="connsiteX2" fmla="*/ 113118 w 995616"/>
              <a:gd name="connsiteY2" fmla="*/ 482938 h 678151"/>
              <a:gd name="connsiteX3" fmla="*/ 68395 w 995616"/>
              <a:gd name="connsiteY3" fmla="*/ 395760 h 678151"/>
              <a:gd name="connsiteX4" fmla="*/ 22176 w 995616"/>
              <a:gd name="connsiteY4" fmla="*/ 306202 h 678151"/>
              <a:gd name="connsiteX5" fmla="*/ 1863 w 995616"/>
              <a:gd name="connsiteY5" fmla="*/ 246368 h 678151"/>
              <a:gd name="connsiteX6" fmla="*/ 94631 w 995616"/>
              <a:gd name="connsiteY6" fmla="*/ 274320 h 678151"/>
              <a:gd name="connsiteX7" fmla="*/ 121808 w 995616"/>
              <a:gd name="connsiteY7" fmla="*/ 297235 h 678151"/>
              <a:gd name="connsiteX8" fmla="*/ 140406 w 995616"/>
              <a:gd name="connsiteY8" fmla="*/ 347217 h 678151"/>
              <a:gd name="connsiteX9" fmla="*/ 157399 w 995616"/>
              <a:gd name="connsiteY9" fmla="*/ 416683 h 678151"/>
              <a:gd name="connsiteX10" fmla="*/ 247179 w 995616"/>
              <a:gd name="connsiteY10" fmla="*/ 393712 h 678151"/>
              <a:gd name="connsiteX11" fmla="*/ 259079 w 995616"/>
              <a:gd name="connsiteY11" fmla="*/ 349321 h 678151"/>
              <a:gd name="connsiteX12" fmla="*/ 304799 w 995616"/>
              <a:gd name="connsiteY12" fmla="*/ 384690 h 678151"/>
              <a:gd name="connsiteX13" fmla="*/ 400557 w 995616"/>
              <a:gd name="connsiteY13" fmla="*/ 418731 h 678151"/>
              <a:gd name="connsiteX14" fmla="*/ 377918 w 995616"/>
              <a:gd name="connsiteY14" fmla="*/ 311128 h 678151"/>
              <a:gd name="connsiteX15" fmla="*/ 373767 w 995616"/>
              <a:gd name="connsiteY15" fmla="*/ 229984 h 678151"/>
              <a:gd name="connsiteX16" fmla="*/ 459671 w 995616"/>
              <a:gd name="connsiteY16" fmla="*/ 59502 h 678151"/>
              <a:gd name="connsiteX17" fmla="*/ 497808 w 995616"/>
              <a:gd name="connsiteY17" fmla="*/ 0 h 678151"/>
              <a:gd name="connsiteX18" fmla="*/ 535945 w 995616"/>
              <a:gd name="connsiteY18" fmla="*/ 59502 h 678151"/>
              <a:gd name="connsiteX19" fmla="*/ 621850 w 995616"/>
              <a:gd name="connsiteY19" fmla="*/ 229984 h 678151"/>
              <a:gd name="connsiteX20" fmla="*/ 617699 w 995616"/>
              <a:gd name="connsiteY20" fmla="*/ 311128 h 678151"/>
              <a:gd name="connsiteX21" fmla="*/ 595060 w 995616"/>
              <a:gd name="connsiteY21" fmla="*/ 418731 h 678151"/>
              <a:gd name="connsiteX22" fmla="*/ 690818 w 995616"/>
              <a:gd name="connsiteY22" fmla="*/ 384690 h 678151"/>
              <a:gd name="connsiteX23" fmla="*/ 736538 w 995616"/>
              <a:gd name="connsiteY23" fmla="*/ 349321 h 678151"/>
              <a:gd name="connsiteX24" fmla="*/ 748438 w 995616"/>
              <a:gd name="connsiteY24" fmla="*/ 393712 h 678151"/>
              <a:gd name="connsiteX25" fmla="*/ 838218 w 995616"/>
              <a:gd name="connsiteY25" fmla="*/ 416683 h 678151"/>
              <a:gd name="connsiteX26" fmla="*/ 855211 w 995616"/>
              <a:gd name="connsiteY26" fmla="*/ 347217 h 678151"/>
              <a:gd name="connsiteX27" fmla="*/ 873808 w 995616"/>
              <a:gd name="connsiteY27" fmla="*/ 297235 h 678151"/>
              <a:gd name="connsiteX28" fmla="*/ 900986 w 995616"/>
              <a:gd name="connsiteY28" fmla="*/ 274320 h 678151"/>
              <a:gd name="connsiteX29" fmla="*/ 993754 w 995616"/>
              <a:gd name="connsiteY29" fmla="*/ 246368 h 678151"/>
              <a:gd name="connsiteX30" fmla="*/ 973440 w 995616"/>
              <a:gd name="connsiteY30" fmla="*/ 306202 h 678151"/>
              <a:gd name="connsiteX31" fmla="*/ 927222 w 995616"/>
              <a:gd name="connsiteY31" fmla="*/ 395760 h 678151"/>
              <a:gd name="connsiteX32" fmla="*/ 882499 w 995616"/>
              <a:gd name="connsiteY32" fmla="*/ 482938 h 678151"/>
              <a:gd name="connsiteX33" fmla="*/ 837553 w 995616"/>
              <a:gd name="connsiteY33" fmla="*/ 618770 h 678151"/>
              <a:gd name="connsiteX34" fmla="*/ 757239 w 995616"/>
              <a:gd name="connsiteY34" fmla="*/ 671464 h 678151"/>
              <a:gd name="connsiteX35" fmla="*/ 610559 w 995616"/>
              <a:gd name="connsiteY35" fmla="*/ 652368 h 678151"/>
              <a:gd name="connsiteX36" fmla="*/ 543141 w 995616"/>
              <a:gd name="connsiteY36" fmla="*/ 648715 h 678151"/>
              <a:gd name="connsiteX37" fmla="*/ 497808 w 995616"/>
              <a:gd name="connsiteY37" fmla="*/ 645781 h 678151"/>
              <a:gd name="connsiteX38" fmla="*/ 452476 w 995616"/>
              <a:gd name="connsiteY38" fmla="*/ 648715 h 678151"/>
              <a:gd name="connsiteX39" fmla="*/ 385058 w 995616"/>
              <a:gd name="connsiteY39" fmla="*/ 652368 h 678151"/>
              <a:gd name="connsiteX40" fmla="*/ 238378 w 995616"/>
              <a:gd name="connsiteY40" fmla="*/ 671353 h 678151"/>
              <a:gd name="connsiteX41" fmla="*/ 184743 w 995616"/>
              <a:gd name="connsiteY41" fmla="*/ 676169 h 678151"/>
              <a:gd name="connsiteX42" fmla="*/ 305519 w 995616"/>
              <a:gd name="connsiteY42" fmla="*/ 591537 h 678151"/>
              <a:gd name="connsiteX43" fmla="*/ 325390 w 995616"/>
              <a:gd name="connsiteY43" fmla="*/ 578862 h 678151"/>
              <a:gd name="connsiteX44" fmla="*/ 392475 w 995616"/>
              <a:gd name="connsiteY44" fmla="*/ 555503 h 678151"/>
              <a:gd name="connsiteX45" fmla="*/ 432605 w 995616"/>
              <a:gd name="connsiteY45" fmla="*/ 550411 h 678151"/>
              <a:gd name="connsiteX46" fmla="*/ 563012 w 995616"/>
              <a:gd name="connsiteY46" fmla="*/ 550411 h 678151"/>
              <a:gd name="connsiteX47" fmla="*/ 603142 w 995616"/>
              <a:gd name="connsiteY47" fmla="*/ 555503 h 678151"/>
              <a:gd name="connsiteX48" fmla="*/ 670947 w 995616"/>
              <a:gd name="connsiteY48" fmla="*/ 579360 h 678151"/>
              <a:gd name="connsiteX49" fmla="*/ 731224 w 995616"/>
              <a:gd name="connsiteY49" fmla="*/ 577755 h 678151"/>
              <a:gd name="connsiteX50" fmla="*/ 731169 w 995616"/>
              <a:gd name="connsiteY50" fmla="*/ 522902 h 678151"/>
              <a:gd name="connsiteX51" fmla="*/ 676316 w 995616"/>
              <a:gd name="connsiteY51" fmla="*/ 513381 h 678151"/>
              <a:gd name="connsiteX52" fmla="*/ 605023 w 995616"/>
              <a:gd name="connsiteY52" fmla="*/ 529378 h 678151"/>
              <a:gd name="connsiteX53" fmla="*/ 543584 w 995616"/>
              <a:gd name="connsiteY53" fmla="*/ 489747 h 678151"/>
              <a:gd name="connsiteX54" fmla="*/ 513030 w 995616"/>
              <a:gd name="connsiteY54" fmla="*/ 425484 h 678151"/>
              <a:gd name="connsiteX55" fmla="*/ 452033 w 995616"/>
              <a:gd name="connsiteY55" fmla="*/ 489747 h 678151"/>
              <a:gd name="connsiteX56" fmla="*/ 390593 w 995616"/>
              <a:gd name="connsiteY56" fmla="*/ 529378 h 678151"/>
              <a:gd name="connsiteX57" fmla="*/ 319301 w 995616"/>
              <a:gd name="connsiteY57" fmla="*/ 513381 h 678151"/>
              <a:gd name="connsiteX58" fmla="*/ 264448 w 995616"/>
              <a:gd name="connsiteY58" fmla="*/ 522902 h 678151"/>
              <a:gd name="connsiteX59" fmla="*/ 262234 w 995616"/>
              <a:gd name="connsiteY59" fmla="*/ 575983 h 678151"/>
              <a:gd name="connsiteX60" fmla="*/ 305519 w 995616"/>
              <a:gd name="connsiteY60" fmla="*/ 591537 h 678151"/>
              <a:gd name="connsiteX61" fmla="*/ 507550 w 995616"/>
              <a:gd name="connsiteY61" fmla="*/ 350040 h 678151"/>
              <a:gd name="connsiteX62" fmla="*/ 521665 w 995616"/>
              <a:gd name="connsiteY62" fmla="*/ 336645 h 678151"/>
              <a:gd name="connsiteX63" fmla="*/ 542255 w 995616"/>
              <a:gd name="connsiteY63" fmla="*/ 312402 h 678151"/>
              <a:gd name="connsiteX64" fmla="*/ 545853 w 995616"/>
              <a:gd name="connsiteY64" fmla="*/ 245205 h 678151"/>
              <a:gd name="connsiteX65" fmla="*/ 525263 w 995616"/>
              <a:gd name="connsiteY65" fmla="*/ 212548 h 678151"/>
              <a:gd name="connsiteX66" fmla="*/ 470354 w 995616"/>
              <a:gd name="connsiteY66" fmla="*/ 212548 h 678151"/>
              <a:gd name="connsiteX67" fmla="*/ 449764 w 995616"/>
              <a:gd name="connsiteY67" fmla="*/ 245205 h 678151"/>
              <a:gd name="connsiteX68" fmla="*/ 453362 w 995616"/>
              <a:gd name="connsiteY68" fmla="*/ 312402 h 678151"/>
              <a:gd name="connsiteX69" fmla="*/ 473897 w 995616"/>
              <a:gd name="connsiteY69" fmla="*/ 336645 h 678151"/>
              <a:gd name="connsiteX70" fmla="*/ 507550 w 995616"/>
              <a:gd name="connsiteY70" fmla="*/ 350040 h 678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995616" h="678151">
                <a:moveTo>
                  <a:pt x="184743" y="676169"/>
                </a:moveTo>
                <a:cubicBezTo>
                  <a:pt x="167030" y="669527"/>
                  <a:pt x="163322" y="661556"/>
                  <a:pt x="158063" y="618936"/>
                </a:cubicBezTo>
                <a:cubicBezTo>
                  <a:pt x="149705" y="550799"/>
                  <a:pt x="148155" y="546094"/>
                  <a:pt x="113118" y="482938"/>
                </a:cubicBezTo>
                <a:cubicBezTo>
                  <a:pt x="104428" y="467329"/>
                  <a:pt x="84336" y="428085"/>
                  <a:pt x="68395" y="395760"/>
                </a:cubicBezTo>
                <a:cubicBezTo>
                  <a:pt x="52509" y="363435"/>
                  <a:pt x="31697" y="323140"/>
                  <a:pt x="22176" y="306202"/>
                </a:cubicBezTo>
                <a:cubicBezTo>
                  <a:pt x="313" y="267235"/>
                  <a:pt x="-2787" y="258047"/>
                  <a:pt x="1863" y="246368"/>
                </a:cubicBezTo>
                <a:cubicBezTo>
                  <a:pt x="11051" y="223397"/>
                  <a:pt x="54668" y="236571"/>
                  <a:pt x="94631" y="274320"/>
                </a:cubicBezTo>
                <a:cubicBezTo>
                  <a:pt x="102159" y="281405"/>
                  <a:pt x="114391" y="291700"/>
                  <a:pt x="121808" y="297235"/>
                </a:cubicBezTo>
                <a:cubicBezTo>
                  <a:pt x="145111" y="314505"/>
                  <a:pt x="148432" y="323361"/>
                  <a:pt x="140406" y="347217"/>
                </a:cubicBezTo>
                <a:cubicBezTo>
                  <a:pt x="130166" y="377605"/>
                  <a:pt x="132215" y="385963"/>
                  <a:pt x="157399" y="416683"/>
                </a:cubicBezTo>
                <a:cubicBezTo>
                  <a:pt x="208377" y="479008"/>
                  <a:pt x="244079" y="469820"/>
                  <a:pt x="247179" y="393712"/>
                </a:cubicBezTo>
                <a:cubicBezTo>
                  <a:pt x="248452" y="362771"/>
                  <a:pt x="250223" y="356074"/>
                  <a:pt x="259079" y="349321"/>
                </a:cubicBezTo>
                <a:cubicBezTo>
                  <a:pt x="276902" y="335760"/>
                  <a:pt x="294836" y="349598"/>
                  <a:pt x="304799" y="384690"/>
                </a:cubicBezTo>
                <a:cubicBezTo>
                  <a:pt x="321792" y="444414"/>
                  <a:pt x="362586" y="458916"/>
                  <a:pt x="400557" y="418731"/>
                </a:cubicBezTo>
                <a:cubicBezTo>
                  <a:pt x="431941" y="385520"/>
                  <a:pt x="423749" y="346498"/>
                  <a:pt x="377918" y="311128"/>
                </a:cubicBezTo>
                <a:cubicBezTo>
                  <a:pt x="339172" y="281183"/>
                  <a:pt x="338397" y="266958"/>
                  <a:pt x="373767" y="229984"/>
                </a:cubicBezTo>
                <a:cubicBezTo>
                  <a:pt x="425298" y="176072"/>
                  <a:pt x="447217" y="132566"/>
                  <a:pt x="459671" y="59502"/>
                </a:cubicBezTo>
                <a:cubicBezTo>
                  <a:pt x="467199" y="15222"/>
                  <a:pt x="476941" y="0"/>
                  <a:pt x="497808" y="0"/>
                </a:cubicBezTo>
                <a:cubicBezTo>
                  <a:pt x="518676" y="0"/>
                  <a:pt x="528418" y="15222"/>
                  <a:pt x="535945" y="59502"/>
                </a:cubicBezTo>
                <a:cubicBezTo>
                  <a:pt x="548399" y="132566"/>
                  <a:pt x="570318" y="176072"/>
                  <a:pt x="621850" y="229984"/>
                </a:cubicBezTo>
                <a:cubicBezTo>
                  <a:pt x="657220" y="266958"/>
                  <a:pt x="656445" y="281183"/>
                  <a:pt x="617699" y="311128"/>
                </a:cubicBezTo>
                <a:cubicBezTo>
                  <a:pt x="571868" y="346498"/>
                  <a:pt x="563676" y="385520"/>
                  <a:pt x="595060" y="418731"/>
                </a:cubicBezTo>
                <a:cubicBezTo>
                  <a:pt x="633031" y="458916"/>
                  <a:pt x="673825" y="444414"/>
                  <a:pt x="690818" y="384690"/>
                </a:cubicBezTo>
                <a:cubicBezTo>
                  <a:pt x="700781" y="349598"/>
                  <a:pt x="718715" y="335760"/>
                  <a:pt x="736538" y="349321"/>
                </a:cubicBezTo>
                <a:cubicBezTo>
                  <a:pt x="745394" y="356074"/>
                  <a:pt x="747165" y="362771"/>
                  <a:pt x="748438" y="393712"/>
                </a:cubicBezTo>
                <a:cubicBezTo>
                  <a:pt x="751538" y="469820"/>
                  <a:pt x="787239" y="479008"/>
                  <a:pt x="838218" y="416683"/>
                </a:cubicBezTo>
                <a:cubicBezTo>
                  <a:pt x="863402" y="385963"/>
                  <a:pt x="865450" y="377605"/>
                  <a:pt x="855211" y="347217"/>
                </a:cubicBezTo>
                <a:cubicBezTo>
                  <a:pt x="847185" y="323361"/>
                  <a:pt x="850506" y="314505"/>
                  <a:pt x="873808" y="297235"/>
                </a:cubicBezTo>
                <a:cubicBezTo>
                  <a:pt x="881225" y="291700"/>
                  <a:pt x="893458" y="281405"/>
                  <a:pt x="900986" y="274320"/>
                </a:cubicBezTo>
                <a:cubicBezTo>
                  <a:pt x="940949" y="236571"/>
                  <a:pt x="984566" y="223397"/>
                  <a:pt x="993754" y="246368"/>
                </a:cubicBezTo>
                <a:cubicBezTo>
                  <a:pt x="998404" y="258047"/>
                  <a:pt x="995304" y="267235"/>
                  <a:pt x="973440" y="306202"/>
                </a:cubicBezTo>
                <a:cubicBezTo>
                  <a:pt x="963920" y="323140"/>
                  <a:pt x="943108" y="363435"/>
                  <a:pt x="927222" y="395760"/>
                </a:cubicBezTo>
                <a:cubicBezTo>
                  <a:pt x="911281" y="428085"/>
                  <a:pt x="891189" y="467329"/>
                  <a:pt x="882499" y="482938"/>
                </a:cubicBezTo>
                <a:cubicBezTo>
                  <a:pt x="847461" y="546038"/>
                  <a:pt x="845912" y="550854"/>
                  <a:pt x="837553" y="618770"/>
                </a:cubicBezTo>
                <a:cubicBezTo>
                  <a:pt x="830136" y="679213"/>
                  <a:pt x="819121" y="686464"/>
                  <a:pt x="757239" y="671464"/>
                </a:cubicBezTo>
                <a:cubicBezTo>
                  <a:pt x="717386" y="661778"/>
                  <a:pt x="655947" y="653807"/>
                  <a:pt x="610559" y="652368"/>
                </a:cubicBezTo>
                <a:cubicBezTo>
                  <a:pt x="598437" y="651981"/>
                  <a:pt x="568049" y="650320"/>
                  <a:pt x="543141" y="648715"/>
                </a:cubicBezTo>
                <a:lnTo>
                  <a:pt x="497808" y="645781"/>
                </a:lnTo>
                <a:lnTo>
                  <a:pt x="452476" y="648715"/>
                </a:lnTo>
                <a:cubicBezTo>
                  <a:pt x="427568" y="650320"/>
                  <a:pt x="397180" y="651981"/>
                  <a:pt x="385058" y="652368"/>
                </a:cubicBezTo>
                <a:cubicBezTo>
                  <a:pt x="340058" y="653752"/>
                  <a:pt x="278840" y="661722"/>
                  <a:pt x="238378" y="671353"/>
                </a:cubicBezTo>
                <a:cubicBezTo>
                  <a:pt x="211699" y="677719"/>
                  <a:pt x="193322" y="679379"/>
                  <a:pt x="184743" y="676169"/>
                </a:cubicBezTo>
                <a:close/>
                <a:moveTo>
                  <a:pt x="305519" y="591537"/>
                </a:moveTo>
                <a:cubicBezTo>
                  <a:pt x="308784" y="590375"/>
                  <a:pt x="317696" y="584674"/>
                  <a:pt x="325390" y="578862"/>
                </a:cubicBezTo>
                <a:cubicBezTo>
                  <a:pt x="347696" y="561980"/>
                  <a:pt x="356774" y="558825"/>
                  <a:pt x="392475" y="555503"/>
                </a:cubicBezTo>
                <a:cubicBezTo>
                  <a:pt x="404929" y="554397"/>
                  <a:pt x="423029" y="552072"/>
                  <a:pt x="432605" y="550411"/>
                </a:cubicBezTo>
                <a:cubicBezTo>
                  <a:pt x="458675" y="545872"/>
                  <a:pt x="536942" y="545872"/>
                  <a:pt x="563012" y="550411"/>
                </a:cubicBezTo>
                <a:cubicBezTo>
                  <a:pt x="572588" y="552072"/>
                  <a:pt x="590688" y="554397"/>
                  <a:pt x="603142" y="555503"/>
                </a:cubicBezTo>
                <a:cubicBezTo>
                  <a:pt x="639009" y="558825"/>
                  <a:pt x="647699" y="561869"/>
                  <a:pt x="670947" y="579360"/>
                </a:cubicBezTo>
                <a:cubicBezTo>
                  <a:pt x="696353" y="598511"/>
                  <a:pt x="705597" y="598290"/>
                  <a:pt x="731224" y="577755"/>
                </a:cubicBezTo>
                <a:cubicBezTo>
                  <a:pt x="753918" y="559600"/>
                  <a:pt x="753918" y="552238"/>
                  <a:pt x="731169" y="522902"/>
                </a:cubicBezTo>
                <a:cubicBezTo>
                  <a:pt x="713954" y="500817"/>
                  <a:pt x="706427" y="499488"/>
                  <a:pt x="676316" y="513381"/>
                </a:cubicBezTo>
                <a:cubicBezTo>
                  <a:pt x="652183" y="524507"/>
                  <a:pt x="638068" y="527717"/>
                  <a:pt x="605023" y="529378"/>
                </a:cubicBezTo>
                <a:cubicBezTo>
                  <a:pt x="552993" y="532035"/>
                  <a:pt x="536167" y="521241"/>
                  <a:pt x="543584" y="489747"/>
                </a:cubicBezTo>
                <a:cubicBezTo>
                  <a:pt x="549949" y="462680"/>
                  <a:pt x="538381" y="438325"/>
                  <a:pt x="513030" y="425484"/>
                </a:cubicBezTo>
                <a:cubicBezTo>
                  <a:pt x="480484" y="408934"/>
                  <a:pt x="442457" y="449008"/>
                  <a:pt x="452033" y="489747"/>
                </a:cubicBezTo>
                <a:cubicBezTo>
                  <a:pt x="459450" y="521241"/>
                  <a:pt x="442623" y="532035"/>
                  <a:pt x="390593" y="529378"/>
                </a:cubicBezTo>
                <a:cubicBezTo>
                  <a:pt x="357549" y="527717"/>
                  <a:pt x="343434" y="524507"/>
                  <a:pt x="319301" y="513381"/>
                </a:cubicBezTo>
                <a:cubicBezTo>
                  <a:pt x="289190" y="499488"/>
                  <a:pt x="281662" y="500817"/>
                  <a:pt x="264448" y="522902"/>
                </a:cubicBezTo>
                <a:cubicBezTo>
                  <a:pt x="242252" y="551518"/>
                  <a:pt x="241920" y="559600"/>
                  <a:pt x="262234" y="575983"/>
                </a:cubicBezTo>
                <a:cubicBezTo>
                  <a:pt x="283821" y="593364"/>
                  <a:pt x="292013" y="596297"/>
                  <a:pt x="305519" y="591537"/>
                </a:cubicBezTo>
                <a:close/>
                <a:moveTo>
                  <a:pt x="507550" y="350040"/>
                </a:moveTo>
                <a:cubicBezTo>
                  <a:pt x="510761" y="348435"/>
                  <a:pt x="516628" y="342845"/>
                  <a:pt x="521665" y="336645"/>
                </a:cubicBezTo>
                <a:cubicBezTo>
                  <a:pt x="526425" y="330833"/>
                  <a:pt x="535669" y="319929"/>
                  <a:pt x="542255" y="312402"/>
                </a:cubicBezTo>
                <a:cubicBezTo>
                  <a:pt x="566942" y="284006"/>
                  <a:pt x="567495" y="273600"/>
                  <a:pt x="545853" y="245205"/>
                </a:cubicBezTo>
                <a:cubicBezTo>
                  <a:pt x="539765" y="237179"/>
                  <a:pt x="530466" y="222511"/>
                  <a:pt x="525263" y="212548"/>
                </a:cubicBezTo>
                <a:cubicBezTo>
                  <a:pt x="504008" y="172031"/>
                  <a:pt x="491609" y="172031"/>
                  <a:pt x="470354" y="212548"/>
                </a:cubicBezTo>
                <a:cubicBezTo>
                  <a:pt x="465151" y="222511"/>
                  <a:pt x="455852" y="237179"/>
                  <a:pt x="449764" y="245205"/>
                </a:cubicBezTo>
                <a:cubicBezTo>
                  <a:pt x="428121" y="273600"/>
                  <a:pt x="428675" y="284006"/>
                  <a:pt x="453362" y="312402"/>
                </a:cubicBezTo>
                <a:cubicBezTo>
                  <a:pt x="459948" y="319929"/>
                  <a:pt x="469192" y="330833"/>
                  <a:pt x="473897" y="336645"/>
                </a:cubicBezTo>
                <a:cubicBezTo>
                  <a:pt x="486738" y="352365"/>
                  <a:pt x="495871" y="356018"/>
                  <a:pt x="507550" y="350040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0BDF3A42-FD55-4981-A055-05ACDFF3CC36}"/>
              </a:ext>
            </a:extLst>
          </p:cNvPr>
          <p:cNvSpPr/>
          <p:nvPr/>
        </p:nvSpPr>
        <p:spPr>
          <a:xfrm>
            <a:off x="2910725" y="2674121"/>
            <a:ext cx="790235" cy="1751148"/>
          </a:xfrm>
          <a:custGeom>
            <a:avLst/>
            <a:gdLst>
              <a:gd name="connsiteX0" fmla="*/ 386815 w 790235"/>
              <a:gd name="connsiteY0" fmla="*/ 1748098 h 1751148"/>
              <a:gd name="connsiteX1" fmla="*/ 363346 w 790235"/>
              <a:gd name="connsiteY1" fmla="*/ 1666345 h 1751148"/>
              <a:gd name="connsiteX2" fmla="*/ 357811 w 790235"/>
              <a:gd name="connsiteY2" fmla="*/ 1615145 h 1751148"/>
              <a:gd name="connsiteX3" fmla="*/ 354324 w 790235"/>
              <a:gd name="connsiteY3" fmla="*/ 1586528 h 1751148"/>
              <a:gd name="connsiteX4" fmla="*/ 350837 w 790235"/>
              <a:gd name="connsiteY4" fmla="*/ 1551270 h 1751148"/>
              <a:gd name="connsiteX5" fmla="*/ 346630 w 790235"/>
              <a:gd name="connsiteY5" fmla="*/ 1493815 h 1751148"/>
              <a:gd name="connsiteX6" fmla="*/ 343032 w 790235"/>
              <a:gd name="connsiteY6" fmla="*/ 1443999 h 1751148"/>
              <a:gd name="connsiteX7" fmla="*/ 339767 w 790235"/>
              <a:gd name="connsiteY7" fmla="*/ 1403870 h 1751148"/>
              <a:gd name="connsiteX8" fmla="*/ 336390 w 790235"/>
              <a:gd name="connsiteY8" fmla="*/ 1358869 h 1751148"/>
              <a:gd name="connsiteX9" fmla="*/ 327313 w 790235"/>
              <a:gd name="connsiteY9" fmla="*/ 1257189 h 1751148"/>
              <a:gd name="connsiteX10" fmla="*/ 323161 w 790235"/>
              <a:gd name="connsiteY10" fmla="*/ 1217724 h 1751148"/>
              <a:gd name="connsiteX11" fmla="*/ 305062 w 790235"/>
              <a:gd name="connsiteY11" fmla="*/ 1060693 h 1751148"/>
              <a:gd name="connsiteX12" fmla="*/ 301021 w 790235"/>
              <a:gd name="connsiteY12" fmla="*/ 1020563 h 1751148"/>
              <a:gd name="connsiteX13" fmla="*/ 297589 w 790235"/>
              <a:gd name="connsiteY13" fmla="*/ 983201 h 1751148"/>
              <a:gd name="connsiteX14" fmla="*/ 283641 w 790235"/>
              <a:gd name="connsiteY14" fmla="*/ 860709 h 1751148"/>
              <a:gd name="connsiteX15" fmla="*/ 222146 w 790235"/>
              <a:gd name="connsiteY15" fmla="*/ 801207 h 1751148"/>
              <a:gd name="connsiteX16" fmla="*/ 187551 w 790235"/>
              <a:gd name="connsiteY16" fmla="*/ 783218 h 1751148"/>
              <a:gd name="connsiteX17" fmla="*/ 56757 w 790235"/>
              <a:gd name="connsiteY17" fmla="*/ 725155 h 1751148"/>
              <a:gd name="connsiteX18" fmla="*/ 13195 w 790235"/>
              <a:gd name="connsiteY18" fmla="*/ 675671 h 1751148"/>
              <a:gd name="connsiteX19" fmla="*/ 63011 w 790235"/>
              <a:gd name="connsiteY19" fmla="*/ 664213 h 1751148"/>
              <a:gd name="connsiteX20" fmla="*/ 112108 w 790235"/>
              <a:gd name="connsiteY20" fmla="*/ 653918 h 1751148"/>
              <a:gd name="connsiteX21" fmla="*/ 156389 w 790235"/>
              <a:gd name="connsiteY21" fmla="*/ 644176 h 1751148"/>
              <a:gd name="connsiteX22" fmla="*/ 269471 w 790235"/>
              <a:gd name="connsiteY22" fmla="*/ 595688 h 1751148"/>
              <a:gd name="connsiteX23" fmla="*/ 315523 w 790235"/>
              <a:gd name="connsiteY23" fmla="*/ 487034 h 1751148"/>
              <a:gd name="connsiteX24" fmla="*/ 321169 w 790235"/>
              <a:gd name="connsiteY24" fmla="*/ 444137 h 1751148"/>
              <a:gd name="connsiteX25" fmla="*/ 328088 w 790235"/>
              <a:gd name="connsiteY25" fmla="*/ 395760 h 1751148"/>
              <a:gd name="connsiteX26" fmla="*/ 332848 w 790235"/>
              <a:gd name="connsiteY26" fmla="*/ 361221 h 1751148"/>
              <a:gd name="connsiteX27" fmla="*/ 336889 w 790235"/>
              <a:gd name="connsiteY27" fmla="*/ 328675 h 1751148"/>
              <a:gd name="connsiteX28" fmla="*/ 348734 w 790235"/>
              <a:gd name="connsiteY28" fmla="*/ 231146 h 1751148"/>
              <a:gd name="connsiteX29" fmla="*/ 353605 w 790235"/>
              <a:gd name="connsiteY29" fmla="*/ 181275 h 1751148"/>
              <a:gd name="connsiteX30" fmla="*/ 366723 w 790235"/>
              <a:gd name="connsiteY30" fmla="*/ 75444 h 1751148"/>
              <a:gd name="connsiteX31" fmla="*/ 389970 w 790235"/>
              <a:gd name="connsiteY31" fmla="*/ 2768 h 1751148"/>
              <a:gd name="connsiteX32" fmla="*/ 395118 w 790235"/>
              <a:gd name="connsiteY32" fmla="*/ 0 h 1751148"/>
              <a:gd name="connsiteX33" fmla="*/ 400266 w 790235"/>
              <a:gd name="connsiteY33" fmla="*/ 2768 h 1751148"/>
              <a:gd name="connsiteX34" fmla="*/ 423513 w 790235"/>
              <a:gd name="connsiteY34" fmla="*/ 75444 h 1751148"/>
              <a:gd name="connsiteX35" fmla="*/ 436631 w 790235"/>
              <a:gd name="connsiteY35" fmla="*/ 181275 h 1751148"/>
              <a:gd name="connsiteX36" fmla="*/ 441502 w 790235"/>
              <a:gd name="connsiteY36" fmla="*/ 231146 h 1751148"/>
              <a:gd name="connsiteX37" fmla="*/ 453347 w 790235"/>
              <a:gd name="connsiteY37" fmla="*/ 328675 h 1751148"/>
              <a:gd name="connsiteX38" fmla="*/ 457388 w 790235"/>
              <a:gd name="connsiteY38" fmla="*/ 361221 h 1751148"/>
              <a:gd name="connsiteX39" fmla="*/ 462148 w 790235"/>
              <a:gd name="connsiteY39" fmla="*/ 395760 h 1751148"/>
              <a:gd name="connsiteX40" fmla="*/ 469067 w 790235"/>
              <a:gd name="connsiteY40" fmla="*/ 444137 h 1751148"/>
              <a:gd name="connsiteX41" fmla="*/ 474713 w 790235"/>
              <a:gd name="connsiteY41" fmla="*/ 487034 h 1751148"/>
              <a:gd name="connsiteX42" fmla="*/ 520765 w 790235"/>
              <a:gd name="connsiteY42" fmla="*/ 595688 h 1751148"/>
              <a:gd name="connsiteX43" fmla="*/ 633847 w 790235"/>
              <a:gd name="connsiteY43" fmla="*/ 644176 h 1751148"/>
              <a:gd name="connsiteX44" fmla="*/ 678128 w 790235"/>
              <a:gd name="connsiteY44" fmla="*/ 653918 h 1751148"/>
              <a:gd name="connsiteX45" fmla="*/ 727224 w 790235"/>
              <a:gd name="connsiteY45" fmla="*/ 664213 h 1751148"/>
              <a:gd name="connsiteX46" fmla="*/ 777040 w 790235"/>
              <a:gd name="connsiteY46" fmla="*/ 675671 h 1751148"/>
              <a:gd name="connsiteX47" fmla="*/ 733479 w 790235"/>
              <a:gd name="connsiteY47" fmla="*/ 725155 h 1751148"/>
              <a:gd name="connsiteX48" fmla="*/ 602685 w 790235"/>
              <a:gd name="connsiteY48" fmla="*/ 783218 h 1751148"/>
              <a:gd name="connsiteX49" fmla="*/ 568090 w 790235"/>
              <a:gd name="connsiteY49" fmla="*/ 801207 h 1751148"/>
              <a:gd name="connsiteX50" fmla="*/ 506595 w 790235"/>
              <a:gd name="connsiteY50" fmla="*/ 860709 h 1751148"/>
              <a:gd name="connsiteX51" fmla="*/ 492647 w 790235"/>
              <a:gd name="connsiteY51" fmla="*/ 983201 h 1751148"/>
              <a:gd name="connsiteX52" fmla="*/ 489215 w 790235"/>
              <a:gd name="connsiteY52" fmla="*/ 1020563 h 1751148"/>
              <a:gd name="connsiteX53" fmla="*/ 485174 w 790235"/>
              <a:gd name="connsiteY53" fmla="*/ 1060693 h 1751148"/>
              <a:gd name="connsiteX54" fmla="*/ 467074 w 790235"/>
              <a:gd name="connsiteY54" fmla="*/ 1217724 h 1751148"/>
              <a:gd name="connsiteX55" fmla="*/ 462923 w 790235"/>
              <a:gd name="connsiteY55" fmla="*/ 1257189 h 1751148"/>
              <a:gd name="connsiteX56" fmla="*/ 453845 w 790235"/>
              <a:gd name="connsiteY56" fmla="*/ 1358869 h 1751148"/>
              <a:gd name="connsiteX57" fmla="*/ 450469 w 790235"/>
              <a:gd name="connsiteY57" fmla="*/ 1403870 h 1751148"/>
              <a:gd name="connsiteX58" fmla="*/ 447203 w 790235"/>
              <a:gd name="connsiteY58" fmla="*/ 1443999 h 1751148"/>
              <a:gd name="connsiteX59" fmla="*/ 443606 w 790235"/>
              <a:gd name="connsiteY59" fmla="*/ 1493815 h 1751148"/>
              <a:gd name="connsiteX60" fmla="*/ 439399 w 790235"/>
              <a:gd name="connsiteY60" fmla="*/ 1551270 h 1751148"/>
              <a:gd name="connsiteX61" fmla="*/ 435912 w 790235"/>
              <a:gd name="connsiteY61" fmla="*/ 1586528 h 1751148"/>
              <a:gd name="connsiteX62" fmla="*/ 432424 w 790235"/>
              <a:gd name="connsiteY62" fmla="*/ 1615145 h 1751148"/>
              <a:gd name="connsiteX63" fmla="*/ 426889 w 790235"/>
              <a:gd name="connsiteY63" fmla="*/ 1666345 h 1751148"/>
              <a:gd name="connsiteX64" fmla="*/ 386815 w 790235"/>
              <a:gd name="connsiteY64" fmla="*/ 1748098 h 1751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790235" h="1751148">
                <a:moveTo>
                  <a:pt x="386815" y="1748098"/>
                </a:moveTo>
                <a:cubicBezTo>
                  <a:pt x="373586" y="1741069"/>
                  <a:pt x="368273" y="1722415"/>
                  <a:pt x="363346" y="1666345"/>
                </a:cubicBezTo>
                <a:cubicBezTo>
                  <a:pt x="361741" y="1648190"/>
                  <a:pt x="359250" y="1625163"/>
                  <a:pt x="357811" y="1615145"/>
                </a:cubicBezTo>
                <a:cubicBezTo>
                  <a:pt x="356372" y="1605126"/>
                  <a:pt x="354822" y="1592230"/>
                  <a:pt x="354324" y="1586528"/>
                </a:cubicBezTo>
                <a:cubicBezTo>
                  <a:pt x="353826" y="1580827"/>
                  <a:pt x="352276" y="1564941"/>
                  <a:pt x="350837" y="1551270"/>
                </a:cubicBezTo>
                <a:cubicBezTo>
                  <a:pt x="349398" y="1537543"/>
                  <a:pt x="347516" y="1511694"/>
                  <a:pt x="346630" y="1493815"/>
                </a:cubicBezTo>
                <a:cubicBezTo>
                  <a:pt x="345800" y="1475937"/>
                  <a:pt x="344140" y="1453520"/>
                  <a:pt x="343032" y="1443999"/>
                </a:cubicBezTo>
                <a:cubicBezTo>
                  <a:pt x="341926" y="1434479"/>
                  <a:pt x="340431" y="1416435"/>
                  <a:pt x="339767" y="1403870"/>
                </a:cubicBezTo>
                <a:cubicBezTo>
                  <a:pt x="339047" y="1391305"/>
                  <a:pt x="337553" y="1371102"/>
                  <a:pt x="336390" y="1358869"/>
                </a:cubicBezTo>
                <a:cubicBezTo>
                  <a:pt x="332128" y="1314035"/>
                  <a:pt x="328697" y="1275400"/>
                  <a:pt x="327313" y="1257189"/>
                </a:cubicBezTo>
                <a:cubicBezTo>
                  <a:pt x="326483" y="1246894"/>
                  <a:pt x="324656" y="1229182"/>
                  <a:pt x="323161" y="1217724"/>
                </a:cubicBezTo>
                <a:cubicBezTo>
                  <a:pt x="319176" y="1187392"/>
                  <a:pt x="307663" y="1087594"/>
                  <a:pt x="305062" y="1060693"/>
                </a:cubicBezTo>
                <a:cubicBezTo>
                  <a:pt x="304287" y="1052722"/>
                  <a:pt x="302460" y="1034623"/>
                  <a:pt x="301021" y="1020563"/>
                </a:cubicBezTo>
                <a:cubicBezTo>
                  <a:pt x="299582" y="1006504"/>
                  <a:pt x="298032" y="989677"/>
                  <a:pt x="297589" y="983201"/>
                </a:cubicBezTo>
                <a:cubicBezTo>
                  <a:pt x="295763" y="956024"/>
                  <a:pt x="286021" y="870617"/>
                  <a:pt x="283641" y="860709"/>
                </a:cubicBezTo>
                <a:cubicBezTo>
                  <a:pt x="277220" y="834418"/>
                  <a:pt x="265098" y="822683"/>
                  <a:pt x="222146" y="801207"/>
                </a:cubicBezTo>
                <a:cubicBezTo>
                  <a:pt x="213400" y="796834"/>
                  <a:pt x="197847" y="788753"/>
                  <a:pt x="187551" y="783218"/>
                </a:cubicBezTo>
                <a:cubicBezTo>
                  <a:pt x="145318" y="760469"/>
                  <a:pt x="92901" y="737221"/>
                  <a:pt x="56757" y="725155"/>
                </a:cubicBezTo>
                <a:cubicBezTo>
                  <a:pt x="1073" y="706612"/>
                  <a:pt x="-14037" y="689398"/>
                  <a:pt x="13195" y="675671"/>
                </a:cubicBezTo>
                <a:cubicBezTo>
                  <a:pt x="20778" y="671852"/>
                  <a:pt x="24653" y="670966"/>
                  <a:pt x="63011" y="664213"/>
                </a:cubicBezTo>
                <a:cubicBezTo>
                  <a:pt x="74026" y="662276"/>
                  <a:pt x="96167" y="657626"/>
                  <a:pt x="112108" y="653918"/>
                </a:cubicBezTo>
                <a:cubicBezTo>
                  <a:pt x="128104" y="650209"/>
                  <a:pt x="148031" y="645837"/>
                  <a:pt x="156389" y="644176"/>
                </a:cubicBezTo>
                <a:cubicBezTo>
                  <a:pt x="192810" y="636925"/>
                  <a:pt x="243345" y="615228"/>
                  <a:pt x="269471" y="595688"/>
                </a:cubicBezTo>
                <a:cubicBezTo>
                  <a:pt x="295098" y="576426"/>
                  <a:pt x="309822" y="541777"/>
                  <a:pt x="315523" y="487034"/>
                </a:cubicBezTo>
                <a:cubicBezTo>
                  <a:pt x="316685" y="475576"/>
                  <a:pt x="319232" y="456259"/>
                  <a:pt x="321169" y="444137"/>
                </a:cubicBezTo>
                <a:cubicBezTo>
                  <a:pt x="323051" y="432015"/>
                  <a:pt x="326206" y="410262"/>
                  <a:pt x="328088" y="395760"/>
                </a:cubicBezTo>
                <a:cubicBezTo>
                  <a:pt x="329970" y="381314"/>
                  <a:pt x="332128" y="365760"/>
                  <a:pt x="332848" y="361221"/>
                </a:cubicBezTo>
                <a:cubicBezTo>
                  <a:pt x="333568" y="356627"/>
                  <a:pt x="335394" y="342014"/>
                  <a:pt x="336889" y="328675"/>
                </a:cubicBezTo>
                <a:cubicBezTo>
                  <a:pt x="341815" y="285667"/>
                  <a:pt x="345136" y="257991"/>
                  <a:pt x="348734" y="231146"/>
                </a:cubicBezTo>
                <a:cubicBezTo>
                  <a:pt x="350671" y="216644"/>
                  <a:pt x="352885" y="194227"/>
                  <a:pt x="353605" y="181275"/>
                </a:cubicBezTo>
                <a:cubicBezTo>
                  <a:pt x="355265" y="151330"/>
                  <a:pt x="358918" y="121662"/>
                  <a:pt x="366723" y="75444"/>
                </a:cubicBezTo>
                <a:cubicBezTo>
                  <a:pt x="376188" y="19262"/>
                  <a:pt x="379675" y="8303"/>
                  <a:pt x="389970" y="2768"/>
                </a:cubicBezTo>
                <a:lnTo>
                  <a:pt x="395118" y="0"/>
                </a:lnTo>
                <a:lnTo>
                  <a:pt x="400266" y="2768"/>
                </a:lnTo>
                <a:cubicBezTo>
                  <a:pt x="410561" y="8303"/>
                  <a:pt x="414048" y="19262"/>
                  <a:pt x="423513" y="75444"/>
                </a:cubicBezTo>
                <a:cubicBezTo>
                  <a:pt x="431318" y="121662"/>
                  <a:pt x="434971" y="151330"/>
                  <a:pt x="436631" y="181275"/>
                </a:cubicBezTo>
                <a:cubicBezTo>
                  <a:pt x="437351" y="194227"/>
                  <a:pt x="439565" y="216644"/>
                  <a:pt x="441502" y="231146"/>
                </a:cubicBezTo>
                <a:cubicBezTo>
                  <a:pt x="445100" y="257991"/>
                  <a:pt x="448421" y="285667"/>
                  <a:pt x="453347" y="328675"/>
                </a:cubicBezTo>
                <a:cubicBezTo>
                  <a:pt x="454842" y="342014"/>
                  <a:pt x="456668" y="356627"/>
                  <a:pt x="457388" y="361221"/>
                </a:cubicBezTo>
                <a:cubicBezTo>
                  <a:pt x="458107" y="365760"/>
                  <a:pt x="460266" y="381314"/>
                  <a:pt x="462148" y="395760"/>
                </a:cubicBezTo>
                <a:cubicBezTo>
                  <a:pt x="464030" y="410262"/>
                  <a:pt x="467185" y="432015"/>
                  <a:pt x="469067" y="444137"/>
                </a:cubicBezTo>
                <a:cubicBezTo>
                  <a:pt x="471004" y="456259"/>
                  <a:pt x="473550" y="475576"/>
                  <a:pt x="474713" y="487034"/>
                </a:cubicBezTo>
                <a:cubicBezTo>
                  <a:pt x="480414" y="541777"/>
                  <a:pt x="495137" y="576426"/>
                  <a:pt x="520765" y="595688"/>
                </a:cubicBezTo>
                <a:cubicBezTo>
                  <a:pt x="546891" y="615228"/>
                  <a:pt x="597426" y="636925"/>
                  <a:pt x="633847" y="644176"/>
                </a:cubicBezTo>
                <a:cubicBezTo>
                  <a:pt x="642205" y="645837"/>
                  <a:pt x="662132" y="650209"/>
                  <a:pt x="678128" y="653918"/>
                </a:cubicBezTo>
                <a:cubicBezTo>
                  <a:pt x="694069" y="657626"/>
                  <a:pt x="716210" y="662276"/>
                  <a:pt x="727224" y="664213"/>
                </a:cubicBezTo>
                <a:cubicBezTo>
                  <a:pt x="765583" y="670966"/>
                  <a:pt x="769457" y="671852"/>
                  <a:pt x="777040" y="675671"/>
                </a:cubicBezTo>
                <a:cubicBezTo>
                  <a:pt x="804273" y="689398"/>
                  <a:pt x="789162" y="706612"/>
                  <a:pt x="733479" y="725155"/>
                </a:cubicBezTo>
                <a:cubicBezTo>
                  <a:pt x="697335" y="737221"/>
                  <a:pt x="644917" y="760469"/>
                  <a:pt x="602685" y="783218"/>
                </a:cubicBezTo>
                <a:cubicBezTo>
                  <a:pt x="592389" y="788753"/>
                  <a:pt x="576835" y="796834"/>
                  <a:pt x="568090" y="801207"/>
                </a:cubicBezTo>
                <a:cubicBezTo>
                  <a:pt x="525138" y="822683"/>
                  <a:pt x="513016" y="834418"/>
                  <a:pt x="506595" y="860709"/>
                </a:cubicBezTo>
                <a:cubicBezTo>
                  <a:pt x="504215" y="870617"/>
                  <a:pt x="494473" y="956024"/>
                  <a:pt x="492647" y="983201"/>
                </a:cubicBezTo>
                <a:cubicBezTo>
                  <a:pt x="492204" y="989677"/>
                  <a:pt x="490654" y="1006504"/>
                  <a:pt x="489215" y="1020563"/>
                </a:cubicBezTo>
                <a:cubicBezTo>
                  <a:pt x="487776" y="1034623"/>
                  <a:pt x="485949" y="1052722"/>
                  <a:pt x="485174" y="1060693"/>
                </a:cubicBezTo>
                <a:cubicBezTo>
                  <a:pt x="482573" y="1087594"/>
                  <a:pt x="471060" y="1187392"/>
                  <a:pt x="467074" y="1217724"/>
                </a:cubicBezTo>
                <a:cubicBezTo>
                  <a:pt x="465580" y="1229182"/>
                  <a:pt x="463753" y="1246894"/>
                  <a:pt x="462923" y="1257189"/>
                </a:cubicBezTo>
                <a:cubicBezTo>
                  <a:pt x="461539" y="1275400"/>
                  <a:pt x="458107" y="1314035"/>
                  <a:pt x="453845" y="1358869"/>
                </a:cubicBezTo>
                <a:cubicBezTo>
                  <a:pt x="452683" y="1371102"/>
                  <a:pt x="451189" y="1391305"/>
                  <a:pt x="450469" y="1403870"/>
                </a:cubicBezTo>
                <a:cubicBezTo>
                  <a:pt x="449805" y="1416435"/>
                  <a:pt x="448310" y="1434479"/>
                  <a:pt x="447203" y="1443999"/>
                </a:cubicBezTo>
                <a:cubicBezTo>
                  <a:pt x="446096" y="1453520"/>
                  <a:pt x="444436" y="1475937"/>
                  <a:pt x="443606" y="1493815"/>
                </a:cubicBezTo>
                <a:cubicBezTo>
                  <a:pt x="442720" y="1511694"/>
                  <a:pt x="440838" y="1537543"/>
                  <a:pt x="439399" y="1551270"/>
                </a:cubicBezTo>
                <a:cubicBezTo>
                  <a:pt x="437960" y="1564941"/>
                  <a:pt x="436410" y="1580827"/>
                  <a:pt x="435912" y="1586528"/>
                </a:cubicBezTo>
                <a:cubicBezTo>
                  <a:pt x="435413" y="1592230"/>
                  <a:pt x="433864" y="1605126"/>
                  <a:pt x="432424" y="1615145"/>
                </a:cubicBezTo>
                <a:cubicBezTo>
                  <a:pt x="430985" y="1625163"/>
                  <a:pt x="428495" y="1648190"/>
                  <a:pt x="426889" y="1666345"/>
                </a:cubicBezTo>
                <a:cubicBezTo>
                  <a:pt x="420690" y="1737415"/>
                  <a:pt x="409564" y="1760109"/>
                  <a:pt x="386815" y="1748098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307AE509-17DE-45F7-AABA-15D5E884D2DE}"/>
              </a:ext>
            </a:extLst>
          </p:cNvPr>
          <p:cNvSpPr/>
          <p:nvPr/>
        </p:nvSpPr>
        <p:spPr>
          <a:xfrm>
            <a:off x="3283703" y="2133618"/>
            <a:ext cx="44280" cy="44280"/>
          </a:xfrm>
          <a:custGeom>
            <a:avLst/>
            <a:gdLst>
              <a:gd name="connsiteX0" fmla="*/ 44281 w 44280"/>
              <a:gd name="connsiteY0" fmla="*/ 22140 h 44280"/>
              <a:gd name="connsiteX1" fmla="*/ 22140 w 44280"/>
              <a:gd name="connsiteY1" fmla="*/ 44281 h 44280"/>
              <a:gd name="connsiteX2" fmla="*/ 0 w 44280"/>
              <a:gd name="connsiteY2" fmla="*/ 22140 h 44280"/>
              <a:gd name="connsiteX3" fmla="*/ 22140 w 44280"/>
              <a:gd name="connsiteY3" fmla="*/ 0 h 44280"/>
              <a:gd name="connsiteX4" fmla="*/ 44281 w 44280"/>
              <a:gd name="connsiteY4" fmla="*/ 22140 h 4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280" h="44280">
                <a:moveTo>
                  <a:pt x="44281" y="22140"/>
                </a:moveTo>
                <a:cubicBezTo>
                  <a:pt x="44281" y="34368"/>
                  <a:pt x="34368" y="44281"/>
                  <a:pt x="22140" y="44281"/>
                </a:cubicBezTo>
                <a:cubicBezTo>
                  <a:pt x="9913" y="44281"/>
                  <a:pt x="0" y="34368"/>
                  <a:pt x="0" y="22140"/>
                </a:cubicBezTo>
                <a:cubicBezTo>
                  <a:pt x="0" y="9913"/>
                  <a:pt x="9913" y="0"/>
                  <a:pt x="22140" y="0"/>
                </a:cubicBezTo>
                <a:cubicBezTo>
                  <a:pt x="34368" y="0"/>
                  <a:pt x="44281" y="9913"/>
                  <a:pt x="44281" y="22140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8E9DFF24-B45A-4EC6-A03D-D2B660579DF6}"/>
              </a:ext>
            </a:extLst>
          </p:cNvPr>
          <p:cNvGrpSpPr/>
          <p:nvPr/>
        </p:nvGrpSpPr>
        <p:grpSpPr>
          <a:xfrm>
            <a:off x="1800627" y="2085867"/>
            <a:ext cx="1329698" cy="2489855"/>
            <a:chOff x="1800627" y="2085867"/>
            <a:chExt cx="1329698" cy="2489855"/>
          </a:xfrm>
        </p:grpSpPr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F30F0585-03DB-4CC3-B5D3-4F6C38EC1A7F}"/>
                </a:ext>
              </a:extLst>
            </p:cNvPr>
            <p:cNvSpPr/>
            <p:nvPr/>
          </p:nvSpPr>
          <p:spPr>
            <a:xfrm>
              <a:off x="1800627" y="2085867"/>
              <a:ext cx="1328868" cy="1391399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868" h="1391399">
                  <a:moveTo>
                    <a:pt x="1328868" y="1122337"/>
                  </a:moveTo>
                  <a:cubicBezTo>
                    <a:pt x="1300750" y="1072521"/>
                    <a:pt x="1262115" y="1028739"/>
                    <a:pt x="1231063" y="980583"/>
                  </a:cubicBezTo>
                  <a:cubicBezTo>
                    <a:pt x="1178922" y="899826"/>
                    <a:pt x="1133977" y="814031"/>
                    <a:pt x="1076080" y="737038"/>
                  </a:cubicBezTo>
                  <a:cubicBezTo>
                    <a:pt x="930506" y="543365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23086" y="1408724"/>
                    <a:pt x="741095" y="1358299"/>
                    <a:pt x="854066" y="1391399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A9B54753-D01E-49FC-AEAA-77AC4893770D}"/>
                </a:ext>
              </a:extLst>
            </p:cNvPr>
            <p:cNvSpPr/>
            <p:nvPr/>
          </p:nvSpPr>
          <p:spPr>
            <a:xfrm>
              <a:off x="2670081" y="3431933"/>
              <a:ext cx="228157" cy="48044"/>
            </a:xfrm>
            <a:custGeom>
              <a:avLst/>
              <a:gdLst>
                <a:gd name="connsiteX0" fmla="*/ 228157 w 228157"/>
                <a:gd name="connsiteY0" fmla="*/ 0 h 48044"/>
                <a:gd name="connsiteX1" fmla="*/ 0 w 228157"/>
                <a:gd name="connsiteY1" fmla="*/ 48045 h 4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157" h="48044">
                  <a:moveTo>
                    <a:pt x="228157" y="0"/>
                  </a:moveTo>
                  <a:cubicBezTo>
                    <a:pt x="151496" y="5646"/>
                    <a:pt x="74281" y="29059"/>
                    <a:pt x="0" y="48045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E7C0A5D4-C4B7-459F-8EA4-2BBDF7B5A3F5}"/>
                </a:ext>
              </a:extLst>
            </p:cNvPr>
            <p:cNvSpPr/>
            <p:nvPr/>
          </p:nvSpPr>
          <p:spPr>
            <a:xfrm>
              <a:off x="2346569" y="3489222"/>
              <a:ext cx="312607" cy="754047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607" h="754047">
                  <a:moveTo>
                    <a:pt x="312607" y="0"/>
                  </a:moveTo>
                  <a:cubicBezTo>
                    <a:pt x="275245" y="70130"/>
                    <a:pt x="169359" y="117621"/>
                    <a:pt x="113675" y="180721"/>
                  </a:cubicBezTo>
                  <a:cubicBezTo>
                    <a:pt x="41332" y="262641"/>
                    <a:pt x="-31455" y="384247"/>
                    <a:pt x="14209" y="496056"/>
                  </a:cubicBezTo>
                  <a:cubicBezTo>
                    <a:pt x="30926" y="536906"/>
                    <a:pt x="60760" y="571334"/>
                    <a:pt x="77088" y="612294"/>
                  </a:cubicBezTo>
                  <a:cubicBezTo>
                    <a:pt x="95465" y="658346"/>
                    <a:pt x="86055" y="707996"/>
                    <a:pt x="106646" y="754048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3AE1CDE-2402-4EA3-A425-7CAD20CB2BAD}"/>
                </a:ext>
              </a:extLst>
            </p:cNvPr>
            <p:cNvSpPr/>
            <p:nvPr/>
          </p:nvSpPr>
          <p:spPr>
            <a:xfrm>
              <a:off x="2465282" y="3550163"/>
              <a:ext cx="665043" cy="70063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DA5B341-83E3-4661-BF3B-E65DA3486B06}"/>
                </a:ext>
              </a:extLst>
            </p:cNvPr>
            <p:cNvSpPr/>
            <p:nvPr/>
          </p:nvSpPr>
          <p:spPr>
            <a:xfrm>
              <a:off x="2303878" y="4258657"/>
              <a:ext cx="149503" cy="222621"/>
            </a:xfrm>
            <a:custGeom>
              <a:avLst/>
              <a:gdLst>
                <a:gd name="connsiteX0" fmla="*/ 149503 w 149503"/>
                <a:gd name="connsiteY0" fmla="*/ 0 h 222621"/>
                <a:gd name="connsiteX1" fmla="*/ 0 w 149503"/>
                <a:gd name="connsiteY1" fmla="*/ 222622 h 22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503" h="222621">
                  <a:moveTo>
                    <a:pt x="149503" y="0"/>
                  </a:moveTo>
                  <a:cubicBezTo>
                    <a:pt x="114798" y="59115"/>
                    <a:pt x="41735" y="167326"/>
                    <a:pt x="0" y="222622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CF0A583-F7AB-423B-9F6C-0A27F9C6D81D}"/>
                </a:ext>
              </a:extLst>
            </p:cNvPr>
            <p:cNvSpPr/>
            <p:nvPr/>
          </p:nvSpPr>
          <p:spPr>
            <a:xfrm>
              <a:off x="1885560" y="2166319"/>
              <a:ext cx="648100" cy="821590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48100" h="821590">
                  <a:moveTo>
                    <a:pt x="558854" y="820259"/>
                  </a:moveTo>
                  <a:cubicBezTo>
                    <a:pt x="556585" y="819927"/>
                    <a:pt x="545404" y="818101"/>
                    <a:pt x="533946" y="816164"/>
                  </a:cubicBezTo>
                  <a:cubicBezTo>
                    <a:pt x="515957" y="813119"/>
                    <a:pt x="506658" y="812510"/>
                    <a:pt x="463429" y="811458"/>
                  </a:cubicBezTo>
                  <a:cubicBezTo>
                    <a:pt x="436030" y="810794"/>
                    <a:pt x="410181" y="809632"/>
                    <a:pt x="405974" y="808857"/>
                  </a:cubicBezTo>
                  <a:cubicBezTo>
                    <a:pt x="401768" y="808082"/>
                    <a:pt x="381232" y="806865"/>
                    <a:pt x="360310" y="806145"/>
                  </a:cubicBezTo>
                  <a:cubicBezTo>
                    <a:pt x="320512" y="804761"/>
                    <a:pt x="314424" y="803931"/>
                    <a:pt x="296933" y="797012"/>
                  </a:cubicBezTo>
                  <a:cubicBezTo>
                    <a:pt x="273298" y="787658"/>
                    <a:pt x="260069" y="774706"/>
                    <a:pt x="231618" y="733081"/>
                  </a:cubicBezTo>
                  <a:cubicBezTo>
                    <a:pt x="220603" y="716919"/>
                    <a:pt x="206710" y="696716"/>
                    <a:pt x="200788" y="688136"/>
                  </a:cubicBezTo>
                  <a:cubicBezTo>
                    <a:pt x="159385" y="627970"/>
                    <a:pt x="132817" y="537139"/>
                    <a:pt x="129219" y="443485"/>
                  </a:cubicBezTo>
                  <a:cubicBezTo>
                    <a:pt x="126507" y="372690"/>
                    <a:pt x="109458" y="301564"/>
                    <a:pt x="79458" y="235973"/>
                  </a:cubicBezTo>
                  <a:cubicBezTo>
                    <a:pt x="75418" y="227228"/>
                    <a:pt x="69384" y="213611"/>
                    <a:pt x="66008" y="205696"/>
                  </a:cubicBezTo>
                  <a:cubicBezTo>
                    <a:pt x="62631" y="197726"/>
                    <a:pt x="55159" y="181840"/>
                    <a:pt x="49347" y="170327"/>
                  </a:cubicBezTo>
                  <a:cubicBezTo>
                    <a:pt x="-29307" y="13406"/>
                    <a:pt x="-14307" y="-33088"/>
                    <a:pt x="97004" y="22595"/>
                  </a:cubicBezTo>
                  <a:cubicBezTo>
                    <a:pt x="117817" y="33056"/>
                    <a:pt x="153463" y="48499"/>
                    <a:pt x="176267" y="57079"/>
                  </a:cubicBezTo>
                  <a:cubicBezTo>
                    <a:pt x="195419" y="64274"/>
                    <a:pt x="211526" y="72466"/>
                    <a:pt x="243353" y="91230"/>
                  </a:cubicBezTo>
                  <a:cubicBezTo>
                    <a:pt x="257855" y="99754"/>
                    <a:pt x="280549" y="112817"/>
                    <a:pt x="293888" y="120345"/>
                  </a:cubicBezTo>
                  <a:cubicBezTo>
                    <a:pt x="307228" y="127817"/>
                    <a:pt x="324664" y="137670"/>
                    <a:pt x="332634" y="142264"/>
                  </a:cubicBezTo>
                  <a:cubicBezTo>
                    <a:pt x="359037" y="157319"/>
                    <a:pt x="385716" y="175751"/>
                    <a:pt x="400937" y="189368"/>
                  </a:cubicBezTo>
                  <a:cubicBezTo>
                    <a:pt x="409185" y="196785"/>
                    <a:pt x="426952" y="211342"/>
                    <a:pt x="440347" y="221748"/>
                  </a:cubicBezTo>
                  <a:cubicBezTo>
                    <a:pt x="453742" y="232154"/>
                    <a:pt x="473779" y="248206"/>
                    <a:pt x="484850" y="257394"/>
                  </a:cubicBezTo>
                  <a:cubicBezTo>
                    <a:pt x="516289" y="283575"/>
                    <a:pt x="529629" y="293871"/>
                    <a:pt x="551991" y="309258"/>
                  </a:cubicBezTo>
                  <a:cubicBezTo>
                    <a:pt x="668449" y="389628"/>
                    <a:pt x="676641" y="413318"/>
                    <a:pt x="589740" y="418577"/>
                  </a:cubicBezTo>
                  <a:cubicBezTo>
                    <a:pt x="510256" y="423392"/>
                    <a:pt x="470016" y="498780"/>
                    <a:pt x="496639" y="592988"/>
                  </a:cubicBezTo>
                  <a:cubicBezTo>
                    <a:pt x="499296" y="602453"/>
                    <a:pt x="503614" y="619667"/>
                    <a:pt x="506215" y="631235"/>
                  </a:cubicBezTo>
                  <a:cubicBezTo>
                    <a:pt x="515625" y="673358"/>
                    <a:pt x="535662" y="709889"/>
                    <a:pt x="579445" y="765130"/>
                  </a:cubicBezTo>
                  <a:cubicBezTo>
                    <a:pt x="613762" y="808359"/>
                    <a:pt x="606843" y="826957"/>
                    <a:pt x="558854" y="820259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07D2F616-2A62-439D-A0F8-1F82F0B7756B}"/>
                </a:ext>
              </a:extLst>
            </p:cNvPr>
            <p:cNvSpPr/>
            <p:nvPr/>
          </p:nvSpPr>
          <p:spPr>
            <a:xfrm>
              <a:off x="2437501" y="2629566"/>
              <a:ext cx="628608" cy="630576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8608" h="630576">
                  <a:moveTo>
                    <a:pt x="599889" y="628011"/>
                  </a:moveTo>
                  <a:cubicBezTo>
                    <a:pt x="585498" y="623361"/>
                    <a:pt x="557546" y="607033"/>
                    <a:pt x="512047" y="576645"/>
                  </a:cubicBezTo>
                  <a:cubicBezTo>
                    <a:pt x="497545" y="566959"/>
                    <a:pt x="475737" y="552844"/>
                    <a:pt x="463560" y="545261"/>
                  </a:cubicBezTo>
                  <a:cubicBezTo>
                    <a:pt x="451438" y="537623"/>
                    <a:pt x="427415" y="522124"/>
                    <a:pt x="410312" y="510777"/>
                  </a:cubicBezTo>
                  <a:cubicBezTo>
                    <a:pt x="393208" y="499430"/>
                    <a:pt x="372618" y="486423"/>
                    <a:pt x="364647" y="481939"/>
                  </a:cubicBezTo>
                  <a:cubicBezTo>
                    <a:pt x="356677" y="477401"/>
                    <a:pt x="334536" y="464393"/>
                    <a:pt x="315551" y="452991"/>
                  </a:cubicBezTo>
                  <a:cubicBezTo>
                    <a:pt x="296510" y="441644"/>
                    <a:pt x="266288" y="424762"/>
                    <a:pt x="248410" y="415463"/>
                  </a:cubicBezTo>
                  <a:cubicBezTo>
                    <a:pt x="110032" y="343783"/>
                    <a:pt x="21028" y="230147"/>
                    <a:pt x="2817" y="101899"/>
                  </a:cubicBezTo>
                  <a:cubicBezTo>
                    <a:pt x="-5486" y="43669"/>
                    <a:pt x="4422" y="12839"/>
                    <a:pt x="34423" y="3429"/>
                  </a:cubicBezTo>
                  <a:cubicBezTo>
                    <a:pt x="47984" y="-833"/>
                    <a:pt x="106324" y="-1220"/>
                    <a:pt x="125088" y="2820"/>
                  </a:cubicBezTo>
                  <a:cubicBezTo>
                    <a:pt x="158354" y="9960"/>
                    <a:pt x="186195" y="21252"/>
                    <a:pt x="204351" y="34813"/>
                  </a:cubicBezTo>
                  <a:cubicBezTo>
                    <a:pt x="222727" y="48651"/>
                    <a:pt x="318761" y="145958"/>
                    <a:pt x="332544" y="164778"/>
                  </a:cubicBezTo>
                  <a:cubicBezTo>
                    <a:pt x="339186" y="173855"/>
                    <a:pt x="352249" y="191180"/>
                    <a:pt x="361658" y="203357"/>
                  </a:cubicBezTo>
                  <a:cubicBezTo>
                    <a:pt x="371013" y="215535"/>
                    <a:pt x="385902" y="235848"/>
                    <a:pt x="394758" y="248524"/>
                  </a:cubicBezTo>
                  <a:cubicBezTo>
                    <a:pt x="403559" y="261144"/>
                    <a:pt x="416677" y="279908"/>
                    <a:pt x="423818" y="290203"/>
                  </a:cubicBezTo>
                  <a:cubicBezTo>
                    <a:pt x="440257" y="313783"/>
                    <a:pt x="475682" y="370683"/>
                    <a:pt x="489741" y="396034"/>
                  </a:cubicBezTo>
                  <a:cubicBezTo>
                    <a:pt x="501697" y="417621"/>
                    <a:pt x="524169" y="452160"/>
                    <a:pt x="548690" y="486699"/>
                  </a:cubicBezTo>
                  <a:cubicBezTo>
                    <a:pt x="557601" y="499264"/>
                    <a:pt x="573764" y="522899"/>
                    <a:pt x="584668" y="539283"/>
                  </a:cubicBezTo>
                  <a:cubicBezTo>
                    <a:pt x="595572" y="555667"/>
                    <a:pt x="608746" y="575095"/>
                    <a:pt x="614004" y="582568"/>
                  </a:cubicBezTo>
                  <a:cubicBezTo>
                    <a:pt x="638192" y="616775"/>
                    <a:pt x="631550" y="638251"/>
                    <a:pt x="599889" y="628011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C5940353-2389-4248-89AE-BA639A00161F}"/>
                </a:ext>
              </a:extLst>
            </p:cNvPr>
            <p:cNvSpPr/>
            <p:nvPr/>
          </p:nvSpPr>
          <p:spPr>
            <a:xfrm>
              <a:off x="2176846" y="3027594"/>
              <a:ext cx="374000" cy="385713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4000" h="385713">
                  <a:moveTo>
                    <a:pt x="319487" y="383306"/>
                  </a:moveTo>
                  <a:cubicBezTo>
                    <a:pt x="216479" y="368915"/>
                    <a:pt x="187364" y="356073"/>
                    <a:pt x="129854" y="299449"/>
                  </a:cubicBezTo>
                  <a:cubicBezTo>
                    <a:pt x="108101" y="278028"/>
                    <a:pt x="101072" y="269726"/>
                    <a:pt x="71846" y="230482"/>
                  </a:cubicBezTo>
                  <a:cubicBezTo>
                    <a:pt x="65038" y="221404"/>
                    <a:pt x="55407" y="208618"/>
                    <a:pt x="50370" y="202142"/>
                  </a:cubicBezTo>
                  <a:cubicBezTo>
                    <a:pt x="34208" y="181219"/>
                    <a:pt x="17326" y="142141"/>
                    <a:pt x="5148" y="97639"/>
                  </a:cubicBezTo>
                  <a:cubicBezTo>
                    <a:pt x="-9077" y="45443"/>
                    <a:pt x="6754" y="7693"/>
                    <a:pt x="45499" y="1549"/>
                  </a:cubicBezTo>
                  <a:cubicBezTo>
                    <a:pt x="62105" y="-1052"/>
                    <a:pt x="142696" y="-222"/>
                    <a:pt x="170039" y="2878"/>
                  </a:cubicBezTo>
                  <a:cubicBezTo>
                    <a:pt x="183379" y="4372"/>
                    <a:pt x="198324" y="5645"/>
                    <a:pt x="203250" y="5645"/>
                  </a:cubicBezTo>
                  <a:cubicBezTo>
                    <a:pt x="208176" y="5645"/>
                    <a:pt x="223121" y="6918"/>
                    <a:pt x="236461" y="8413"/>
                  </a:cubicBezTo>
                  <a:cubicBezTo>
                    <a:pt x="251239" y="10073"/>
                    <a:pt x="270114" y="11181"/>
                    <a:pt x="284893" y="11181"/>
                  </a:cubicBezTo>
                  <a:cubicBezTo>
                    <a:pt x="352753" y="11291"/>
                    <a:pt x="358399" y="22417"/>
                    <a:pt x="310520" y="61661"/>
                  </a:cubicBezTo>
                  <a:cubicBezTo>
                    <a:pt x="229044" y="128580"/>
                    <a:pt x="240169" y="229984"/>
                    <a:pt x="339524" y="326183"/>
                  </a:cubicBezTo>
                  <a:cubicBezTo>
                    <a:pt x="391001" y="376055"/>
                    <a:pt x="385244" y="392439"/>
                    <a:pt x="319487" y="38330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21DCF276-8195-4B2D-8FF3-FBECF400738F}"/>
                </a:ext>
              </a:extLst>
            </p:cNvPr>
            <p:cNvSpPr/>
            <p:nvPr/>
          </p:nvSpPr>
          <p:spPr>
            <a:xfrm>
              <a:off x="2488933" y="3094951"/>
              <a:ext cx="466548" cy="298152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548" h="298152">
                  <a:moveTo>
                    <a:pt x="199026" y="296576"/>
                  </a:moveTo>
                  <a:cubicBezTo>
                    <a:pt x="139634" y="289325"/>
                    <a:pt x="106202" y="272554"/>
                    <a:pt x="62585" y="227941"/>
                  </a:cubicBezTo>
                  <a:cubicBezTo>
                    <a:pt x="-10091" y="153659"/>
                    <a:pt x="-20663" y="70854"/>
                    <a:pt x="37124" y="28234"/>
                  </a:cubicBezTo>
                  <a:cubicBezTo>
                    <a:pt x="70500" y="3713"/>
                    <a:pt x="81847" y="-161"/>
                    <a:pt x="120870" y="5"/>
                  </a:cubicBezTo>
                  <a:cubicBezTo>
                    <a:pt x="168361" y="171"/>
                    <a:pt x="171184" y="1223"/>
                    <a:pt x="264561" y="54249"/>
                  </a:cubicBezTo>
                  <a:cubicBezTo>
                    <a:pt x="345595" y="100301"/>
                    <a:pt x="374710" y="116519"/>
                    <a:pt x="389323" y="123715"/>
                  </a:cubicBezTo>
                  <a:cubicBezTo>
                    <a:pt x="501630" y="179121"/>
                    <a:pt x="494545" y="195505"/>
                    <a:pt x="347643" y="219859"/>
                  </a:cubicBezTo>
                  <a:cubicBezTo>
                    <a:pt x="303750" y="227166"/>
                    <a:pt x="294119" y="234251"/>
                    <a:pt x="289691" y="262591"/>
                  </a:cubicBezTo>
                  <a:cubicBezTo>
                    <a:pt x="285429" y="289989"/>
                    <a:pt x="251000" y="302886"/>
                    <a:pt x="199026" y="29657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AC7B2EAD-056C-4AD4-BD9D-6DD0527AA7B5}"/>
                </a:ext>
              </a:extLst>
            </p:cNvPr>
            <p:cNvSpPr/>
            <p:nvPr/>
          </p:nvSpPr>
          <p:spPr>
            <a:xfrm>
              <a:off x="2675080" y="3472693"/>
              <a:ext cx="392056" cy="401177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2056" h="401177">
                  <a:moveTo>
                    <a:pt x="178268" y="399226"/>
                  </a:moveTo>
                  <a:cubicBezTo>
                    <a:pt x="144283" y="388820"/>
                    <a:pt x="128176" y="337288"/>
                    <a:pt x="141404" y="281494"/>
                  </a:cubicBezTo>
                  <a:cubicBezTo>
                    <a:pt x="149264" y="248394"/>
                    <a:pt x="149154" y="242416"/>
                    <a:pt x="140408" y="233671"/>
                  </a:cubicBezTo>
                  <a:cubicBezTo>
                    <a:pt x="130168" y="223431"/>
                    <a:pt x="113895" y="224593"/>
                    <a:pt x="82566" y="237933"/>
                  </a:cubicBezTo>
                  <a:cubicBezTo>
                    <a:pt x="19687" y="264557"/>
                    <a:pt x="-13579" y="232342"/>
                    <a:pt x="5241" y="163209"/>
                  </a:cubicBezTo>
                  <a:cubicBezTo>
                    <a:pt x="19189" y="111843"/>
                    <a:pt x="56717" y="81013"/>
                    <a:pt x="137419" y="54555"/>
                  </a:cubicBezTo>
                  <a:cubicBezTo>
                    <a:pt x="147327" y="51289"/>
                    <a:pt x="165095" y="44924"/>
                    <a:pt x="176885" y="40329"/>
                  </a:cubicBezTo>
                  <a:cubicBezTo>
                    <a:pt x="188674" y="35791"/>
                    <a:pt x="208103" y="29647"/>
                    <a:pt x="220058" y="26658"/>
                  </a:cubicBezTo>
                  <a:cubicBezTo>
                    <a:pt x="231959" y="23724"/>
                    <a:pt x="248786" y="18576"/>
                    <a:pt x="257420" y="15200"/>
                  </a:cubicBezTo>
                  <a:cubicBezTo>
                    <a:pt x="303860" y="-2955"/>
                    <a:pt x="334137" y="-4671"/>
                    <a:pt x="366351" y="9111"/>
                  </a:cubicBezTo>
                  <a:cubicBezTo>
                    <a:pt x="398842" y="23060"/>
                    <a:pt x="400171" y="44425"/>
                    <a:pt x="372385" y="107027"/>
                  </a:cubicBezTo>
                  <a:cubicBezTo>
                    <a:pt x="368123" y="116603"/>
                    <a:pt x="360761" y="135035"/>
                    <a:pt x="356056" y="147932"/>
                  </a:cubicBezTo>
                  <a:cubicBezTo>
                    <a:pt x="351296" y="160884"/>
                    <a:pt x="344488" y="178043"/>
                    <a:pt x="340890" y="186013"/>
                  </a:cubicBezTo>
                  <a:cubicBezTo>
                    <a:pt x="337347" y="193984"/>
                    <a:pt x="330207" y="210202"/>
                    <a:pt x="325059" y="221992"/>
                  </a:cubicBezTo>
                  <a:cubicBezTo>
                    <a:pt x="264727" y="359982"/>
                    <a:pt x="221331" y="412344"/>
                    <a:pt x="178268" y="39922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806AA408-A4B6-4323-A0D5-B8B7884FC503}"/>
                </a:ext>
              </a:extLst>
            </p:cNvPr>
            <p:cNvSpPr/>
            <p:nvPr/>
          </p:nvSpPr>
          <p:spPr>
            <a:xfrm>
              <a:off x="2417885" y="3643932"/>
              <a:ext cx="431209" cy="505747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1209" h="505747">
                  <a:moveTo>
                    <a:pt x="110275" y="504466"/>
                  </a:moveTo>
                  <a:cubicBezTo>
                    <a:pt x="100644" y="500647"/>
                    <a:pt x="97323" y="494171"/>
                    <a:pt x="95054" y="474853"/>
                  </a:cubicBezTo>
                  <a:cubicBezTo>
                    <a:pt x="92397" y="452657"/>
                    <a:pt x="89352" y="446403"/>
                    <a:pt x="69371" y="422270"/>
                  </a:cubicBezTo>
                  <a:cubicBezTo>
                    <a:pt x="-29708" y="302988"/>
                    <a:pt x="-23951" y="225718"/>
                    <a:pt x="94998" y="77377"/>
                  </a:cubicBezTo>
                  <a:cubicBezTo>
                    <a:pt x="170442" y="-16665"/>
                    <a:pt x="200497" y="-24082"/>
                    <a:pt x="205700" y="50200"/>
                  </a:cubicBezTo>
                  <a:cubicBezTo>
                    <a:pt x="210018" y="110809"/>
                    <a:pt x="232158" y="132396"/>
                    <a:pt x="292214" y="134610"/>
                  </a:cubicBezTo>
                  <a:cubicBezTo>
                    <a:pt x="326919" y="135938"/>
                    <a:pt x="330904" y="139647"/>
                    <a:pt x="337657" y="176677"/>
                  </a:cubicBezTo>
                  <a:cubicBezTo>
                    <a:pt x="345130" y="217415"/>
                    <a:pt x="363396" y="242877"/>
                    <a:pt x="404577" y="269888"/>
                  </a:cubicBezTo>
                  <a:cubicBezTo>
                    <a:pt x="440666" y="293523"/>
                    <a:pt x="440223" y="311678"/>
                    <a:pt x="402363" y="360276"/>
                  </a:cubicBezTo>
                  <a:cubicBezTo>
                    <a:pt x="342418" y="437325"/>
                    <a:pt x="251088" y="492289"/>
                    <a:pt x="176364" y="496329"/>
                  </a:cubicBezTo>
                  <a:cubicBezTo>
                    <a:pt x="157324" y="497326"/>
                    <a:pt x="149131" y="498433"/>
                    <a:pt x="135903" y="501809"/>
                  </a:cubicBezTo>
                  <a:cubicBezTo>
                    <a:pt x="118080" y="506348"/>
                    <a:pt x="115589" y="506569"/>
                    <a:pt x="110275" y="50446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B824C9EB-1047-440F-BD56-105EB916A233}"/>
                </a:ext>
              </a:extLst>
            </p:cNvPr>
            <p:cNvSpPr/>
            <p:nvPr/>
          </p:nvSpPr>
          <p:spPr>
            <a:xfrm>
              <a:off x="2225483" y="4197046"/>
              <a:ext cx="307819" cy="378676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819" h="378676">
                  <a:moveTo>
                    <a:pt x="62454" y="377723"/>
                  </a:moveTo>
                  <a:cubicBezTo>
                    <a:pt x="27860" y="372686"/>
                    <a:pt x="5775" y="346172"/>
                    <a:pt x="959" y="304106"/>
                  </a:cubicBezTo>
                  <a:cubicBezTo>
                    <a:pt x="-3082" y="268293"/>
                    <a:pt x="4612" y="248920"/>
                    <a:pt x="44022" y="195728"/>
                  </a:cubicBezTo>
                  <a:cubicBezTo>
                    <a:pt x="55867" y="179787"/>
                    <a:pt x="68930" y="161798"/>
                    <a:pt x="73026" y="155765"/>
                  </a:cubicBezTo>
                  <a:cubicBezTo>
                    <a:pt x="86532" y="136004"/>
                    <a:pt x="87030" y="135617"/>
                    <a:pt x="140942" y="94325"/>
                  </a:cubicBezTo>
                  <a:cubicBezTo>
                    <a:pt x="178525" y="65487"/>
                    <a:pt x="184393" y="58790"/>
                    <a:pt x="194632" y="32941"/>
                  </a:cubicBezTo>
                  <a:cubicBezTo>
                    <a:pt x="207197" y="1169"/>
                    <a:pt x="225242" y="-6912"/>
                    <a:pt x="255629" y="5653"/>
                  </a:cubicBezTo>
                  <a:cubicBezTo>
                    <a:pt x="314412" y="29896"/>
                    <a:pt x="323877" y="61280"/>
                    <a:pt x="282309" y="94159"/>
                  </a:cubicBezTo>
                  <a:cubicBezTo>
                    <a:pt x="244947" y="123661"/>
                    <a:pt x="230611" y="147905"/>
                    <a:pt x="202382" y="228939"/>
                  </a:cubicBezTo>
                  <a:cubicBezTo>
                    <a:pt x="164079" y="339088"/>
                    <a:pt x="119798" y="386136"/>
                    <a:pt x="62454" y="377723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E2C636AE-BC58-414A-AF0C-7C7F289C6211}"/>
              </a:ext>
            </a:extLst>
          </p:cNvPr>
          <p:cNvSpPr/>
          <p:nvPr/>
        </p:nvSpPr>
        <p:spPr>
          <a:xfrm>
            <a:off x="3482192" y="2082297"/>
            <a:ext cx="1339670" cy="1394968"/>
          </a:xfrm>
          <a:custGeom>
            <a:avLst/>
            <a:gdLst>
              <a:gd name="connsiteX0" fmla="*/ 0 w 1339670"/>
              <a:gd name="connsiteY0" fmla="*/ 1125907 h 1394968"/>
              <a:gd name="connsiteX1" fmla="*/ 97805 w 1339670"/>
              <a:gd name="connsiteY1" fmla="*/ 984153 h 1394968"/>
              <a:gd name="connsiteX2" fmla="*/ 252789 w 1339670"/>
              <a:gd name="connsiteY2" fmla="*/ 740608 h 1394968"/>
              <a:gd name="connsiteX3" fmla="*/ 904382 w 1339670"/>
              <a:gd name="connsiteY3" fmla="*/ 147577 h 1394968"/>
              <a:gd name="connsiteX4" fmla="*/ 1120251 w 1339670"/>
              <a:gd name="connsiteY4" fmla="*/ 56247 h 1394968"/>
              <a:gd name="connsiteX5" fmla="*/ 1318463 w 1339670"/>
              <a:gd name="connsiteY5" fmla="*/ 18332 h 1394968"/>
              <a:gd name="connsiteX6" fmla="*/ 1205104 w 1339670"/>
              <a:gd name="connsiteY6" fmla="*/ 402967 h 1394968"/>
              <a:gd name="connsiteX7" fmla="*/ 1163591 w 1339670"/>
              <a:gd name="connsiteY7" fmla="*/ 707398 h 1394968"/>
              <a:gd name="connsiteX8" fmla="*/ 1043147 w 1339670"/>
              <a:gd name="connsiteY8" fmla="*/ 906662 h 1394968"/>
              <a:gd name="connsiteX9" fmla="*/ 1034678 w 1339670"/>
              <a:gd name="connsiteY9" fmla="*/ 1011829 h 1394968"/>
              <a:gd name="connsiteX10" fmla="*/ 815820 w 1339670"/>
              <a:gd name="connsiteY10" fmla="*/ 1349581 h 1394968"/>
              <a:gd name="connsiteX11" fmla="*/ 474802 w 1339670"/>
              <a:gd name="connsiteY11" fmla="*/ 1394969 h 1394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39670" h="1394968">
                <a:moveTo>
                  <a:pt x="0" y="1125907"/>
                </a:moveTo>
                <a:cubicBezTo>
                  <a:pt x="28118" y="1076091"/>
                  <a:pt x="66754" y="1032309"/>
                  <a:pt x="97805" y="984153"/>
                </a:cubicBezTo>
                <a:cubicBezTo>
                  <a:pt x="149946" y="903396"/>
                  <a:pt x="194891" y="817601"/>
                  <a:pt x="252789" y="740608"/>
                </a:cubicBezTo>
                <a:cubicBezTo>
                  <a:pt x="398362" y="546935"/>
                  <a:pt x="693992" y="267744"/>
                  <a:pt x="904382" y="147577"/>
                </a:cubicBezTo>
                <a:cubicBezTo>
                  <a:pt x="974511" y="107502"/>
                  <a:pt x="1045361" y="84642"/>
                  <a:pt x="1120251" y="56247"/>
                </a:cubicBezTo>
                <a:cubicBezTo>
                  <a:pt x="1176100" y="35103"/>
                  <a:pt x="1259791" y="-32038"/>
                  <a:pt x="1318463" y="18332"/>
                </a:cubicBezTo>
                <a:cubicBezTo>
                  <a:pt x="1399774" y="88130"/>
                  <a:pt x="1222263" y="320826"/>
                  <a:pt x="1205104" y="402967"/>
                </a:cubicBezTo>
                <a:cubicBezTo>
                  <a:pt x="1183905" y="504370"/>
                  <a:pt x="1199735" y="607323"/>
                  <a:pt x="1163591" y="707398"/>
                </a:cubicBezTo>
                <a:cubicBezTo>
                  <a:pt x="1136745" y="781623"/>
                  <a:pt x="1066727" y="833211"/>
                  <a:pt x="1043147" y="906662"/>
                </a:cubicBezTo>
                <a:cubicBezTo>
                  <a:pt x="1032409" y="940149"/>
                  <a:pt x="1038940" y="977234"/>
                  <a:pt x="1034678" y="1011829"/>
                </a:cubicBezTo>
                <a:cubicBezTo>
                  <a:pt x="1017464" y="1151037"/>
                  <a:pt x="940747" y="1278455"/>
                  <a:pt x="815820" y="1349581"/>
                </a:cubicBezTo>
                <a:cubicBezTo>
                  <a:pt x="705782" y="1412294"/>
                  <a:pt x="587773" y="1361869"/>
                  <a:pt x="474802" y="1394969"/>
                </a:cubicBezTo>
              </a:path>
            </a:pathLst>
          </a:custGeom>
          <a:noFill/>
          <a:ln w="49723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0F19A323-D460-4ADF-877D-26F714B3D477}"/>
              </a:ext>
            </a:extLst>
          </p:cNvPr>
          <p:cNvSpPr/>
          <p:nvPr/>
        </p:nvSpPr>
        <p:spPr>
          <a:xfrm>
            <a:off x="3713449" y="3431933"/>
            <a:ext cx="228157" cy="48044"/>
          </a:xfrm>
          <a:custGeom>
            <a:avLst/>
            <a:gdLst>
              <a:gd name="connsiteX0" fmla="*/ 0 w 228157"/>
              <a:gd name="connsiteY0" fmla="*/ 0 h 48044"/>
              <a:gd name="connsiteX1" fmla="*/ 228157 w 228157"/>
              <a:gd name="connsiteY1" fmla="*/ 48045 h 48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157" h="48044">
                <a:moveTo>
                  <a:pt x="0" y="0"/>
                </a:moveTo>
                <a:cubicBezTo>
                  <a:pt x="76661" y="5646"/>
                  <a:pt x="153876" y="29059"/>
                  <a:pt x="228157" y="48045"/>
                </a:cubicBezTo>
              </a:path>
            </a:pathLst>
          </a:custGeom>
          <a:noFill/>
          <a:ln w="49723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ACD91B30-933D-4A35-ABEC-EC4405B52065}"/>
              </a:ext>
            </a:extLst>
          </p:cNvPr>
          <p:cNvSpPr/>
          <p:nvPr/>
        </p:nvSpPr>
        <p:spPr>
          <a:xfrm>
            <a:off x="3952510" y="3489222"/>
            <a:ext cx="312607" cy="754047"/>
          </a:xfrm>
          <a:custGeom>
            <a:avLst/>
            <a:gdLst>
              <a:gd name="connsiteX0" fmla="*/ 0 w 312607"/>
              <a:gd name="connsiteY0" fmla="*/ 0 h 754047"/>
              <a:gd name="connsiteX1" fmla="*/ 198932 w 312607"/>
              <a:gd name="connsiteY1" fmla="*/ 180721 h 754047"/>
              <a:gd name="connsiteX2" fmla="*/ 298398 w 312607"/>
              <a:gd name="connsiteY2" fmla="*/ 496056 h 754047"/>
              <a:gd name="connsiteX3" fmla="*/ 235519 w 312607"/>
              <a:gd name="connsiteY3" fmla="*/ 612294 h 754047"/>
              <a:gd name="connsiteX4" fmla="*/ 205961 w 312607"/>
              <a:gd name="connsiteY4" fmla="*/ 754048 h 754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2607" h="754047">
                <a:moveTo>
                  <a:pt x="0" y="0"/>
                </a:moveTo>
                <a:cubicBezTo>
                  <a:pt x="37362" y="70130"/>
                  <a:pt x="143249" y="117621"/>
                  <a:pt x="198932" y="180721"/>
                </a:cubicBezTo>
                <a:cubicBezTo>
                  <a:pt x="271276" y="262641"/>
                  <a:pt x="344062" y="384247"/>
                  <a:pt x="298398" y="496056"/>
                </a:cubicBezTo>
                <a:cubicBezTo>
                  <a:pt x="281682" y="536906"/>
                  <a:pt x="251848" y="571334"/>
                  <a:pt x="235519" y="612294"/>
                </a:cubicBezTo>
                <a:cubicBezTo>
                  <a:pt x="217142" y="658346"/>
                  <a:pt x="226552" y="707996"/>
                  <a:pt x="205961" y="754048"/>
                </a:cubicBezTo>
              </a:path>
            </a:pathLst>
          </a:custGeom>
          <a:noFill/>
          <a:ln w="49723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7940D5C6-2A36-405C-A06A-346D968668CC}"/>
              </a:ext>
            </a:extLst>
          </p:cNvPr>
          <p:cNvSpPr/>
          <p:nvPr/>
        </p:nvSpPr>
        <p:spPr>
          <a:xfrm>
            <a:off x="3481362" y="3550163"/>
            <a:ext cx="665043" cy="700633"/>
          </a:xfrm>
          <a:custGeom>
            <a:avLst/>
            <a:gdLst>
              <a:gd name="connsiteX0" fmla="*/ 0 w 665043"/>
              <a:gd name="connsiteY0" fmla="*/ 0 h 700633"/>
              <a:gd name="connsiteX1" fmla="*/ 407052 w 665043"/>
              <a:gd name="connsiteY1" fmla="*/ 629619 h 700633"/>
              <a:gd name="connsiteX2" fmla="*/ 545430 w 665043"/>
              <a:gd name="connsiteY2" fmla="*/ 663494 h 700633"/>
              <a:gd name="connsiteX3" fmla="*/ 665043 w 665043"/>
              <a:gd name="connsiteY3" fmla="*/ 700634 h 700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043" h="700633">
                <a:moveTo>
                  <a:pt x="0" y="0"/>
                </a:moveTo>
                <a:cubicBezTo>
                  <a:pt x="84964" y="194725"/>
                  <a:pt x="213489" y="528658"/>
                  <a:pt x="407052" y="629619"/>
                </a:cubicBezTo>
                <a:cubicBezTo>
                  <a:pt x="451720" y="652921"/>
                  <a:pt x="498105" y="651205"/>
                  <a:pt x="545430" y="663494"/>
                </a:cubicBezTo>
                <a:cubicBezTo>
                  <a:pt x="587441" y="674398"/>
                  <a:pt x="620320" y="696870"/>
                  <a:pt x="665043" y="700634"/>
                </a:cubicBezTo>
              </a:path>
            </a:pathLst>
          </a:custGeom>
          <a:noFill/>
          <a:ln w="49723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FB700357-F695-49E0-80E4-D4E4CF287030}"/>
              </a:ext>
            </a:extLst>
          </p:cNvPr>
          <p:cNvSpPr/>
          <p:nvPr/>
        </p:nvSpPr>
        <p:spPr>
          <a:xfrm>
            <a:off x="4158306" y="4258657"/>
            <a:ext cx="149503" cy="222621"/>
          </a:xfrm>
          <a:custGeom>
            <a:avLst/>
            <a:gdLst>
              <a:gd name="connsiteX0" fmla="*/ 0 w 149503"/>
              <a:gd name="connsiteY0" fmla="*/ 0 h 222621"/>
              <a:gd name="connsiteX1" fmla="*/ 149503 w 149503"/>
              <a:gd name="connsiteY1" fmla="*/ 222622 h 222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9503" h="222621">
                <a:moveTo>
                  <a:pt x="0" y="0"/>
                </a:moveTo>
                <a:cubicBezTo>
                  <a:pt x="34705" y="59115"/>
                  <a:pt x="107768" y="167326"/>
                  <a:pt x="149503" y="222622"/>
                </a:cubicBezTo>
              </a:path>
            </a:pathLst>
          </a:custGeom>
          <a:noFill/>
          <a:ln w="49723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04CACD3F-F225-495B-8DB4-1CC8C1F5F5FA}"/>
              </a:ext>
            </a:extLst>
          </p:cNvPr>
          <p:cNvSpPr/>
          <p:nvPr/>
        </p:nvSpPr>
        <p:spPr>
          <a:xfrm>
            <a:off x="4078026" y="2166319"/>
            <a:ext cx="648100" cy="821590"/>
          </a:xfrm>
          <a:custGeom>
            <a:avLst/>
            <a:gdLst>
              <a:gd name="connsiteX0" fmla="*/ 89247 w 648100"/>
              <a:gd name="connsiteY0" fmla="*/ 820259 h 821590"/>
              <a:gd name="connsiteX1" fmla="*/ 68656 w 648100"/>
              <a:gd name="connsiteY1" fmla="*/ 765130 h 821590"/>
              <a:gd name="connsiteX2" fmla="*/ 141886 w 648100"/>
              <a:gd name="connsiteY2" fmla="*/ 631235 h 821590"/>
              <a:gd name="connsiteX3" fmla="*/ 151461 w 648100"/>
              <a:gd name="connsiteY3" fmla="*/ 592988 h 821590"/>
              <a:gd name="connsiteX4" fmla="*/ 58361 w 648100"/>
              <a:gd name="connsiteY4" fmla="*/ 418577 h 821590"/>
              <a:gd name="connsiteX5" fmla="*/ 96110 w 648100"/>
              <a:gd name="connsiteY5" fmla="*/ 309258 h 821590"/>
              <a:gd name="connsiteX6" fmla="*/ 163251 w 648100"/>
              <a:gd name="connsiteY6" fmla="*/ 257394 h 821590"/>
              <a:gd name="connsiteX7" fmla="*/ 207753 w 648100"/>
              <a:gd name="connsiteY7" fmla="*/ 221748 h 821590"/>
              <a:gd name="connsiteX8" fmla="*/ 247163 w 648100"/>
              <a:gd name="connsiteY8" fmla="*/ 189368 h 821590"/>
              <a:gd name="connsiteX9" fmla="*/ 315467 w 648100"/>
              <a:gd name="connsiteY9" fmla="*/ 142264 h 821590"/>
              <a:gd name="connsiteX10" fmla="*/ 354212 w 648100"/>
              <a:gd name="connsiteY10" fmla="*/ 120345 h 821590"/>
              <a:gd name="connsiteX11" fmla="*/ 404748 w 648100"/>
              <a:gd name="connsiteY11" fmla="*/ 91230 h 821590"/>
              <a:gd name="connsiteX12" fmla="*/ 471833 w 648100"/>
              <a:gd name="connsiteY12" fmla="*/ 57079 h 821590"/>
              <a:gd name="connsiteX13" fmla="*/ 551096 w 648100"/>
              <a:gd name="connsiteY13" fmla="*/ 22595 h 821590"/>
              <a:gd name="connsiteX14" fmla="*/ 598753 w 648100"/>
              <a:gd name="connsiteY14" fmla="*/ 170327 h 821590"/>
              <a:gd name="connsiteX15" fmla="*/ 582093 w 648100"/>
              <a:gd name="connsiteY15" fmla="*/ 205696 h 821590"/>
              <a:gd name="connsiteX16" fmla="*/ 568642 w 648100"/>
              <a:gd name="connsiteY16" fmla="*/ 235973 h 821590"/>
              <a:gd name="connsiteX17" fmla="*/ 518882 w 648100"/>
              <a:gd name="connsiteY17" fmla="*/ 443485 h 821590"/>
              <a:gd name="connsiteX18" fmla="*/ 447313 w 648100"/>
              <a:gd name="connsiteY18" fmla="*/ 688136 h 821590"/>
              <a:gd name="connsiteX19" fmla="*/ 416482 w 648100"/>
              <a:gd name="connsiteY19" fmla="*/ 733081 h 821590"/>
              <a:gd name="connsiteX20" fmla="*/ 351168 w 648100"/>
              <a:gd name="connsiteY20" fmla="*/ 797012 h 821590"/>
              <a:gd name="connsiteX21" fmla="*/ 287791 w 648100"/>
              <a:gd name="connsiteY21" fmla="*/ 806145 h 821590"/>
              <a:gd name="connsiteX22" fmla="*/ 242126 w 648100"/>
              <a:gd name="connsiteY22" fmla="*/ 808857 h 821590"/>
              <a:gd name="connsiteX23" fmla="*/ 184672 w 648100"/>
              <a:gd name="connsiteY23" fmla="*/ 811458 h 821590"/>
              <a:gd name="connsiteX24" fmla="*/ 114155 w 648100"/>
              <a:gd name="connsiteY24" fmla="*/ 816164 h 821590"/>
              <a:gd name="connsiteX25" fmla="*/ 89247 w 648100"/>
              <a:gd name="connsiteY25" fmla="*/ 820259 h 821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48100" h="821590">
                <a:moveTo>
                  <a:pt x="89247" y="820259"/>
                </a:moveTo>
                <a:cubicBezTo>
                  <a:pt x="41257" y="826957"/>
                  <a:pt x="34338" y="808359"/>
                  <a:pt x="68656" y="765130"/>
                </a:cubicBezTo>
                <a:cubicBezTo>
                  <a:pt x="112439" y="709889"/>
                  <a:pt x="132476" y="673358"/>
                  <a:pt x="141886" y="631235"/>
                </a:cubicBezTo>
                <a:cubicBezTo>
                  <a:pt x="144487" y="619667"/>
                  <a:pt x="148804" y="602453"/>
                  <a:pt x="151461" y="592988"/>
                </a:cubicBezTo>
                <a:cubicBezTo>
                  <a:pt x="178085" y="498780"/>
                  <a:pt x="137845" y="423392"/>
                  <a:pt x="58361" y="418577"/>
                </a:cubicBezTo>
                <a:cubicBezTo>
                  <a:pt x="-28541" y="413318"/>
                  <a:pt x="-20348" y="389628"/>
                  <a:pt x="96110" y="309258"/>
                </a:cubicBezTo>
                <a:cubicBezTo>
                  <a:pt x="118472" y="293871"/>
                  <a:pt x="131812" y="283575"/>
                  <a:pt x="163251" y="257394"/>
                </a:cubicBezTo>
                <a:cubicBezTo>
                  <a:pt x="174321" y="248206"/>
                  <a:pt x="194358" y="232154"/>
                  <a:pt x="207753" y="221748"/>
                </a:cubicBezTo>
                <a:cubicBezTo>
                  <a:pt x="221148" y="211342"/>
                  <a:pt x="238916" y="196785"/>
                  <a:pt x="247163" y="189368"/>
                </a:cubicBezTo>
                <a:cubicBezTo>
                  <a:pt x="262385" y="175751"/>
                  <a:pt x="289064" y="157319"/>
                  <a:pt x="315467" y="142264"/>
                </a:cubicBezTo>
                <a:cubicBezTo>
                  <a:pt x="323437" y="137670"/>
                  <a:pt x="340873" y="127817"/>
                  <a:pt x="354212" y="120345"/>
                </a:cubicBezTo>
                <a:cubicBezTo>
                  <a:pt x="367552" y="112817"/>
                  <a:pt x="390246" y="99754"/>
                  <a:pt x="404748" y="91230"/>
                </a:cubicBezTo>
                <a:cubicBezTo>
                  <a:pt x="436575" y="72466"/>
                  <a:pt x="452682" y="64274"/>
                  <a:pt x="471833" y="57079"/>
                </a:cubicBezTo>
                <a:cubicBezTo>
                  <a:pt x="494638" y="48499"/>
                  <a:pt x="530284" y="33056"/>
                  <a:pt x="551096" y="22595"/>
                </a:cubicBezTo>
                <a:cubicBezTo>
                  <a:pt x="662407" y="-33088"/>
                  <a:pt x="677407" y="13406"/>
                  <a:pt x="598753" y="170327"/>
                </a:cubicBezTo>
                <a:cubicBezTo>
                  <a:pt x="592942" y="181840"/>
                  <a:pt x="585469" y="197726"/>
                  <a:pt x="582093" y="205696"/>
                </a:cubicBezTo>
                <a:cubicBezTo>
                  <a:pt x="578716" y="213611"/>
                  <a:pt x="572683" y="227228"/>
                  <a:pt x="568642" y="235973"/>
                </a:cubicBezTo>
                <a:cubicBezTo>
                  <a:pt x="538642" y="301564"/>
                  <a:pt x="521594" y="372690"/>
                  <a:pt x="518882" y="443485"/>
                </a:cubicBezTo>
                <a:cubicBezTo>
                  <a:pt x="515284" y="537139"/>
                  <a:pt x="488715" y="627970"/>
                  <a:pt x="447313" y="688136"/>
                </a:cubicBezTo>
                <a:cubicBezTo>
                  <a:pt x="441390" y="696716"/>
                  <a:pt x="427497" y="716919"/>
                  <a:pt x="416482" y="733081"/>
                </a:cubicBezTo>
                <a:cubicBezTo>
                  <a:pt x="388032" y="774706"/>
                  <a:pt x="374803" y="787658"/>
                  <a:pt x="351168" y="797012"/>
                </a:cubicBezTo>
                <a:cubicBezTo>
                  <a:pt x="333677" y="803931"/>
                  <a:pt x="327588" y="804761"/>
                  <a:pt x="287791" y="806145"/>
                </a:cubicBezTo>
                <a:cubicBezTo>
                  <a:pt x="266868" y="806865"/>
                  <a:pt x="246333" y="808082"/>
                  <a:pt x="242126" y="808857"/>
                </a:cubicBezTo>
                <a:cubicBezTo>
                  <a:pt x="237920" y="809632"/>
                  <a:pt x="212126" y="810794"/>
                  <a:pt x="184672" y="811458"/>
                </a:cubicBezTo>
                <a:cubicBezTo>
                  <a:pt x="141443" y="812510"/>
                  <a:pt x="132144" y="813119"/>
                  <a:pt x="114155" y="816164"/>
                </a:cubicBezTo>
                <a:cubicBezTo>
                  <a:pt x="102697" y="818101"/>
                  <a:pt x="91516" y="819927"/>
                  <a:pt x="89247" y="820259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19D7843A-08FB-4985-AD94-0945FE9FB081}"/>
              </a:ext>
            </a:extLst>
          </p:cNvPr>
          <p:cNvSpPr/>
          <p:nvPr/>
        </p:nvSpPr>
        <p:spPr>
          <a:xfrm>
            <a:off x="3545577" y="2629566"/>
            <a:ext cx="628608" cy="630576"/>
          </a:xfrm>
          <a:custGeom>
            <a:avLst/>
            <a:gdLst>
              <a:gd name="connsiteX0" fmla="*/ 28719 w 628608"/>
              <a:gd name="connsiteY0" fmla="*/ 628011 h 630576"/>
              <a:gd name="connsiteX1" fmla="*/ 14605 w 628608"/>
              <a:gd name="connsiteY1" fmla="*/ 582568 h 630576"/>
              <a:gd name="connsiteX2" fmla="*/ 43941 w 628608"/>
              <a:gd name="connsiteY2" fmla="*/ 539283 h 630576"/>
              <a:gd name="connsiteX3" fmla="*/ 79919 w 628608"/>
              <a:gd name="connsiteY3" fmla="*/ 486699 h 630576"/>
              <a:gd name="connsiteX4" fmla="*/ 138868 w 628608"/>
              <a:gd name="connsiteY4" fmla="*/ 396034 h 630576"/>
              <a:gd name="connsiteX5" fmla="*/ 204791 w 628608"/>
              <a:gd name="connsiteY5" fmla="*/ 290203 h 630576"/>
              <a:gd name="connsiteX6" fmla="*/ 233851 w 628608"/>
              <a:gd name="connsiteY6" fmla="*/ 248524 h 630576"/>
              <a:gd name="connsiteX7" fmla="*/ 266951 w 628608"/>
              <a:gd name="connsiteY7" fmla="*/ 203357 h 630576"/>
              <a:gd name="connsiteX8" fmla="*/ 296065 w 628608"/>
              <a:gd name="connsiteY8" fmla="*/ 164778 h 630576"/>
              <a:gd name="connsiteX9" fmla="*/ 424258 w 628608"/>
              <a:gd name="connsiteY9" fmla="*/ 34813 h 630576"/>
              <a:gd name="connsiteX10" fmla="*/ 503521 w 628608"/>
              <a:gd name="connsiteY10" fmla="*/ 2820 h 630576"/>
              <a:gd name="connsiteX11" fmla="*/ 594186 w 628608"/>
              <a:gd name="connsiteY11" fmla="*/ 3429 h 630576"/>
              <a:gd name="connsiteX12" fmla="*/ 625792 w 628608"/>
              <a:gd name="connsiteY12" fmla="*/ 101899 h 630576"/>
              <a:gd name="connsiteX13" fmla="*/ 380199 w 628608"/>
              <a:gd name="connsiteY13" fmla="*/ 415463 h 630576"/>
              <a:gd name="connsiteX14" fmla="*/ 313058 w 628608"/>
              <a:gd name="connsiteY14" fmla="*/ 452991 h 630576"/>
              <a:gd name="connsiteX15" fmla="*/ 263962 w 628608"/>
              <a:gd name="connsiteY15" fmla="*/ 481939 h 630576"/>
              <a:gd name="connsiteX16" fmla="*/ 218297 w 628608"/>
              <a:gd name="connsiteY16" fmla="*/ 510777 h 630576"/>
              <a:gd name="connsiteX17" fmla="*/ 165049 w 628608"/>
              <a:gd name="connsiteY17" fmla="*/ 545261 h 630576"/>
              <a:gd name="connsiteX18" fmla="*/ 116562 w 628608"/>
              <a:gd name="connsiteY18" fmla="*/ 576645 h 630576"/>
              <a:gd name="connsiteX19" fmla="*/ 28719 w 628608"/>
              <a:gd name="connsiteY19" fmla="*/ 628011 h 63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28608" h="630576">
                <a:moveTo>
                  <a:pt x="28719" y="628011"/>
                </a:moveTo>
                <a:cubicBezTo>
                  <a:pt x="-2941" y="638251"/>
                  <a:pt x="-9584" y="616775"/>
                  <a:pt x="14605" y="582568"/>
                </a:cubicBezTo>
                <a:cubicBezTo>
                  <a:pt x="19863" y="575095"/>
                  <a:pt x="33037" y="555667"/>
                  <a:pt x="43941" y="539283"/>
                </a:cubicBezTo>
                <a:cubicBezTo>
                  <a:pt x="54845" y="522899"/>
                  <a:pt x="71008" y="499264"/>
                  <a:pt x="79919" y="486699"/>
                </a:cubicBezTo>
                <a:cubicBezTo>
                  <a:pt x="104440" y="452160"/>
                  <a:pt x="126912" y="417621"/>
                  <a:pt x="138868" y="396034"/>
                </a:cubicBezTo>
                <a:cubicBezTo>
                  <a:pt x="152927" y="370683"/>
                  <a:pt x="188352" y="313783"/>
                  <a:pt x="204791" y="290203"/>
                </a:cubicBezTo>
                <a:cubicBezTo>
                  <a:pt x="211932" y="279908"/>
                  <a:pt x="225050" y="261144"/>
                  <a:pt x="233851" y="248524"/>
                </a:cubicBezTo>
                <a:cubicBezTo>
                  <a:pt x="242707" y="235848"/>
                  <a:pt x="257596" y="215535"/>
                  <a:pt x="266951" y="203357"/>
                </a:cubicBezTo>
                <a:cubicBezTo>
                  <a:pt x="276360" y="191180"/>
                  <a:pt x="289423" y="173855"/>
                  <a:pt x="296065" y="164778"/>
                </a:cubicBezTo>
                <a:cubicBezTo>
                  <a:pt x="309848" y="145958"/>
                  <a:pt x="405882" y="48651"/>
                  <a:pt x="424258" y="34813"/>
                </a:cubicBezTo>
                <a:cubicBezTo>
                  <a:pt x="442413" y="21252"/>
                  <a:pt x="470255" y="9960"/>
                  <a:pt x="503521" y="2820"/>
                </a:cubicBezTo>
                <a:cubicBezTo>
                  <a:pt x="522285" y="-1220"/>
                  <a:pt x="580625" y="-833"/>
                  <a:pt x="594186" y="3429"/>
                </a:cubicBezTo>
                <a:cubicBezTo>
                  <a:pt x="624187" y="12839"/>
                  <a:pt x="634094" y="43669"/>
                  <a:pt x="625792" y="101899"/>
                </a:cubicBezTo>
                <a:cubicBezTo>
                  <a:pt x="607581" y="230147"/>
                  <a:pt x="518577" y="343783"/>
                  <a:pt x="380199" y="415463"/>
                </a:cubicBezTo>
                <a:cubicBezTo>
                  <a:pt x="362320" y="424762"/>
                  <a:pt x="332099" y="441644"/>
                  <a:pt x="313058" y="452991"/>
                </a:cubicBezTo>
                <a:cubicBezTo>
                  <a:pt x="294073" y="464393"/>
                  <a:pt x="271932" y="477401"/>
                  <a:pt x="263962" y="481939"/>
                </a:cubicBezTo>
                <a:cubicBezTo>
                  <a:pt x="255991" y="486423"/>
                  <a:pt x="235400" y="499430"/>
                  <a:pt x="218297" y="510777"/>
                </a:cubicBezTo>
                <a:cubicBezTo>
                  <a:pt x="201193" y="522124"/>
                  <a:pt x="177171" y="537623"/>
                  <a:pt x="165049" y="545261"/>
                </a:cubicBezTo>
                <a:cubicBezTo>
                  <a:pt x="152872" y="552844"/>
                  <a:pt x="131064" y="566959"/>
                  <a:pt x="116562" y="576645"/>
                </a:cubicBezTo>
                <a:cubicBezTo>
                  <a:pt x="71063" y="607033"/>
                  <a:pt x="43111" y="623361"/>
                  <a:pt x="28719" y="628011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082773B5-ADE2-4E6D-8AA6-1CF234404429}"/>
              </a:ext>
            </a:extLst>
          </p:cNvPr>
          <p:cNvSpPr/>
          <p:nvPr/>
        </p:nvSpPr>
        <p:spPr>
          <a:xfrm>
            <a:off x="4060839" y="3027594"/>
            <a:ext cx="374000" cy="385713"/>
          </a:xfrm>
          <a:custGeom>
            <a:avLst/>
            <a:gdLst>
              <a:gd name="connsiteX0" fmla="*/ 54514 w 374000"/>
              <a:gd name="connsiteY0" fmla="*/ 383306 h 385713"/>
              <a:gd name="connsiteX1" fmla="*/ 34477 w 374000"/>
              <a:gd name="connsiteY1" fmla="*/ 326183 h 385713"/>
              <a:gd name="connsiteX2" fmla="*/ 63480 w 374000"/>
              <a:gd name="connsiteY2" fmla="*/ 61661 h 385713"/>
              <a:gd name="connsiteX3" fmla="*/ 89108 w 374000"/>
              <a:gd name="connsiteY3" fmla="*/ 11181 h 385713"/>
              <a:gd name="connsiteX4" fmla="*/ 137540 w 374000"/>
              <a:gd name="connsiteY4" fmla="*/ 8413 h 385713"/>
              <a:gd name="connsiteX5" fmla="*/ 170751 w 374000"/>
              <a:gd name="connsiteY5" fmla="*/ 5645 h 385713"/>
              <a:gd name="connsiteX6" fmla="*/ 203962 w 374000"/>
              <a:gd name="connsiteY6" fmla="*/ 2878 h 385713"/>
              <a:gd name="connsiteX7" fmla="*/ 328502 w 374000"/>
              <a:gd name="connsiteY7" fmla="*/ 1549 h 385713"/>
              <a:gd name="connsiteX8" fmla="*/ 368852 w 374000"/>
              <a:gd name="connsiteY8" fmla="*/ 97639 h 385713"/>
              <a:gd name="connsiteX9" fmla="*/ 323631 w 374000"/>
              <a:gd name="connsiteY9" fmla="*/ 202142 h 385713"/>
              <a:gd name="connsiteX10" fmla="*/ 302154 w 374000"/>
              <a:gd name="connsiteY10" fmla="*/ 230482 h 385713"/>
              <a:gd name="connsiteX11" fmla="*/ 244147 w 374000"/>
              <a:gd name="connsiteY11" fmla="*/ 299449 h 385713"/>
              <a:gd name="connsiteX12" fmla="*/ 54514 w 374000"/>
              <a:gd name="connsiteY12" fmla="*/ 383306 h 385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74000" h="385713">
                <a:moveTo>
                  <a:pt x="54514" y="383306"/>
                </a:moveTo>
                <a:cubicBezTo>
                  <a:pt x="-11244" y="392439"/>
                  <a:pt x="-17000" y="376055"/>
                  <a:pt x="34477" y="326183"/>
                </a:cubicBezTo>
                <a:cubicBezTo>
                  <a:pt x="133832" y="229984"/>
                  <a:pt x="144957" y="128580"/>
                  <a:pt x="63480" y="61661"/>
                </a:cubicBezTo>
                <a:cubicBezTo>
                  <a:pt x="15602" y="22417"/>
                  <a:pt x="21248" y="11291"/>
                  <a:pt x="89108" y="11181"/>
                </a:cubicBezTo>
                <a:cubicBezTo>
                  <a:pt x="103887" y="11181"/>
                  <a:pt x="122762" y="10073"/>
                  <a:pt x="137540" y="8413"/>
                </a:cubicBezTo>
                <a:cubicBezTo>
                  <a:pt x="150880" y="6918"/>
                  <a:pt x="165825" y="5645"/>
                  <a:pt x="170751" y="5645"/>
                </a:cubicBezTo>
                <a:cubicBezTo>
                  <a:pt x="175677" y="5645"/>
                  <a:pt x="190622" y="4372"/>
                  <a:pt x="203962" y="2878"/>
                </a:cubicBezTo>
                <a:cubicBezTo>
                  <a:pt x="231305" y="-222"/>
                  <a:pt x="311896" y="-1052"/>
                  <a:pt x="328502" y="1549"/>
                </a:cubicBezTo>
                <a:cubicBezTo>
                  <a:pt x="367247" y="7693"/>
                  <a:pt x="383078" y="45443"/>
                  <a:pt x="368852" y="97639"/>
                </a:cubicBezTo>
                <a:cubicBezTo>
                  <a:pt x="356675" y="142141"/>
                  <a:pt x="339793" y="181219"/>
                  <a:pt x="323631" y="202142"/>
                </a:cubicBezTo>
                <a:cubicBezTo>
                  <a:pt x="318594" y="208618"/>
                  <a:pt x="308962" y="221404"/>
                  <a:pt x="302154" y="230482"/>
                </a:cubicBezTo>
                <a:cubicBezTo>
                  <a:pt x="272929" y="269726"/>
                  <a:pt x="265899" y="278028"/>
                  <a:pt x="244147" y="299449"/>
                </a:cubicBezTo>
                <a:cubicBezTo>
                  <a:pt x="186637" y="356073"/>
                  <a:pt x="157522" y="368915"/>
                  <a:pt x="54514" y="383306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5" name="자유형: 도형 44">
            <a:extLst>
              <a:ext uri="{FF2B5EF4-FFF2-40B4-BE49-F238E27FC236}">
                <a16:creationId xmlns:a16="http://schemas.microsoft.com/office/drawing/2014/main" id="{3E95C319-AC2E-4FAD-AF1B-7C80BAD4BC87}"/>
              </a:ext>
            </a:extLst>
          </p:cNvPr>
          <p:cNvSpPr/>
          <p:nvPr/>
        </p:nvSpPr>
        <p:spPr>
          <a:xfrm>
            <a:off x="3656205" y="3094951"/>
            <a:ext cx="466548" cy="298152"/>
          </a:xfrm>
          <a:custGeom>
            <a:avLst/>
            <a:gdLst>
              <a:gd name="connsiteX0" fmla="*/ 267523 w 466548"/>
              <a:gd name="connsiteY0" fmla="*/ 296576 h 298152"/>
              <a:gd name="connsiteX1" fmla="*/ 176858 w 466548"/>
              <a:gd name="connsiteY1" fmla="*/ 262591 h 298152"/>
              <a:gd name="connsiteX2" fmla="*/ 118905 w 466548"/>
              <a:gd name="connsiteY2" fmla="*/ 219859 h 298152"/>
              <a:gd name="connsiteX3" fmla="*/ 77226 w 466548"/>
              <a:gd name="connsiteY3" fmla="*/ 123715 h 298152"/>
              <a:gd name="connsiteX4" fmla="*/ 201987 w 466548"/>
              <a:gd name="connsiteY4" fmla="*/ 54249 h 298152"/>
              <a:gd name="connsiteX5" fmla="*/ 345679 w 466548"/>
              <a:gd name="connsiteY5" fmla="*/ 5 h 298152"/>
              <a:gd name="connsiteX6" fmla="*/ 429425 w 466548"/>
              <a:gd name="connsiteY6" fmla="*/ 28234 h 298152"/>
              <a:gd name="connsiteX7" fmla="*/ 403964 w 466548"/>
              <a:gd name="connsiteY7" fmla="*/ 227941 h 298152"/>
              <a:gd name="connsiteX8" fmla="*/ 267523 w 466548"/>
              <a:gd name="connsiteY8" fmla="*/ 296576 h 298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6548" h="298152">
                <a:moveTo>
                  <a:pt x="267523" y="296576"/>
                </a:moveTo>
                <a:cubicBezTo>
                  <a:pt x="215548" y="302886"/>
                  <a:pt x="181120" y="289989"/>
                  <a:pt x="176858" y="262591"/>
                </a:cubicBezTo>
                <a:cubicBezTo>
                  <a:pt x="172430" y="234251"/>
                  <a:pt x="162799" y="227166"/>
                  <a:pt x="118905" y="219859"/>
                </a:cubicBezTo>
                <a:cubicBezTo>
                  <a:pt x="-27997" y="195505"/>
                  <a:pt x="-35081" y="179121"/>
                  <a:pt x="77226" y="123715"/>
                </a:cubicBezTo>
                <a:cubicBezTo>
                  <a:pt x="91839" y="116519"/>
                  <a:pt x="120953" y="100301"/>
                  <a:pt x="201987" y="54249"/>
                </a:cubicBezTo>
                <a:cubicBezTo>
                  <a:pt x="295365" y="1223"/>
                  <a:pt x="298188" y="171"/>
                  <a:pt x="345679" y="5"/>
                </a:cubicBezTo>
                <a:cubicBezTo>
                  <a:pt x="384701" y="-161"/>
                  <a:pt x="396048" y="3713"/>
                  <a:pt x="429425" y="28234"/>
                </a:cubicBezTo>
                <a:cubicBezTo>
                  <a:pt x="487212" y="70854"/>
                  <a:pt x="476639" y="153659"/>
                  <a:pt x="403964" y="227941"/>
                </a:cubicBezTo>
                <a:cubicBezTo>
                  <a:pt x="360347" y="272554"/>
                  <a:pt x="326915" y="289325"/>
                  <a:pt x="267523" y="296576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927FA001-1A17-43ED-965C-1804C22820B3}"/>
              </a:ext>
            </a:extLst>
          </p:cNvPr>
          <p:cNvSpPr/>
          <p:nvPr/>
        </p:nvSpPr>
        <p:spPr>
          <a:xfrm>
            <a:off x="3544550" y="3472693"/>
            <a:ext cx="392056" cy="401177"/>
          </a:xfrm>
          <a:custGeom>
            <a:avLst/>
            <a:gdLst>
              <a:gd name="connsiteX0" fmla="*/ 213788 w 392056"/>
              <a:gd name="connsiteY0" fmla="*/ 399226 h 401177"/>
              <a:gd name="connsiteX1" fmla="*/ 66997 w 392056"/>
              <a:gd name="connsiteY1" fmla="*/ 221992 h 401177"/>
              <a:gd name="connsiteX2" fmla="*/ 51166 w 392056"/>
              <a:gd name="connsiteY2" fmla="*/ 186013 h 401177"/>
              <a:gd name="connsiteX3" fmla="*/ 36000 w 392056"/>
              <a:gd name="connsiteY3" fmla="*/ 147932 h 401177"/>
              <a:gd name="connsiteX4" fmla="*/ 19672 w 392056"/>
              <a:gd name="connsiteY4" fmla="*/ 107027 h 401177"/>
              <a:gd name="connsiteX5" fmla="*/ 25705 w 392056"/>
              <a:gd name="connsiteY5" fmla="*/ 9111 h 401177"/>
              <a:gd name="connsiteX6" fmla="*/ 134636 w 392056"/>
              <a:gd name="connsiteY6" fmla="*/ 15200 h 401177"/>
              <a:gd name="connsiteX7" fmla="*/ 171998 w 392056"/>
              <a:gd name="connsiteY7" fmla="*/ 26658 h 401177"/>
              <a:gd name="connsiteX8" fmla="*/ 215172 w 392056"/>
              <a:gd name="connsiteY8" fmla="*/ 40329 h 401177"/>
              <a:gd name="connsiteX9" fmla="*/ 254637 w 392056"/>
              <a:gd name="connsiteY9" fmla="*/ 54555 h 401177"/>
              <a:gd name="connsiteX10" fmla="*/ 386816 w 392056"/>
              <a:gd name="connsiteY10" fmla="*/ 163209 h 401177"/>
              <a:gd name="connsiteX11" fmla="*/ 309490 w 392056"/>
              <a:gd name="connsiteY11" fmla="*/ 237933 h 401177"/>
              <a:gd name="connsiteX12" fmla="*/ 251648 w 392056"/>
              <a:gd name="connsiteY12" fmla="*/ 233671 h 401177"/>
              <a:gd name="connsiteX13" fmla="*/ 250652 w 392056"/>
              <a:gd name="connsiteY13" fmla="*/ 281494 h 401177"/>
              <a:gd name="connsiteX14" fmla="*/ 213788 w 392056"/>
              <a:gd name="connsiteY14" fmla="*/ 399226 h 401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92056" h="401177">
                <a:moveTo>
                  <a:pt x="213788" y="399226"/>
                </a:moveTo>
                <a:cubicBezTo>
                  <a:pt x="170725" y="412344"/>
                  <a:pt x="127330" y="359982"/>
                  <a:pt x="66997" y="221992"/>
                </a:cubicBezTo>
                <a:cubicBezTo>
                  <a:pt x="61849" y="210202"/>
                  <a:pt x="54709" y="193984"/>
                  <a:pt x="51166" y="186013"/>
                </a:cubicBezTo>
                <a:cubicBezTo>
                  <a:pt x="47569" y="178043"/>
                  <a:pt x="40760" y="160884"/>
                  <a:pt x="36000" y="147932"/>
                </a:cubicBezTo>
                <a:cubicBezTo>
                  <a:pt x="31295" y="135035"/>
                  <a:pt x="23934" y="116603"/>
                  <a:pt x="19672" y="107027"/>
                </a:cubicBezTo>
                <a:cubicBezTo>
                  <a:pt x="-8114" y="44425"/>
                  <a:pt x="-6786" y="23060"/>
                  <a:pt x="25705" y="9111"/>
                </a:cubicBezTo>
                <a:cubicBezTo>
                  <a:pt x="57919" y="-4671"/>
                  <a:pt x="88196" y="-2955"/>
                  <a:pt x="134636" y="15200"/>
                </a:cubicBezTo>
                <a:cubicBezTo>
                  <a:pt x="143271" y="18576"/>
                  <a:pt x="160097" y="23724"/>
                  <a:pt x="171998" y="26658"/>
                </a:cubicBezTo>
                <a:cubicBezTo>
                  <a:pt x="183954" y="29647"/>
                  <a:pt x="203382" y="35791"/>
                  <a:pt x="215172" y="40329"/>
                </a:cubicBezTo>
                <a:cubicBezTo>
                  <a:pt x="226962" y="44924"/>
                  <a:pt x="244729" y="51289"/>
                  <a:pt x="254637" y="54555"/>
                </a:cubicBezTo>
                <a:cubicBezTo>
                  <a:pt x="335339" y="81013"/>
                  <a:pt x="372867" y="111843"/>
                  <a:pt x="386816" y="163209"/>
                </a:cubicBezTo>
                <a:cubicBezTo>
                  <a:pt x="405635" y="232342"/>
                  <a:pt x="372369" y="264557"/>
                  <a:pt x="309490" y="237933"/>
                </a:cubicBezTo>
                <a:cubicBezTo>
                  <a:pt x="278161" y="224593"/>
                  <a:pt x="261888" y="223431"/>
                  <a:pt x="251648" y="233671"/>
                </a:cubicBezTo>
                <a:cubicBezTo>
                  <a:pt x="242903" y="242416"/>
                  <a:pt x="242792" y="248394"/>
                  <a:pt x="250652" y="281494"/>
                </a:cubicBezTo>
                <a:cubicBezTo>
                  <a:pt x="263881" y="337288"/>
                  <a:pt x="247774" y="388820"/>
                  <a:pt x="213788" y="399226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D2065C04-3559-4669-BC99-9D63008ED67A}"/>
              </a:ext>
            </a:extLst>
          </p:cNvPr>
          <p:cNvSpPr/>
          <p:nvPr/>
        </p:nvSpPr>
        <p:spPr>
          <a:xfrm>
            <a:off x="3762592" y="3643932"/>
            <a:ext cx="431209" cy="505747"/>
          </a:xfrm>
          <a:custGeom>
            <a:avLst/>
            <a:gdLst>
              <a:gd name="connsiteX0" fmla="*/ 320935 w 431209"/>
              <a:gd name="connsiteY0" fmla="*/ 504466 h 505747"/>
              <a:gd name="connsiteX1" fmla="*/ 295307 w 431209"/>
              <a:gd name="connsiteY1" fmla="*/ 501809 h 505747"/>
              <a:gd name="connsiteX2" fmla="*/ 254845 w 431209"/>
              <a:gd name="connsiteY2" fmla="*/ 496329 h 505747"/>
              <a:gd name="connsiteX3" fmla="*/ 28847 w 431209"/>
              <a:gd name="connsiteY3" fmla="*/ 360276 h 505747"/>
              <a:gd name="connsiteX4" fmla="*/ 26633 w 431209"/>
              <a:gd name="connsiteY4" fmla="*/ 269888 h 505747"/>
              <a:gd name="connsiteX5" fmla="*/ 93552 w 431209"/>
              <a:gd name="connsiteY5" fmla="*/ 176677 h 505747"/>
              <a:gd name="connsiteX6" fmla="*/ 138996 w 431209"/>
              <a:gd name="connsiteY6" fmla="*/ 134610 h 505747"/>
              <a:gd name="connsiteX7" fmla="*/ 225509 w 431209"/>
              <a:gd name="connsiteY7" fmla="*/ 50200 h 505747"/>
              <a:gd name="connsiteX8" fmla="*/ 336212 w 431209"/>
              <a:gd name="connsiteY8" fmla="*/ 77377 h 505747"/>
              <a:gd name="connsiteX9" fmla="*/ 361839 w 431209"/>
              <a:gd name="connsiteY9" fmla="*/ 422270 h 505747"/>
              <a:gd name="connsiteX10" fmla="*/ 336156 w 431209"/>
              <a:gd name="connsiteY10" fmla="*/ 474853 h 505747"/>
              <a:gd name="connsiteX11" fmla="*/ 320935 w 431209"/>
              <a:gd name="connsiteY11" fmla="*/ 504466 h 505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31209" h="505747">
                <a:moveTo>
                  <a:pt x="320935" y="504466"/>
                </a:moveTo>
                <a:cubicBezTo>
                  <a:pt x="315621" y="506569"/>
                  <a:pt x="313130" y="506348"/>
                  <a:pt x="295307" y="501809"/>
                </a:cubicBezTo>
                <a:cubicBezTo>
                  <a:pt x="282078" y="498433"/>
                  <a:pt x="273886" y="497326"/>
                  <a:pt x="254845" y="496329"/>
                </a:cubicBezTo>
                <a:cubicBezTo>
                  <a:pt x="180121" y="492289"/>
                  <a:pt x="88792" y="437325"/>
                  <a:pt x="28847" y="360276"/>
                </a:cubicBezTo>
                <a:cubicBezTo>
                  <a:pt x="-9013" y="311678"/>
                  <a:pt x="-9456" y="293523"/>
                  <a:pt x="26633" y="269888"/>
                </a:cubicBezTo>
                <a:cubicBezTo>
                  <a:pt x="67814" y="242877"/>
                  <a:pt x="86080" y="217415"/>
                  <a:pt x="93552" y="176677"/>
                </a:cubicBezTo>
                <a:cubicBezTo>
                  <a:pt x="100305" y="139647"/>
                  <a:pt x="104290" y="135938"/>
                  <a:pt x="138996" y="134610"/>
                </a:cubicBezTo>
                <a:cubicBezTo>
                  <a:pt x="199052" y="132396"/>
                  <a:pt x="221192" y="110809"/>
                  <a:pt x="225509" y="50200"/>
                </a:cubicBezTo>
                <a:cubicBezTo>
                  <a:pt x="230712" y="-24082"/>
                  <a:pt x="260768" y="-16665"/>
                  <a:pt x="336212" y="77377"/>
                </a:cubicBezTo>
                <a:cubicBezTo>
                  <a:pt x="455161" y="225718"/>
                  <a:pt x="460917" y="302988"/>
                  <a:pt x="361839" y="422270"/>
                </a:cubicBezTo>
                <a:cubicBezTo>
                  <a:pt x="341857" y="446403"/>
                  <a:pt x="338813" y="452657"/>
                  <a:pt x="336156" y="474853"/>
                </a:cubicBezTo>
                <a:cubicBezTo>
                  <a:pt x="333887" y="494171"/>
                  <a:pt x="330566" y="500647"/>
                  <a:pt x="320935" y="504466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F5D62098-B9B9-4935-BBCB-29357079EA3C}"/>
              </a:ext>
            </a:extLst>
          </p:cNvPr>
          <p:cNvSpPr/>
          <p:nvPr/>
        </p:nvSpPr>
        <p:spPr>
          <a:xfrm>
            <a:off x="3879889" y="3447787"/>
            <a:ext cx="506314" cy="1127934"/>
          </a:xfrm>
          <a:custGeom>
            <a:avLst/>
            <a:gdLst>
              <a:gd name="connsiteX0" fmla="*/ 443861 w 506314"/>
              <a:gd name="connsiteY0" fmla="*/ 1126981 h 1127934"/>
              <a:gd name="connsiteX1" fmla="*/ 303933 w 506314"/>
              <a:gd name="connsiteY1" fmla="*/ 978197 h 1127934"/>
              <a:gd name="connsiteX2" fmla="*/ 224006 w 506314"/>
              <a:gd name="connsiteY2" fmla="*/ 843417 h 1127934"/>
              <a:gd name="connsiteX3" fmla="*/ 250685 w 506314"/>
              <a:gd name="connsiteY3" fmla="*/ 754911 h 1127934"/>
              <a:gd name="connsiteX4" fmla="*/ 311682 w 506314"/>
              <a:gd name="connsiteY4" fmla="*/ 782199 h 1127934"/>
              <a:gd name="connsiteX5" fmla="*/ 365372 w 506314"/>
              <a:gd name="connsiteY5" fmla="*/ 843583 h 1127934"/>
              <a:gd name="connsiteX6" fmla="*/ 433288 w 506314"/>
              <a:gd name="connsiteY6" fmla="*/ 905023 h 1127934"/>
              <a:gd name="connsiteX7" fmla="*/ 462292 w 506314"/>
              <a:gd name="connsiteY7" fmla="*/ 944986 h 1127934"/>
              <a:gd name="connsiteX8" fmla="*/ 505356 w 506314"/>
              <a:gd name="connsiteY8" fmla="*/ 1053364 h 1127934"/>
              <a:gd name="connsiteX9" fmla="*/ 443861 w 506314"/>
              <a:gd name="connsiteY9" fmla="*/ 1126981 h 1127934"/>
              <a:gd name="connsiteX10" fmla="*/ 74945 w 506314"/>
              <a:gd name="connsiteY10" fmla="*/ 75365 h 1127934"/>
              <a:gd name="connsiteX11" fmla="*/ 0 w 506314"/>
              <a:gd name="connsiteY11" fmla="*/ 31693 h 1127934"/>
              <a:gd name="connsiteX12" fmla="*/ 97529 w 506314"/>
              <a:gd name="connsiteY12" fmla="*/ 39996 h 1127934"/>
              <a:gd name="connsiteX13" fmla="*/ 74945 w 506314"/>
              <a:gd name="connsiteY13" fmla="*/ 75365 h 1127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6314" h="1127934">
                <a:moveTo>
                  <a:pt x="443861" y="1126981"/>
                </a:moveTo>
                <a:cubicBezTo>
                  <a:pt x="386517" y="1135394"/>
                  <a:pt x="342236" y="1088346"/>
                  <a:pt x="303933" y="978197"/>
                </a:cubicBezTo>
                <a:cubicBezTo>
                  <a:pt x="275704" y="897163"/>
                  <a:pt x="261368" y="872919"/>
                  <a:pt x="224006" y="843417"/>
                </a:cubicBezTo>
                <a:cubicBezTo>
                  <a:pt x="182437" y="810538"/>
                  <a:pt x="191902" y="779154"/>
                  <a:pt x="250685" y="754911"/>
                </a:cubicBezTo>
                <a:cubicBezTo>
                  <a:pt x="281073" y="742346"/>
                  <a:pt x="299117" y="750427"/>
                  <a:pt x="311682" y="782199"/>
                </a:cubicBezTo>
                <a:cubicBezTo>
                  <a:pt x="321922" y="808048"/>
                  <a:pt x="327789" y="814745"/>
                  <a:pt x="365372" y="843583"/>
                </a:cubicBezTo>
                <a:cubicBezTo>
                  <a:pt x="419285" y="884875"/>
                  <a:pt x="419783" y="885262"/>
                  <a:pt x="433288" y="905023"/>
                </a:cubicBezTo>
                <a:cubicBezTo>
                  <a:pt x="437384" y="911056"/>
                  <a:pt x="450447" y="929045"/>
                  <a:pt x="462292" y="944986"/>
                </a:cubicBezTo>
                <a:cubicBezTo>
                  <a:pt x="501702" y="998178"/>
                  <a:pt x="509396" y="1017551"/>
                  <a:pt x="505356" y="1053364"/>
                </a:cubicBezTo>
                <a:cubicBezTo>
                  <a:pt x="500540" y="1095430"/>
                  <a:pt x="478455" y="1121944"/>
                  <a:pt x="443861" y="1126981"/>
                </a:cubicBezTo>
                <a:close/>
                <a:moveTo>
                  <a:pt x="74945" y="75365"/>
                </a:moveTo>
                <a:cubicBezTo>
                  <a:pt x="45775" y="85384"/>
                  <a:pt x="0" y="58705"/>
                  <a:pt x="0" y="31693"/>
                </a:cubicBezTo>
                <a:cubicBezTo>
                  <a:pt x="0" y="-15687"/>
                  <a:pt x="95813" y="-7496"/>
                  <a:pt x="97529" y="39996"/>
                </a:cubicBezTo>
                <a:cubicBezTo>
                  <a:pt x="98082" y="56435"/>
                  <a:pt x="89115" y="70494"/>
                  <a:pt x="74945" y="75365"/>
                </a:cubicBezTo>
                <a:close/>
              </a:path>
            </a:pathLst>
          </a:custGeom>
          <a:solidFill>
            <a:srgbClr val="000000"/>
          </a:solidFill>
          <a:ln w="5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7785796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그룹 35">
            <a:extLst>
              <a:ext uri="{FF2B5EF4-FFF2-40B4-BE49-F238E27FC236}">
                <a16:creationId xmlns:a16="http://schemas.microsoft.com/office/drawing/2014/main" id="{F290C284-AEED-4B96-9BC5-E8EEDA722701}"/>
              </a:ext>
            </a:extLst>
          </p:cNvPr>
          <p:cNvGrpSpPr/>
          <p:nvPr/>
        </p:nvGrpSpPr>
        <p:grpSpPr>
          <a:xfrm>
            <a:off x="196183" y="2085867"/>
            <a:ext cx="1330039" cy="2489856"/>
            <a:chOff x="196183" y="2085867"/>
            <a:chExt cx="1330039" cy="2489856"/>
          </a:xfrm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8BD75EED-202C-40FA-AE05-F1D15FD57178}"/>
                </a:ext>
              </a:extLst>
            </p:cNvPr>
            <p:cNvSpPr/>
            <p:nvPr/>
          </p:nvSpPr>
          <p:spPr>
            <a:xfrm>
              <a:off x="196183" y="2085867"/>
              <a:ext cx="1329209" cy="1397427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  <a:gd name="connsiteX0" fmla="*/ 1328868 w 1328868"/>
                <a:gd name="connsiteY0" fmla="*/ 1122337 h 1394012"/>
                <a:gd name="connsiteX1" fmla="*/ 1231063 w 1328868"/>
                <a:gd name="connsiteY1" fmla="*/ 980583 h 1394012"/>
                <a:gd name="connsiteX2" fmla="*/ 1076080 w 1328868"/>
                <a:gd name="connsiteY2" fmla="*/ 737038 h 1394012"/>
                <a:gd name="connsiteX3" fmla="*/ 424487 w 1328868"/>
                <a:gd name="connsiteY3" fmla="*/ 144007 h 1394012"/>
                <a:gd name="connsiteX4" fmla="*/ 10405 w 1328868"/>
                <a:gd name="connsiteY4" fmla="*/ 14762 h 1394012"/>
                <a:gd name="connsiteX5" fmla="*/ 123764 w 1328868"/>
                <a:gd name="connsiteY5" fmla="*/ 399397 h 1394012"/>
                <a:gd name="connsiteX6" fmla="*/ 165277 w 1328868"/>
                <a:gd name="connsiteY6" fmla="*/ 703828 h 1394012"/>
                <a:gd name="connsiteX7" fmla="*/ 285721 w 1328868"/>
                <a:gd name="connsiteY7" fmla="*/ 903092 h 1394012"/>
                <a:gd name="connsiteX8" fmla="*/ 294190 w 1328868"/>
                <a:gd name="connsiteY8" fmla="*/ 1008259 h 1394012"/>
                <a:gd name="connsiteX9" fmla="*/ 513048 w 1328868"/>
                <a:gd name="connsiteY9" fmla="*/ 1346011 h 1394012"/>
                <a:gd name="connsiteX10" fmla="*/ 838739 w 1328868"/>
                <a:gd name="connsiteY10" fmla="*/ 1390416 h 1394012"/>
                <a:gd name="connsiteX11" fmla="*/ 854066 w 1328868"/>
                <a:gd name="connsiteY11" fmla="*/ 1391399 h 1394012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1133"/>
                <a:gd name="connsiteX1" fmla="*/ 1231063 w 1328868"/>
                <a:gd name="connsiteY1" fmla="*/ 980583 h 1391133"/>
                <a:gd name="connsiteX2" fmla="*/ 1076080 w 1328868"/>
                <a:gd name="connsiteY2" fmla="*/ 737038 h 1391133"/>
                <a:gd name="connsiteX3" fmla="*/ 424487 w 1328868"/>
                <a:gd name="connsiteY3" fmla="*/ 144007 h 1391133"/>
                <a:gd name="connsiteX4" fmla="*/ 10405 w 1328868"/>
                <a:gd name="connsiteY4" fmla="*/ 14762 h 1391133"/>
                <a:gd name="connsiteX5" fmla="*/ 123764 w 1328868"/>
                <a:gd name="connsiteY5" fmla="*/ 399397 h 1391133"/>
                <a:gd name="connsiteX6" fmla="*/ 165277 w 1328868"/>
                <a:gd name="connsiteY6" fmla="*/ 703828 h 1391133"/>
                <a:gd name="connsiteX7" fmla="*/ 285721 w 1328868"/>
                <a:gd name="connsiteY7" fmla="*/ 903092 h 1391133"/>
                <a:gd name="connsiteX8" fmla="*/ 294190 w 1328868"/>
                <a:gd name="connsiteY8" fmla="*/ 1008259 h 1391133"/>
                <a:gd name="connsiteX9" fmla="*/ 513048 w 1328868"/>
                <a:gd name="connsiteY9" fmla="*/ 1346011 h 1391133"/>
                <a:gd name="connsiteX10" fmla="*/ 838739 w 1328868"/>
                <a:gd name="connsiteY10" fmla="*/ 1390416 h 1391133"/>
                <a:gd name="connsiteX11" fmla="*/ 1104269 w 1328868"/>
                <a:gd name="connsiteY11" fmla="*/ 1343407 h 1391133"/>
                <a:gd name="connsiteX0" fmla="*/ 1328868 w 1328868"/>
                <a:gd name="connsiteY0" fmla="*/ 1122337 h 1392088"/>
                <a:gd name="connsiteX1" fmla="*/ 1231063 w 1328868"/>
                <a:gd name="connsiteY1" fmla="*/ 980583 h 1392088"/>
                <a:gd name="connsiteX2" fmla="*/ 1076080 w 1328868"/>
                <a:gd name="connsiteY2" fmla="*/ 737038 h 1392088"/>
                <a:gd name="connsiteX3" fmla="*/ 424487 w 1328868"/>
                <a:gd name="connsiteY3" fmla="*/ 144007 h 1392088"/>
                <a:gd name="connsiteX4" fmla="*/ 10405 w 1328868"/>
                <a:gd name="connsiteY4" fmla="*/ 14762 h 1392088"/>
                <a:gd name="connsiteX5" fmla="*/ 123764 w 1328868"/>
                <a:gd name="connsiteY5" fmla="*/ 399397 h 1392088"/>
                <a:gd name="connsiteX6" fmla="*/ 165277 w 1328868"/>
                <a:gd name="connsiteY6" fmla="*/ 703828 h 1392088"/>
                <a:gd name="connsiteX7" fmla="*/ 285721 w 1328868"/>
                <a:gd name="connsiteY7" fmla="*/ 903092 h 1392088"/>
                <a:gd name="connsiteX8" fmla="*/ 294190 w 1328868"/>
                <a:gd name="connsiteY8" fmla="*/ 1008259 h 1392088"/>
                <a:gd name="connsiteX9" fmla="*/ 513048 w 1328868"/>
                <a:gd name="connsiteY9" fmla="*/ 1346011 h 1392088"/>
                <a:gd name="connsiteX10" fmla="*/ 838739 w 1328868"/>
                <a:gd name="connsiteY10" fmla="*/ 1390416 h 1392088"/>
                <a:gd name="connsiteX11" fmla="*/ 1104269 w 1328868"/>
                <a:gd name="connsiteY11" fmla="*/ 1343407 h 139208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2228"/>
                <a:gd name="connsiteX1" fmla="*/ 1231063 w 1328868"/>
                <a:gd name="connsiteY1" fmla="*/ 980583 h 1392228"/>
                <a:gd name="connsiteX2" fmla="*/ 1076080 w 1328868"/>
                <a:gd name="connsiteY2" fmla="*/ 737038 h 1392228"/>
                <a:gd name="connsiteX3" fmla="*/ 424487 w 1328868"/>
                <a:gd name="connsiteY3" fmla="*/ 144007 h 1392228"/>
                <a:gd name="connsiteX4" fmla="*/ 10405 w 1328868"/>
                <a:gd name="connsiteY4" fmla="*/ 14762 h 1392228"/>
                <a:gd name="connsiteX5" fmla="*/ 123764 w 1328868"/>
                <a:gd name="connsiteY5" fmla="*/ 399397 h 1392228"/>
                <a:gd name="connsiteX6" fmla="*/ 165277 w 1328868"/>
                <a:gd name="connsiteY6" fmla="*/ 703828 h 1392228"/>
                <a:gd name="connsiteX7" fmla="*/ 285721 w 1328868"/>
                <a:gd name="connsiteY7" fmla="*/ 903092 h 1392228"/>
                <a:gd name="connsiteX8" fmla="*/ 294190 w 1328868"/>
                <a:gd name="connsiteY8" fmla="*/ 1008259 h 1392228"/>
                <a:gd name="connsiteX9" fmla="*/ 513048 w 1328868"/>
                <a:gd name="connsiteY9" fmla="*/ 1346011 h 1392228"/>
                <a:gd name="connsiteX10" fmla="*/ 838739 w 1328868"/>
                <a:gd name="connsiteY10" fmla="*/ 1390416 h 1392228"/>
                <a:gd name="connsiteX11" fmla="*/ 1104269 w 1328868"/>
                <a:gd name="connsiteY11" fmla="*/ 1343407 h 139222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231063 w 1328868"/>
                <a:gd name="connsiteY1" fmla="*/ 980583 h 1394898"/>
                <a:gd name="connsiteX2" fmla="*/ 1076080 w 1328868"/>
                <a:gd name="connsiteY2" fmla="*/ 737038 h 1394898"/>
                <a:gd name="connsiteX3" fmla="*/ 424487 w 1328868"/>
                <a:gd name="connsiteY3" fmla="*/ 144007 h 1394898"/>
                <a:gd name="connsiteX4" fmla="*/ 10405 w 1328868"/>
                <a:gd name="connsiteY4" fmla="*/ 14762 h 1394898"/>
                <a:gd name="connsiteX5" fmla="*/ 123764 w 1328868"/>
                <a:gd name="connsiteY5" fmla="*/ 399397 h 1394898"/>
                <a:gd name="connsiteX6" fmla="*/ 165277 w 1328868"/>
                <a:gd name="connsiteY6" fmla="*/ 703828 h 1394898"/>
                <a:gd name="connsiteX7" fmla="*/ 285721 w 1328868"/>
                <a:gd name="connsiteY7" fmla="*/ 903092 h 1394898"/>
                <a:gd name="connsiteX8" fmla="*/ 294190 w 1328868"/>
                <a:gd name="connsiteY8" fmla="*/ 1008259 h 1394898"/>
                <a:gd name="connsiteX9" fmla="*/ 513048 w 1328868"/>
                <a:gd name="connsiteY9" fmla="*/ 1346011 h 1394898"/>
                <a:gd name="connsiteX10" fmla="*/ 838739 w 1328868"/>
                <a:gd name="connsiteY10" fmla="*/ 1390416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104269 w 1328868"/>
                <a:gd name="connsiteY10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104269 w 1328868"/>
                <a:gd name="connsiteY11" fmla="*/ 1343407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394898"/>
                <a:gd name="connsiteX1" fmla="*/ 1076080 w 1328868"/>
                <a:gd name="connsiteY1" fmla="*/ 737038 h 1394898"/>
                <a:gd name="connsiteX2" fmla="*/ 424487 w 1328868"/>
                <a:gd name="connsiteY2" fmla="*/ 144007 h 1394898"/>
                <a:gd name="connsiteX3" fmla="*/ 10405 w 1328868"/>
                <a:gd name="connsiteY3" fmla="*/ 14762 h 1394898"/>
                <a:gd name="connsiteX4" fmla="*/ 123764 w 1328868"/>
                <a:gd name="connsiteY4" fmla="*/ 399397 h 1394898"/>
                <a:gd name="connsiteX5" fmla="*/ 165277 w 1328868"/>
                <a:gd name="connsiteY5" fmla="*/ 703828 h 1394898"/>
                <a:gd name="connsiteX6" fmla="*/ 285721 w 1328868"/>
                <a:gd name="connsiteY6" fmla="*/ 903092 h 1394898"/>
                <a:gd name="connsiteX7" fmla="*/ 294190 w 1328868"/>
                <a:gd name="connsiteY7" fmla="*/ 1008259 h 1394898"/>
                <a:gd name="connsiteX8" fmla="*/ 513048 w 1328868"/>
                <a:gd name="connsiteY8" fmla="*/ 1346011 h 1394898"/>
                <a:gd name="connsiteX9" fmla="*/ 838739 w 1328868"/>
                <a:gd name="connsiteY9" fmla="*/ 1390416 h 1394898"/>
                <a:gd name="connsiteX10" fmla="*/ 1058464 w 1328868"/>
                <a:gd name="connsiteY10" fmla="*/ 1349930 h 1394898"/>
                <a:gd name="connsiteX11" fmla="*/ 1285197 w 1328868"/>
                <a:gd name="connsiteY11" fmla="*/ 1326743 h 1394898"/>
                <a:gd name="connsiteX0" fmla="*/ 1328868 w 1328868"/>
                <a:gd name="connsiteY0" fmla="*/ 1122337 h 1400227"/>
                <a:gd name="connsiteX1" fmla="*/ 1076080 w 1328868"/>
                <a:gd name="connsiteY1" fmla="*/ 737038 h 1400227"/>
                <a:gd name="connsiteX2" fmla="*/ 424487 w 1328868"/>
                <a:gd name="connsiteY2" fmla="*/ 144007 h 1400227"/>
                <a:gd name="connsiteX3" fmla="*/ 10405 w 1328868"/>
                <a:gd name="connsiteY3" fmla="*/ 14762 h 1400227"/>
                <a:gd name="connsiteX4" fmla="*/ 123764 w 1328868"/>
                <a:gd name="connsiteY4" fmla="*/ 399397 h 1400227"/>
                <a:gd name="connsiteX5" fmla="*/ 165277 w 1328868"/>
                <a:gd name="connsiteY5" fmla="*/ 703828 h 1400227"/>
                <a:gd name="connsiteX6" fmla="*/ 285721 w 1328868"/>
                <a:gd name="connsiteY6" fmla="*/ 903092 h 1400227"/>
                <a:gd name="connsiteX7" fmla="*/ 294190 w 1328868"/>
                <a:gd name="connsiteY7" fmla="*/ 1008259 h 1400227"/>
                <a:gd name="connsiteX8" fmla="*/ 513048 w 1328868"/>
                <a:gd name="connsiteY8" fmla="*/ 1346011 h 1400227"/>
                <a:gd name="connsiteX9" fmla="*/ 838739 w 1328868"/>
                <a:gd name="connsiteY9" fmla="*/ 1390416 h 1400227"/>
                <a:gd name="connsiteX10" fmla="*/ 1058464 w 1328868"/>
                <a:gd name="connsiteY10" fmla="*/ 1349930 h 1400227"/>
                <a:gd name="connsiteX11" fmla="*/ 1285197 w 1328868"/>
                <a:gd name="connsiteY11" fmla="*/ 1326743 h 1400227"/>
                <a:gd name="connsiteX0" fmla="*/ 1328868 w 1328868"/>
                <a:gd name="connsiteY0" fmla="*/ 1122337 h 1397068"/>
                <a:gd name="connsiteX1" fmla="*/ 1076080 w 1328868"/>
                <a:gd name="connsiteY1" fmla="*/ 737038 h 1397068"/>
                <a:gd name="connsiteX2" fmla="*/ 424487 w 1328868"/>
                <a:gd name="connsiteY2" fmla="*/ 144007 h 1397068"/>
                <a:gd name="connsiteX3" fmla="*/ 10405 w 1328868"/>
                <a:gd name="connsiteY3" fmla="*/ 14762 h 1397068"/>
                <a:gd name="connsiteX4" fmla="*/ 123764 w 1328868"/>
                <a:gd name="connsiteY4" fmla="*/ 399397 h 1397068"/>
                <a:gd name="connsiteX5" fmla="*/ 165277 w 1328868"/>
                <a:gd name="connsiteY5" fmla="*/ 703828 h 1397068"/>
                <a:gd name="connsiteX6" fmla="*/ 285721 w 1328868"/>
                <a:gd name="connsiteY6" fmla="*/ 903092 h 1397068"/>
                <a:gd name="connsiteX7" fmla="*/ 294190 w 1328868"/>
                <a:gd name="connsiteY7" fmla="*/ 1008259 h 1397068"/>
                <a:gd name="connsiteX8" fmla="*/ 513048 w 1328868"/>
                <a:gd name="connsiteY8" fmla="*/ 1346011 h 1397068"/>
                <a:gd name="connsiteX9" fmla="*/ 838739 w 1328868"/>
                <a:gd name="connsiteY9" fmla="*/ 1390416 h 1397068"/>
                <a:gd name="connsiteX10" fmla="*/ 1058464 w 1328868"/>
                <a:gd name="connsiteY10" fmla="*/ 1349930 h 1397068"/>
                <a:gd name="connsiteX11" fmla="*/ 1285197 w 1328868"/>
                <a:gd name="connsiteY11" fmla="*/ 1326743 h 139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868" h="1397068">
                  <a:moveTo>
                    <a:pt x="1328868" y="1122337"/>
                  </a:moveTo>
                  <a:cubicBezTo>
                    <a:pt x="1276204" y="1042067"/>
                    <a:pt x="1261792" y="980294"/>
                    <a:pt x="1076080" y="737038"/>
                  </a:cubicBezTo>
                  <a:cubicBezTo>
                    <a:pt x="890368" y="493782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03806" y="1409704"/>
                    <a:pt x="759739" y="1399286"/>
                    <a:pt x="838739" y="1390416"/>
                  </a:cubicBezTo>
                  <a:cubicBezTo>
                    <a:pt x="917739" y="1381546"/>
                    <a:pt x="995164" y="1357765"/>
                    <a:pt x="1058464" y="1349930"/>
                  </a:cubicBezTo>
                  <a:cubicBezTo>
                    <a:pt x="1121764" y="1342095"/>
                    <a:pt x="1277563" y="1327830"/>
                    <a:pt x="1285197" y="1326743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8D55B8DB-F53A-40C5-9032-7477BBC4E5AC}"/>
                </a:ext>
              </a:extLst>
            </p:cNvPr>
            <p:cNvSpPr/>
            <p:nvPr/>
          </p:nvSpPr>
          <p:spPr>
            <a:xfrm>
              <a:off x="742970" y="3457474"/>
              <a:ext cx="407661" cy="786350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76028 w 376028"/>
                <a:gd name="connsiteY0" fmla="*/ 0 h 776125"/>
                <a:gd name="connsiteX1" fmla="*/ 112466 w 376028"/>
                <a:gd name="connsiteY1" fmla="*/ 202798 h 776125"/>
                <a:gd name="connsiteX2" fmla="*/ 13000 w 376028"/>
                <a:gd name="connsiteY2" fmla="*/ 518133 h 776125"/>
                <a:gd name="connsiteX3" fmla="*/ 75879 w 376028"/>
                <a:gd name="connsiteY3" fmla="*/ 634371 h 776125"/>
                <a:gd name="connsiteX4" fmla="*/ 105437 w 376028"/>
                <a:gd name="connsiteY4" fmla="*/ 776125 h 776125"/>
                <a:gd name="connsiteX0" fmla="*/ 388054 w 388054"/>
                <a:gd name="connsiteY0" fmla="*/ 0 h 778365"/>
                <a:gd name="connsiteX1" fmla="*/ 112654 w 388054"/>
                <a:gd name="connsiteY1" fmla="*/ 205038 h 778365"/>
                <a:gd name="connsiteX2" fmla="*/ 13188 w 388054"/>
                <a:gd name="connsiteY2" fmla="*/ 520373 h 778365"/>
                <a:gd name="connsiteX3" fmla="*/ 76067 w 388054"/>
                <a:gd name="connsiteY3" fmla="*/ 636611 h 778365"/>
                <a:gd name="connsiteX4" fmla="*/ 105625 w 388054"/>
                <a:gd name="connsiteY4" fmla="*/ 778365 h 778365"/>
                <a:gd name="connsiteX0" fmla="*/ 364329 w 364329"/>
                <a:gd name="connsiteY0" fmla="*/ 0 h 774206"/>
                <a:gd name="connsiteX1" fmla="*/ 112286 w 364329"/>
                <a:gd name="connsiteY1" fmla="*/ 200879 h 774206"/>
                <a:gd name="connsiteX2" fmla="*/ 12820 w 364329"/>
                <a:gd name="connsiteY2" fmla="*/ 516214 h 774206"/>
                <a:gd name="connsiteX3" fmla="*/ 75699 w 364329"/>
                <a:gd name="connsiteY3" fmla="*/ 632452 h 774206"/>
                <a:gd name="connsiteX4" fmla="*/ 105257 w 364329"/>
                <a:gd name="connsiteY4" fmla="*/ 774206 h 774206"/>
                <a:gd name="connsiteX0" fmla="*/ 374077 w 374077"/>
                <a:gd name="connsiteY0" fmla="*/ 0 h 775806"/>
                <a:gd name="connsiteX1" fmla="*/ 112435 w 374077"/>
                <a:gd name="connsiteY1" fmla="*/ 202479 h 775806"/>
                <a:gd name="connsiteX2" fmla="*/ 12969 w 374077"/>
                <a:gd name="connsiteY2" fmla="*/ 517814 h 775806"/>
                <a:gd name="connsiteX3" fmla="*/ 75848 w 374077"/>
                <a:gd name="connsiteY3" fmla="*/ 634052 h 775806"/>
                <a:gd name="connsiteX4" fmla="*/ 105406 w 374077"/>
                <a:gd name="connsiteY4" fmla="*/ 775806 h 775806"/>
                <a:gd name="connsiteX0" fmla="*/ 385778 w 385778"/>
                <a:gd name="connsiteY0" fmla="*/ 0 h 778686"/>
                <a:gd name="connsiteX1" fmla="*/ 112618 w 385778"/>
                <a:gd name="connsiteY1" fmla="*/ 205359 h 778686"/>
                <a:gd name="connsiteX2" fmla="*/ 13152 w 385778"/>
                <a:gd name="connsiteY2" fmla="*/ 520694 h 778686"/>
                <a:gd name="connsiteX3" fmla="*/ 76031 w 385778"/>
                <a:gd name="connsiteY3" fmla="*/ 636932 h 778686"/>
                <a:gd name="connsiteX4" fmla="*/ 105589 w 385778"/>
                <a:gd name="connsiteY4" fmla="*/ 778686 h 778686"/>
                <a:gd name="connsiteX0" fmla="*/ 385778 w 385778"/>
                <a:gd name="connsiteY0" fmla="*/ 0 h 779966"/>
                <a:gd name="connsiteX1" fmla="*/ 112618 w 385778"/>
                <a:gd name="connsiteY1" fmla="*/ 206639 h 779966"/>
                <a:gd name="connsiteX2" fmla="*/ 13152 w 385778"/>
                <a:gd name="connsiteY2" fmla="*/ 521974 h 779966"/>
                <a:gd name="connsiteX3" fmla="*/ 76031 w 385778"/>
                <a:gd name="connsiteY3" fmla="*/ 638212 h 779966"/>
                <a:gd name="connsiteX4" fmla="*/ 105589 w 385778"/>
                <a:gd name="connsiteY4" fmla="*/ 779966 h 779966"/>
                <a:gd name="connsiteX0" fmla="*/ 385778 w 385778"/>
                <a:gd name="connsiteY0" fmla="*/ 0 h 779006"/>
                <a:gd name="connsiteX1" fmla="*/ 112618 w 385778"/>
                <a:gd name="connsiteY1" fmla="*/ 205679 h 779006"/>
                <a:gd name="connsiteX2" fmla="*/ 13152 w 385778"/>
                <a:gd name="connsiteY2" fmla="*/ 521014 h 779006"/>
                <a:gd name="connsiteX3" fmla="*/ 76031 w 385778"/>
                <a:gd name="connsiteY3" fmla="*/ 637252 h 779006"/>
                <a:gd name="connsiteX4" fmla="*/ 105589 w 385778"/>
                <a:gd name="connsiteY4" fmla="*/ 779006 h 779006"/>
                <a:gd name="connsiteX0" fmla="*/ 407557 w 407556"/>
                <a:gd name="connsiteY0" fmla="*/ 0 h 786148"/>
                <a:gd name="connsiteX1" fmla="*/ 112971 w 407556"/>
                <a:gd name="connsiteY1" fmla="*/ 212821 h 786148"/>
                <a:gd name="connsiteX2" fmla="*/ 13505 w 407556"/>
                <a:gd name="connsiteY2" fmla="*/ 528156 h 786148"/>
                <a:gd name="connsiteX3" fmla="*/ 76384 w 407556"/>
                <a:gd name="connsiteY3" fmla="*/ 644394 h 786148"/>
                <a:gd name="connsiteX4" fmla="*/ 105942 w 407556"/>
                <a:gd name="connsiteY4" fmla="*/ 786148 h 7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56" h="786148">
                  <a:moveTo>
                    <a:pt x="407557" y="0"/>
                  </a:moveTo>
                  <a:cubicBezTo>
                    <a:pt x="312923" y="40054"/>
                    <a:pt x="178646" y="124795"/>
                    <a:pt x="112971" y="212821"/>
                  </a:cubicBezTo>
                  <a:cubicBezTo>
                    <a:pt x="47296" y="300847"/>
                    <a:pt x="-32159" y="416347"/>
                    <a:pt x="13505" y="528156"/>
                  </a:cubicBezTo>
                  <a:cubicBezTo>
                    <a:pt x="30222" y="569006"/>
                    <a:pt x="60056" y="603434"/>
                    <a:pt x="76384" y="644394"/>
                  </a:cubicBezTo>
                  <a:cubicBezTo>
                    <a:pt x="94761" y="690446"/>
                    <a:pt x="85351" y="740096"/>
                    <a:pt x="105942" y="786148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22EFDDAB-EB14-45E2-BDEE-1D10635AB8C2}"/>
                </a:ext>
              </a:extLst>
            </p:cNvPr>
            <p:cNvSpPr/>
            <p:nvPr/>
          </p:nvSpPr>
          <p:spPr>
            <a:xfrm>
              <a:off x="861009" y="3550539"/>
              <a:ext cx="665213" cy="70081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347DD3FD-A31E-4A00-ACEA-8BC0BF6AD0E1}"/>
                </a:ext>
              </a:extLst>
            </p:cNvPr>
            <p:cNvSpPr/>
            <p:nvPr/>
          </p:nvSpPr>
          <p:spPr>
            <a:xfrm>
              <a:off x="699563" y="4259215"/>
              <a:ext cx="149541" cy="222678"/>
            </a:xfrm>
            <a:custGeom>
              <a:avLst/>
              <a:gdLst>
                <a:gd name="connsiteX0" fmla="*/ 149503 w 149503"/>
                <a:gd name="connsiteY0" fmla="*/ 0 h 222621"/>
                <a:gd name="connsiteX1" fmla="*/ 0 w 149503"/>
                <a:gd name="connsiteY1" fmla="*/ 222622 h 22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503" h="222621">
                  <a:moveTo>
                    <a:pt x="149503" y="0"/>
                  </a:moveTo>
                  <a:cubicBezTo>
                    <a:pt x="114798" y="59115"/>
                    <a:pt x="41735" y="167326"/>
                    <a:pt x="0" y="222622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7D0E960F-0170-421E-B60A-15428F1728DE}"/>
                </a:ext>
              </a:extLst>
            </p:cNvPr>
            <p:cNvSpPr/>
            <p:nvPr/>
          </p:nvSpPr>
          <p:spPr>
            <a:xfrm>
              <a:off x="274924" y="2168384"/>
              <a:ext cx="665780" cy="847051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332634 w 648100"/>
                <a:gd name="connsiteY15" fmla="*/ 142264 h 821590"/>
                <a:gd name="connsiteX16" fmla="*/ 400937 w 648100"/>
                <a:gd name="connsiteY16" fmla="*/ 189368 h 821590"/>
                <a:gd name="connsiteX17" fmla="*/ 440347 w 648100"/>
                <a:gd name="connsiteY17" fmla="*/ 221748 h 821590"/>
                <a:gd name="connsiteX18" fmla="*/ 484850 w 648100"/>
                <a:gd name="connsiteY18" fmla="*/ 257394 h 821590"/>
                <a:gd name="connsiteX19" fmla="*/ 551991 w 648100"/>
                <a:gd name="connsiteY19" fmla="*/ 309258 h 821590"/>
                <a:gd name="connsiteX20" fmla="*/ 589740 w 648100"/>
                <a:gd name="connsiteY20" fmla="*/ 418577 h 821590"/>
                <a:gd name="connsiteX21" fmla="*/ 496639 w 648100"/>
                <a:gd name="connsiteY21" fmla="*/ 592988 h 821590"/>
                <a:gd name="connsiteX22" fmla="*/ 506215 w 648100"/>
                <a:gd name="connsiteY22" fmla="*/ 631235 h 821590"/>
                <a:gd name="connsiteX23" fmla="*/ 579445 w 648100"/>
                <a:gd name="connsiteY23" fmla="*/ 765130 h 821590"/>
                <a:gd name="connsiteX24" fmla="*/ 558854 w 648100"/>
                <a:gd name="connsiteY24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40347 w 648100"/>
                <a:gd name="connsiteY16" fmla="*/ 221748 h 821590"/>
                <a:gd name="connsiteX17" fmla="*/ 484850 w 648100"/>
                <a:gd name="connsiteY17" fmla="*/ 257394 h 821590"/>
                <a:gd name="connsiteX18" fmla="*/ 551991 w 648100"/>
                <a:gd name="connsiteY18" fmla="*/ 309258 h 821590"/>
                <a:gd name="connsiteX19" fmla="*/ 589740 w 648100"/>
                <a:gd name="connsiteY19" fmla="*/ 418577 h 821590"/>
                <a:gd name="connsiteX20" fmla="*/ 496639 w 648100"/>
                <a:gd name="connsiteY20" fmla="*/ 592988 h 821590"/>
                <a:gd name="connsiteX21" fmla="*/ 506215 w 648100"/>
                <a:gd name="connsiteY21" fmla="*/ 631235 h 821590"/>
                <a:gd name="connsiteX22" fmla="*/ 579445 w 648100"/>
                <a:gd name="connsiteY22" fmla="*/ 765130 h 821590"/>
                <a:gd name="connsiteX23" fmla="*/ 558854 w 648100"/>
                <a:gd name="connsiteY23" fmla="*/ 820259 h 821590"/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93888 w 648100"/>
                <a:gd name="connsiteY14" fmla="*/ 120345 h 821590"/>
                <a:gd name="connsiteX15" fmla="*/ 400937 w 648100"/>
                <a:gd name="connsiteY15" fmla="*/ 189368 h 821590"/>
                <a:gd name="connsiteX16" fmla="*/ 484850 w 648100"/>
                <a:gd name="connsiteY16" fmla="*/ 257394 h 821590"/>
                <a:gd name="connsiteX17" fmla="*/ 551991 w 648100"/>
                <a:gd name="connsiteY17" fmla="*/ 309258 h 821590"/>
                <a:gd name="connsiteX18" fmla="*/ 589740 w 648100"/>
                <a:gd name="connsiteY18" fmla="*/ 418577 h 821590"/>
                <a:gd name="connsiteX19" fmla="*/ 496639 w 648100"/>
                <a:gd name="connsiteY19" fmla="*/ 592988 h 821590"/>
                <a:gd name="connsiteX20" fmla="*/ 506215 w 648100"/>
                <a:gd name="connsiteY20" fmla="*/ 631235 h 821590"/>
                <a:gd name="connsiteX21" fmla="*/ 579445 w 648100"/>
                <a:gd name="connsiteY21" fmla="*/ 765130 h 821590"/>
                <a:gd name="connsiteX22" fmla="*/ 558854 w 648100"/>
                <a:gd name="connsiteY22" fmla="*/ 820259 h 821590"/>
                <a:gd name="connsiteX0" fmla="*/ 558854 w 625859"/>
                <a:gd name="connsiteY0" fmla="*/ 820259 h 821590"/>
                <a:gd name="connsiteX1" fmla="*/ 533946 w 625859"/>
                <a:gd name="connsiteY1" fmla="*/ 816164 h 821590"/>
                <a:gd name="connsiteX2" fmla="*/ 463429 w 625859"/>
                <a:gd name="connsiteY2" fmla="*/ 811458 h 821590"/>
                <a:gd name="connsiteX3" fmla="*/ 405974 w 625859"/>
                <a:gd name="connsiteY3" fmla="*/ 808857 h 821590"/>
                <a:gd name="connsiteX4" fmla="*/ 360310 w 625859"/>
                <a:gd name="connsiteY4" fmla="*/ 806145 h 821590"/>
                <a:gd name="connsiteX5" fmla="*/ 296933 w 625859"/>
                <a:gd name="connsiteY5" fmla="*/ 797012 h 821590"/>
                <a:gd name="connsiteX6" fmla="*/ 231618 w 625859"/>
                <a:gd name="connsiteY6" fmla="*/ 733081 h 821590"/>
                <a:gd name="connsiteX7" fmla="*/ 200788 w 625859"/>
                <a:gd name="connsiteY7" fmla="*/ 688136 h 821590"/>
                <a:gd name="connsiteX8" fmla="*/ 129219 w 625859"/>
                <a:gd name="connsiteY8" fmla="*/ 443485 h 821590"/>
                <a:gd name="connsiteX9" fmla="*/ 79458 w 625859"/>
                <a:gd name="connsiteY9" fmla="*/ 235973 h 821590"/>
                <a:gd name="connsiteX10" fmla="*/ 66008 w 625859"/>
                <a:gd name="connsiteY10" fmla="*/ 205696 h 821590"/>
                <a:gd name="connsiteX11" fmla="*/ 49347 w 625859"/>
                <a:gd name="connsiteY11" fmla="*/ 170327 h 821590"/>
                <a:gd name="connsiteX12" fmla="*/ 97004 w 625859"/>
                <a:gd name="connsiteY12" fmla="*/ 22595 h 821590"/>
                <a:gd name="connsiteX13" fmla="*/ 176267 w 625859"/>
                <a:gd name="connsiteY13" fmla="*/ 57079 h 821590"/>
                <a:gd name="connsiteX14" fmla="*/ 293888 w 625859"/>
                <a:gd name="connsiteY14" fmla="*/ 120345 h 821590"/>
                <a:gd name="connsiteX15" fmla="*/ 400937 w 625859"/>
                <a:gd name="connsiteY15" fmla="*/ 189368 h 821590"/>
                <a:gd name="connsiteX16" fmla="*/ 551991 w 625859"/>
                <a:gd name="connsiteY16" fmla="*/ 309258 h 821590"/>
                <a:gd name="connsiteX17" fmla="*/ 589740 w 625859"/>
                <a:gd name="connsiteY17" fmla="*/ 418577 h 821590"/>
                <a:gd name="connsiteX18" fmla="*/ 496639 w 625859"/>
                <a:gd name="connsiteY18" fmla="*/ 592988 h 821590"/>
                <a:gd name="connsiteX19" fmla="*/ 506215 w 625859"/>
                <a:gd name="connsiteY19" fmla="*/ 631235 h 821590"/>
                <a:gd name="connsiteX20" fmla="*/ 579445 w 625859"/>
                <a:gd name="connsiteY20" fmla="*/ 765130 h 821590"/>
                <a:gd name="connsiteX21" fmla="*/ 558854 w 625859"/>
                <a:gd name="connsiteY21" fmla="*/ 820259 h 821590"/>
                <a:gd name="connsiteX0" fmla="*/ 558854 w 627424"/>
                <a:gd name="connsiteY0" fmla="*/ 820259 h 821590"/>
                <a:gd name="connsiteX1" fmla="*/ 533946 w 627424"/>
                <a:gd name="connsiteY1" fmla="*/ 816164 h 821590"/>
                <a:gd name="connsiteX2" fmla="*/ 463429 w 627424"/>
                <a:gd name="connsiteY2" fmla="*/ 811458 h 821590"/>
                <a:gd name="connsiteX3" fmla="*/ 405974 w 627424"/>
                <a:gd name="connsiteY3" fmla="*/ 808857 h 821590"/>
                <a:gd name="connsiteX4" fmla="*/ 360310 w 627424"/>
                <a:gd name="connsiteY4" fmla="*/ 806145 h 821590"/>
                <a:gd name="connsiteX5" fmla="*/ 296933 w 627424"/>
                <a:gd name="connsiteY5" fmla="*/ 797012 h 821590"/>
                <a:gd name="connsiteX6" fmla="*/ 231618 w 627424"/>
                <a:gd name="connsiteY6" fmla="*/ 733081 h 821590"/>
                <a:gd name="connsiteX7" fmla="*/ 200788 w 627424"/>
                <a:gd name="connsiteY7" fmla="*/ 688136 h 821590"/>
                <a:gd name="connsiteX8" fmla="*/ 129219 w 627424"/>
                <a:gd name="connsiteY8" fmla="*/ 443485 h 821590"/>
                <a:gd name="connsiteX9" fmla="*/ 79458 w 627424"/>
                <a:gd name="connsiteY9" fmla="*/ 235973 h 821590"/>
                <a:gd name="connsiteX10" fmla="*/ 66008 w 627424"/>
                <a:gd name="connsiteY10" fmla="*/ 205696 h 821590"/>
                <a:gd name="connsiteX11" fmla="*/ 49347 w 627424"/>
                <a:gd name="connsiteY11" fmla="*/ 170327 h 821590"/>
                <a:gd name="connsiteX12" fmla="*/ 97004 w 627424"/>
                <a:gd name="connsiteY12" fmla="*/ 22595 h 821590"/>
                <a:gd name="connsiteX13" fmla="*/ 176267 w 627424"/>
                <a:gd name="connsiteY13" fmla="*/ 57079 h 821590"/>
                <a:gd name="connsiteX14" fmla="*/ 293888 w 627424"/>
                <a:gd name="connsiteY14" fmla="*/ 120345 h 821590"/>
                <a:gd name="connsiteX15" fmla="*/ 400937 w 627424"/>
                <a:gd name="connsiteY15" fmla="*/ 189368 h 821590"/>
                <a:gd name="connsiteX16" fmla="*/ 551991 w 627424"/>
                <a:gd name="connsiteY16" fmla="*/ 309258 h 821590"/>
                <a:gd name="connsiteX17" fmla="*/ 626302 w 627424"/>
                <a:gd name="connsiteY17" fmla="*/ 395563 h 821590"/>
                <a:gd name="connsiteX18" fmla="*/ 589740 w 627424"/>
                <a:gd name="connsiteY18" fmla="*/ 418577 h 821590"/>
                <a:gd name="connsiteX19" fmla="*/ 496639 w 627424"/>
                <a:gd name="connsiteY19" fmla="*/ 592988 h 821590"/>
                <a:gd name="connsiteX20" fmla="*/ 506215 w 627424"/>
                <a:gd name="connsiteY20" fmla="*/ 631235 h 821590"/>
                <a:gd name="connsiteX21" fmla="*/ 579445 w 627424"/>
                <a:gd name="connsiteY21" fmla="*/ 765130 h 821590"/>
                <a:gd name="connsiteX22" fmla="*/ 558854 w 627424"/>
                <a:gd name="connsiteY22" fmla="*/ 820259 h 821590"/>
                <a:gd name="connsiteX0" fmla="*/ 558854 w 626302"/>
                <a:gd name="connsiteY0" fmla="*/ 820259 h 821590"/>
                <a:gd name="connsiteX1" fmla="*/ 533946 w 626302"/>
                <a:gd name="connsiteY1" fmla="*/ 816164 h 821590"/>
                <a:gd name="connsiteX2" fmla="*/ 463429 w 626302"/>
                <a:gd name="connsiteY2" fmla="*/ 811458 h 821590"/>
                <a:gd name="connsiteX3" fmla="*/ 405974 w 626302"/>
                <a:gd name="connsiteY3" fmla="*/ 808857 h 821590"/>
                <a:gd name="connsiteX4" fmla="*/ 360310 w 626302"/>
                <a:gd name="connsiteY4" fmla="*/ 806145 h 821590"/>
                <a:gd name="connsiteX5" fmla="*/ 296933 w 626302"/>
                <a:gd name="connsiteY5" fmla="*/ 797012 h 821590"/>
                <a:gd name="connsiteX6" fmla="*/ 231618 w 626302"/>
                <a:gd name="connsiteY6" fmla="*/ 733081 h 821590"/>
                <a:gd name="connsiteX7" fmla="*/ 200788 w 626302"/>
                <a:gd name="connsiteY7" fmla="*/ 688136 h 821590"/>
                <a:gd name="connsiteX8" fmla="*/ 129219 w 626302"/>
                <a:gd name="connsiteY8" fmla="*/ 443485 h 821590"/>
                <a:gd name="connsiteX9" fmla="*/ 79458 w 626302"/>
                <a:gd name="connsiteY9" fmla="*/ 235973 h 821590"/>
                <a:gd name="connsiteX10" fmla="*/ 66008 w 626302"/>
                <a:gd name="connsiteY10" fmla="*/ 205696 h 821590"/>
                <a:gd name="connsiteX11" fmla="*/ 49347 w 626302"/>
                <a:gd name="connsiteY11" fmla="*/ 170327 h 821590"/>
                <a:gd name="connsiteX12" fmla="*/ 97004 w 626302"/>
                <a:gd name="connsiteY12" fmla="*/ 22595 h 821590"/>
                <a:gd name="connsiteX13" fmla="*/ 176267 w 626302"/>
                <a:gd name="connsiteY13" fmla="*/ 57079 h 821590"/>
                <a:gd name="connsiteX14" fmla="*/ 293888 w 626302"/>
                <a:gd name="connsiteY14" fmla="*/ 120345 h 821590"/>
                <a:gd name="connsiteX15" fmla="*/ 400937 w 626302"/>
                <a:gd name="connsiteY15" fmla="*/ 189368 h 821590"/>
                <a:gd name="connsiteX16" fmla="*/ 551991 w 626302"/>
                <a:gd name="connsiteY16" fmla="*/ 309258 h 821590"/>
                <a:gd name="connsiteX17" fmla="*/ 626302 w 626302"/>
                <a:gd name="connsiteY17" fmla="*/ 395563 h 821590"/>
                <a:gd name="connsiteX18" fmla="*/ 589740 w 626302"/>
                <a:gd name="connsiteY18" fmla="*/ 418577 h 821590"/>
                <a:gd name="connsiteX19" fmla="*/ 496639 w 626302"/>
                <a:gd name="connsiteY19" fmla="*/ 592988 h 821590"/>
                <a:gd name="connsiteX20" fmla="*/ 506215 w 626302"/>
                <a:gd name="connsiteY20" fmla="*/ 631235 h 821590"/>
                <a:gd name="connsiteX21" fmla="*/ 579445 w 626302"/>
                <a:gd name="connsiteY21" fmla="*/ 765130 h 821590"/>
                <a:gd name="connsiteX22" fmla="*/ 558854 w 626302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16992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89740 w 632016"/>
                <a:gd name="connsiteY18" fmla="*/ 418577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32016"/>
                <a:gd name="connsiteY0" fmla="*/ 820259 h 821590"/>
                <a:gd name="connsiteX1" fmla="*/ 533946 w 632016"/>
                <a:gd name="connsiteY1" fmla="*/ 816164 h 821590"/>
                <a:gd name="connsiteX2" fmla="*/ 463429 w 632016"/>
                <a:gd name="connsiteY2" fmla="*/ 811458 h 821590"/>
                <a:gd name="connsiteX3" fmla="*/ 405974 w 632016"/>
                <a:gd name="connsiteY3" fmla="*/ 808857 h 821590"/>
                <a:gd name="connsiteX4" fmla="*/ 360310 w 632016"/>
                <a:gd name="connsiteY4" fmla="*/ 806145 h 821590"/>
                <a:gd name="connsiteX5" fmla="*/ 296933 w 632016"/>
                <a:gd name="connsiteY5" fmla="*/ 797012 h 821590"/>
                <a:gd name="connsiteX6" fmla="*/ 231618 w 632016"/>
                <a:gd name="connsiteY6" fmla="*/ 733081 h 821590"/>
                <a:gd name="connsiteX7" fmla="*/ 200788 w 632016"/>
                <a:gd name="connsiteY7" fmla="*/ 688136 h 821590"/>
                <a:gd name="connsiteX8" fmla="*/ 129219 w 632016"/>
                <a:gd name="connsiteY8" fmla="*/ 443485 h 821590"/>
                <a:gd name="connsiteX9" fmla="*/ 79458 w 632016"/>
                <a:gd name="connsiteY9" fmla="*/ 235973 h 821590"/>
                <a:gd name="connsiteX10" fmla="*/ 66008 w 632016"/>
                <a:gd name="connsiteY10" fmla="*/ 205696 h 821590"/>
                <a:gd name="connsiteX11" fmla="*/ 49347 w 632016"/>
                <a:gd name="connsiteY11" fmla="*/ 170327 h 821590"/>
                <a:gd name="connsiteX12" fmla="*/ 97004 w 632016"/>
                <a:gd name="connsiteY12" fmla="*/ 22595 h 821590"/>
                <a:gd name="connsiteX13" fmla="*/ 176267 w 632016"/>
                <a:gd name="connsiteY13" fmla="*/ 57079 h 821590"/>
                <a:gd name="connsiteX14" fmla="*/ 293888 w 632016"/>
                <a:gd name="connsiteY14" fmla="*/ 120345 h 821590"/>
                <a:gd name="connsiteX15" fmla="*/ 400937 w 632016"/>
                <a:gd name="connsiteY15" fmla="*/ 189368 h 821590"/>
                <a:gd name="connsiteX16" fmla="*/ 551991 w 632016"/>
                <a:gd name="connsiteY16" fmla="*/ 309258 h 821590"/>
                <a:gd name="connsiteX17" fmla="*/ 632016 w 632016"/>
                <a:gd name="connsiteY17" fmla="*/ 405563 h 821590"/>
                <a:gd name="connsiteX18" fmla="*/ 558171 w 632016"/>
                <a:gd name="connsiteY18" fmla="*/ 422416 h 821590"/>
                <a:gd name="connsiteX19" fmla="*/ 496639 w 632016"/>
                <a:gd name="connsiteY19" fmla="*/ 592988 h 821590"/>
                <a:gd name="connsiteX20" fmla="*/ 506215 w 632016"/>
                <a:gd name="connsiteY20" fmla="*/ 631235 h 821590"/>
                <a:gd name="connsiteX21" fmla="*/ 579445 w 632016"/>
                <a:gd name="connsiteY21" fmla="*/ 765130 h 821590"/>
                <a:gd name="connsiteX22" fmla="*/ 558854 w 632016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12389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58171 w 646947"/>
                <a:gd name="connsiteY18" fmla="*/ 422416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6947"/>
                <a:gd name="connsiteY0" fmla="*/ 820259 h 821590"/>
                <a:gd name="connsiteX1" fmla="*/ 533946 w 646947"/>
                <a:gd name="connsiteY1" fmla="*/ 816164 h 821590"/>
                <a:gd name="connsiteX2" fmla="*/ 463429 w 646947"/>
                <a:gd name="connsiteY2" fmla="*/ 811458 h 821590"/>
                <a:gd name="connsiteX3" fmla="*/ 405974 w 646947"/>
                <a:gd name="connsiteY3" fmla="*/ 808857 h 821590"/>
                <a:gd name="connsiteX4" fmla="*/ 360310 w 646947"/>
                <a:gd name="connsiteY4" fmla="*/ 806145 h 821590"/>
                <a:gd name="connsiteX5" fmla="*/ 296933 w 646947"/>
                <a:gd name="connsiteY5" fmla="*/ 797012 h 821590"/>
                <a:gd name="connsiteX6" fmla="*/ 231618 w 646947"/>
                <a:gd name="connsiteY6" fmla="*/ 733081 h 821590"/>
                <a:gd name="connsiteX7" fmla="*/ 200788 w 646947"/>
                <a:gd name="connsiteY7" fmla="*/ 688136 h 821590"/>
                <a:gd name="connsiteX8" fmla="*/ 129219 w 646947"/>
                <a:gd name="connsiteY8" fmla="*/ 443485 h 821590"/>
                <a:gd name="connsiteX9" fmla="*/ 79458 w 646947"/>
                <a:gd name="connsiteY9" fmla="*/ 235973 h 821590"/>
                <a:gd name="connsiteX10" fmla="*/ 66008 w 646947"/>
                <a:gd name="connsiteY10" fmla="*/ 205696 h 821590"/>
                <a:gd name="connsiteX11" fmla="*/ 49347 w 646947"/>
                <a:gd name="connsiteY11" fmla="*/ 170327 h 821590"/>
                <a:gd name="connsiteX12" fmla="*/ 97004 w 646947"/>
                <a:gd name="connsiteY12" fmla="*/ 22595 h 821590"/>
                <a:gd name="connsiteX13" fmla="*/ 176267 w 646947"/>
                <a:gd name="connsiteY13" fmla="*/ 57079 h 821590"/>
                <a:gd name="connsiteX14" fmla="*/ 293888 w 646947"/>
                <a:gd name="connsiteY14" fmla="*/ 120345 h 821590"/>
                <a:gd name="connsiteX15" fmla="*/ 400937 w 646947"/>
                <a:gd name="connsiteY15" fmla="*/ 189368 h 821590"/>
                <a:gd name="connsiteX16" fmla="*/ 551991 w 646947"/>
                <a:gd name="connsiteY16" fmla="*/ 309258 h 821590"/>
                <a:gd name="connsiteX17" fmla="*/ 646947 w 646947"/>
                <a:gd name="connsiteY17" fmla="*/ 408550 h 821590"/>
                <a:gd name="connsiteX18" fmla="*/ 542387 w 646947"/>
                <a:gd name="connsiteY18" fmla="*/ 432654 h 821590"/>
                <a:gd name="connsiteX19" fmla="*/ 496639 w 646947"/>
                <a:gd name="connsiteY19" fmla="*/ 592988 h 821590"/>
                <a:gd name="connsiteX20" fmla="*/ 506215 w 646947"/>
                <a:gd name="connsiteY20" fmla="*/ 631235 h 821590"/>
                <a:gd name="connsiteX21" fmla="*/ 579445 w 646947"/>
                <a:gd name="connsiteY21" fmla="*/ 765130 h 821590"/>
                <a:gd name="connsiteX22" fmla="*/ 558854 w 646947"/>
                <a:gd name="connsiteY22" fmla="*/ 820259 h 821590"/>
                <a:gd name="connsiteX0" fmla="*/ 558854 w 649154"/>
                <a:gd name="connsiteY0" fmla="*/ 820259 h 821590"/>
                <a:gd name="connsiteX1" fmla="*/ 533946 w 649154"/>
                <a:gd name="connsiteY1" fmla="*/ 816164 h 821590"/>
                <a:gd name="connsiteX2" fmla="*/ 463429 w 649154"/>
                <a:gd name="connsiteY2" fmla="*/ 811458 h 821590"/>
                <a:gd name="connsiteX3" fmla="*/ 405974 w 649154"/>
                <a:gd name="connsiteY3" fmla="*/ 808857 h 821590"/>
                <a:gd name="connsiteX4" fmla="*/ 360310 w 649154"/>
                <a:gd name="connsiteY4" fmla="*/ 806145 h 821590"/>
                <a:gd name="connsiteX5" fmla="*/ 296933 w 649154"/>
                <a:gd name="connsiteY5" fmla="*/ 797012 h 821590"/>
                <a:gd name="connsiteX6" fmla="*/ 231618 w 649154"/>
                <a:gd name="connsiteY6" fmla="*/ 733081 h 821590"/>
                <a:gd name="connsiteX7" fmla="*/ 200788 w 649154"/>
                <a:gd name="connsiteY7" fmla="*/ 688136 h 821590"/>
                <a:gd name="connsiteX8" fmla="*/ 129219 w 649154"/>
                <a:gd name="connsiteY8" fmla="*/ 443485 h 821590"/>
                <a:gd name="connsiteX9" fmla="*/ 79458 w 649154"/>
                <a:gd name="connsiteY9" fmla="*/ 235973 h 821590"/>
                <a:gd name="connsiteX10" fmla="*/ 66008 w 649154"/>
                <a:gd name="connsiteY10" fmla="*/ 205696 h 821590"/>
                <a:gd name="connsiteX11" fmla="*/ 49347 w 649154"/>
                <a:gd name="connsiteY11" fmla="*/ 170327 h 821590"/>
                <a:gd name="connsiteX12" fmla="*/ 97004 w 649154"/>
                <a:gd name="connsiteY12" fmla="*/ 22595 h 821590"/>
                <a:gd name="connsiteX13" fmla="*/ 176267 w 649154"/>
                <a:gd name="connsiteY13" fmla="*/ 57079 h 821590"/>
                <a:gd name="connsiteX14" fmla="*/ 293888 w 649154"/>
                <a:gd name="connsiteY14" fmla="*/ 120345 h 821590"/>
                <a:gd name="connsiteX15" fmla="*/ 400937 w 649154"/>
                <a:gd name="connsiteY15" fmla="*/ 189368 h 821590"/>
                <a:gd name="connsiteX16" fmla="*/ 551991 w 649154"/>
                <a:gd name="connsiteY16" fmla="*/ 309258 h 821590"/>
                <a:gd name="connsiteX17" fmla="*/ 646947 w 649154"/>
                <a:gd name="connsiteY17" fmla="*/ 408550 h 821590"/>
                <a:gd name="connsiteX18" fmla="*/ 542387 w 649154"/>
                <a:gd name="connsiteY18" fmla="*/ 432654 h 821590"/>
                <a:gd name="connsiteX19" fmla="*/ 496639 w 649154"/>
                <a:gd name="connsiteY19" fmla="*/ 592988 h 821590"/>
                <a:gd name="connsiteX20" fmla="*/ 506215 w 649154"/>
                <a:gd name="connsiteY20" fmla="*/ 631235 h 821590"/>
                <a:gd name="connsiteX21" fmla="*/ 579445 w 649154"/>
                <a:gd name="connsiteY21" fmla="*/ 765130 h 821590"/>
                <a:gd name="connsiteX22" fmla="*/ 558854 w 649154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06215 w 653969"/>
                <a:gd name="connsiteY20" fmla="*/ 631235 h 821590"/>
                <a:gd name="connsiteX21" fmla="*/ 579445 w 653969"/>
                <a:gd name="connsiteY21" fmla="*/ 765130 h 821590"/>
                <a:gd name="connsiteX22" fmla="*/ 558854 w 653969"/>
                <a:gd name="connsiteY22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6639 w 653969"/>
                <a:gd name="connsiteY19" fmla="*/ 592988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5786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590"/>
                <a:gd name="connsiteX1" fmla="*/ 533946 w 653969"/>
                <a:gd name="connsiteY1" fmla="*/ 816164 h 821590"/>
                <a:gd name="connsiteX2" fmla="*/ 463429 w 653969"/>
                <a:gd name="connsiteY2" fmla="*/ 811458 h 821590"/>
                <a:gd name="connsiteX3" fmla="*/ 405974 w 653969"/>
                <a:gd name="connsiteY3" fmla="*/ 808857 h 821590"/>
                <a:gd name="connsiteX4" fmla="*/ 360310 w 653969"/>
                <a:gd name="connsiteY4" fmla="*/ 806145 h 821590"/>
                <a:gd name="connsiteX5" fmla="*/ 296933 w 653969"/>
                <a:gd name="connsiteY5" fmla="*/ 797012 h 821590"/>
                <a:gd name="connsiteX6" fmla="*/ 231618 w 653969"/>
                <a:gd name="connsiteY6" fmla="*/ 733081 h 821590"/>
                <a:gd name="connsiteX7" fmla="*/ 200788 w 653969"/>
                <a:gd name="connsiteY7" fmla="*/ 688136 h 821590"/>
                <a:gd name="connsiteX8" fmla="*/ 129219 w 653969"/>
                <a:gd name="connsiteY8" fmla="*/ 443485 h 821590"/>
                <a:gd name="connsiteX9" fmla="*/ 79458 w 653969"/>
                <a:gd name="connsiteY9" fmla="*/ 235973 h 821590"/>
                <a:gd name="connsiteX10" fmla="*/ 66008 w 653969"/>
                <a:gd name="connsiteY10" fmla="*/ 205696 h 821590"/>
                <a:gd name="connsiteX11" fmla="*/ 49347 w 653969"/>
                <a:gd name="connsiteY11" fmla="*/ 170327 h 821590"/>
                <a:gd name="connsiteX12" fmla="*/ 97004 w 653969"/>
                <a:gd name="connsiteY12" fmla="*/ 22595 h 821590"/>
                <a:gd name="connsiteX13" fmla="*/ 176267 w 653969"/>
                <a:gd name="connsiteY13" fmla="*/ 57079 h 821590"/>
                <a:gd name="connsiteX14" fmla="*/ 293888 w 653969"/>
                <a:gd name="connsiteY14" fmla="*/ 120345 h 821590"/>
                <a:gd name="connsiteX15" fmla="*/ 400937 w 653969"/>
                <a:gd name="connsiteY15" fmla="*/ 189368 h 821590"/>
                <a:gd name="connsiteX16" fmla="*/ 551991 w 653969"/>
                <a:gd name="connsiteY16" fmla="*/ 309258 h 821590"/>
                <a:gd name="connsiteX17" fmla="*/ 646947 w 653969"/>
                <a:gd name="connsiteY17" fmla="*/ 408550 h 821590"/>
                <a:gd name="connsiteX18" fmla="*/ 542387 w 653969"/>
                <a:gd name="connsiteY18" fmla="*/ 432654 h 821590"/>
                <a:gd name="connsiteX19" fmla="*/ 491094 w 653969"/>
                <a:gd name="connsiteY19" fmla="*/ 606639 h 821590"/>
                <a:gd name="connsiteX20" fmla="*/ 579445 w 653969"/>
                <a:gd name="connsiteY20" fmla="*/ 765130 h 821590"/>
                <a:gd name="connsiteX21" fmla="*/ 558854 w 653969"/>
                <a:gd name="connsiteY21" fmla="*/ 820259 h 821590"/>
                <a:gd name="connsiteX0" fmla="*/ 558854 w 653969"/>
                <a:gd name="connsiteY0" fmla="*/ 820259 h 821126"/>
                <a:gd name="connsiteX1" fmla="*/ 533946 w 653969"/>
                <a:gd name="connsiteY1" fmla="*/ 816164 h 821126"/>
                <a:gd name="connsiteX2" fmla="*/ 463429 w 653969"/>
                <a:gd name="connsiteY2" fmla="*/ 811458 h 821126"/>
                <a:gd name="connsiteX3" fmla="*/ 405974 w 653969"/>
                <a:gd name="connsiteY3" fmla="*/ 808857 h 821126"/>
                <a:gd name="connsiteX4" fmla="*/ 360310 w 653969"/>
                <a:gd name="connsiteY4" fmla="*/ 806145 h 821126"/>
                <a:gd name="connsiteX5" fmla="*/ 296933 w 653969"/>
                <a:gd name="connsiteY5" fmla="*/ 797012 h 821126"/>
                <a:gd name="connsiteX6" fmla="*/ 231618 w 653969"/>
                <a:gd name="connsiteY6" fmla="*/ 733081 h 821126"/>
                <a:gd name="connsiteX7" fmla="*/ 200788 w 653969"/>
                <a:gd name="connsiteY7" fmla="*/ 688136 h 821126"/>
                <a:gd name="connsiteX8" fmla="*/ 129219 w 653969"/>
                <a:gd name="connsiteY8" fmla="*/ 443485 h 821126"/>
                <a:gd name="connsiteX9" fmla="*/ 79458 w 653969"/>
                <a:gd name="connsiteY9" fmla="*/ 235973 h 821126"/>
                <a:gd name="connsiteX10" fmla="*/ 66008 w 653969"/>
                <a:gd name="connsiteY10" fmla="*/ 205696 h 821126"/>
                <a:gd name="connsiteX11" fmla="*/ 49347 w 653969"/>
                <a:gd name="connsiteY11" fmla="*/ 170327 h 821126"/>
                <a:gd name="connsiteX12" fmla="*/ 97004 w 653969"/>
                <a:gd name="connsiteY12" fmla="*/ 22595 h 821126"/>
                <a:gd name="connsiteX13" fmla="*/ 176267 w 653969"/>
                <a:gd name="connsiteY13" fmla="*/ 57079 h 821126"/>
                <a:gd name="connsiteX14" fmla="*/ 293888 w 653969"/>
                <a:gd name="connsiteY14" fmla="*/ 120345 h 821126"/>
                <a:gd name="connsiteX15" fmla="*/ 400937 w 653969"/>
                <a:gd name="connsiteY15" fmla="*/ 189368 h 821126"/>
                <a:gd name="connsiteX16" fmla="*/ 551991 w 653969"/>
                <a:gd name="connsiteY16" fmla="*/ 309258 h 821126"/>
                <a:gd name="connsiteX17" fmla="*/ 646947 w 653969"/>
                <a:gd name="connsiteY17" fmla="*/ 408550 h 821126"/>
                <a:gd name="connsiteX18" fmla="*/ 542387 w 653969"/>
                <a:gd name="connsiteY18" fmla="*/ 432654 h 821126"/>
                <a:gd name="connsiteX19" fmla="*/ 491094 w 653969"/>
                <a:gd name="connsiteY19" fmla="*/ 606639 h 821126"/>
                <a:gd name="connsiteX20" fmla="*/ 579445 w 653969"/>
                <a:gd name="connsiteY20" fmla="*/ 765130 h 821126"/>
                <a:gd name="connsiteX21" fmla="*/ 599803 w 653969"/>
                <a:gd name="connsiteY21" fmla="*/ 815211 h 821126"/>
                <a:gd name="connsiteX22" fmla="*/ 558854 w 653969"/>
                <a:gd name="connsiteY22" fmla="*/ 820259 h 821126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0610"/>
                <a:gd name="connsiteX1" fmla="*/ 533946 w 653969"/>
                <a:gd name="connsiteY1" fmla="*/ 816164 h 820610"/>
                <a:gd name="connsiteX2" fmla="*/ 463429 w 653969"/>
                <a:gd name="connsiteY2" fmla="*/ 811458 h 820610"/>
                <a:gd name="connsiteX3" fmla="*/ 405974 w 653969"/>
                <a:gd name="connsiteY3" fmla="*/ 808857 h 820610"/>
                <a:gd name="connsiteX4" fmla="*/ 360310 w 653969"/>
                <a:gd name="connsiteY4" fmla="*/ 806145 h 820610"/>
                <a:gd name="connsiteX5" fmla="*/ 296933 w 653969"/>
                <a:gd name="connsiteY5" fmla="*/ 797012 h 820610"/>
                <a:gd name="connsiteX6" fmla="*/ 231618 w 653969"/>
                <a:gd name="connsiteY6" fmla="*/ 733081 h 820610"/>
                <a:gd name="connsiteX7" fmla="*/ 200788 w 653969"/>
                <a:gd name="connsiteY7" fmla="*/ 688136 h 820610"/>
                <a:gd name="connsiteX8" fmla="*/ 129219 w 653969"/>
                <a:gd name="connsiteY8" fmla="*/ 443485 h 820610"/>
                <a:gd name="connsiteX9" fmla="*/ 79458 w 653969"/>
                <a:gd name="connsiteY9" fmla="*/ 235973 h 820610"/>
                <a:gd name="connsiteX10" fmla="*/ 66008 w 653969"/>
                <a:gd name="connsiteY10" fmla="*/ 205696 h 820610"/>
                <a:gd name="connsiteX11" fmla="*/ 49347 w 653969"/>
                <a:gd name="connsiteY11" fmla="*/ 170327 h 820610"/>
                <a:gd name="connsiteX12" fmla="*/ 97004 w 653969"/>
                <a:gd name="connsiteY12" fmla="*/ 22595 h 820610"/>
                <a:gd name="connsiteX13" fmla="*/ 176267 w 653969"/>
                <a:gd name="connsiteY13" fmla="*/ 57079 h 820610"/>
                <a:gd name="connsiteX14" fmla="*/ 293888 w 653969"/>
                <a:gd name="connsiteY14" fmla="*/ 120345 h 820610"/>
                <a:gd name="connsiteX15" fmla="*/ 400937 w 653969"/>
                <a:gd name="connsiteY15" fmla="*/ 189368 h 820610"/>
                <a:gd name="connsiteX16" fmla="*/ 551991 w 653969"/>
                <a:gd name="connsiteY16" fmla="*/ 309258 h 820610"/>
                <a:gd name="connsiteX17" fmla="*/ 646947 w 653969"/>
                <a:gd name="connsiteY17" fmla="*/ 408550 h 820610"/>
                <a:gd name="connsiteX18" fmla="*/ 542387 w 653969"/>
                <a:gd name="connsiteY18" fmla="*/ 432654 h 820610"/>
                <a:gd name="connsiteX19" fmla="*/ 491094 w 653969"/>
                <a:gd name="connsiteY19" fmla="*/ 606639 h 820610"/>
                <a:gd name="connsiteX20" fmla="*/ 579445 w 653969"/>
                <a:gd name="connsiteY20" fmla="*/ 765130 h 820610"/>
                <a:gd name="connsiteX21" fmla="*/ 626679 w 653969"/>
                <a:gd name="connsiteY21" fmla="*/ 813931 h 820610"/>
                <a:gd name="connsiteX22" fmla="*/ 558854 w 653969"/>
                <a:gd name="connsiteY22" fmla="*/ 820259 h 820610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79445 w 653969"/>
                <a:gd name="connsiteY20" fmla="*/ 76513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555982 w 653969"/>
                <a:gd name="connsiteY20" fmla="*/ 74124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9109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639051 w 653969"/>
                <a:gd name="connsiteY20" fmla="*/ 820757 h 824682"/>
                <a:gd name="connsiteX21" fmla="*/ 558854 w 653969"/>
                <a:gd name="connsiteY21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0743 w 653969"/>
                <a:gd name="connsiteY20" fmla="*/ 731170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20078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49890 w 653969"/>
                <a:gd name="connsiteY20" fmla="*/ 727757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8849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4682"/>
                <a:gd name="connsiteX1" fmla="*/ 533946 w 653969"/>
                <a:gd name="connsiteY1" fmla="*/ 816164 h 824682"/>
                <a:gd name="connsiteX2" fmla="*/ 463429 w 653969"/>
                <a:gd name="connsiteY2" fmla="*/ 811458 h 824682"/>
                <a:gd name="connsiteX3" fmla="*/ 405974 w 653969"/>
                <a:gd name="connsiteY3" fmla="*/ 808857 h 824682"/>
                <a:gd name="connsiteX4" fmla="*/ 360310 w 653969"/>
                <a:gd name="connsiteY4" fmla="*/ 806145 h 824682"/>
                <a:gd name="connsiteX5" fmla="*/ 296933 w 653969"/>
                <a:gd name="connsiteY5" fmla="*/ 797012 h 824682"/>
                <a:gd name="connsiteX6" fmla="*/ 231618 w 653969"/>
                <a:gd name="connsiteY6" fmla="*/ 733081 h 824682"/>
                <a:gd name="connsiteX7" fmla="*/ 200788 w 653969"/>
                <a:gd name="connsiteY7" fmla="*/ 688136 h 824682"/>
                <a:gd name="connsiteX8" fmla="*/ 129219 w 653969"/>
                <a:gd name="connsiteY8" fmla="*/ 443485 h 824682"/>
                <a:gd name="connsiteX9" fmla="*/ 79458 w 653969"/>
                <a:gd name="connsiteY9" fmla="*/ 235973 h 824682"/>
                <a:gd name="connsiteX10" fmla="*/ 66008 w 653969"/>
                <a:gd name="connsiteY10" fmla="*/ 205696 h 824682"/>
                <a:gd name="connsiteX11" fmla="*/ 49347 w 653969"/>
                <a:gd name="connsiteY11" fmla="*/ 170327 h 824682"/>
                <a:gd name="connsiteX12" fmla="*/ 97004 w 653969"/>
                <a:gd name="connsiteY12" fmla="*/ 22595 h 824682"/>
                <a:gd name="connsiteX13" fmla="*/ 176267 w 653969"/>
                <a:gd name="connsiteY13" fmla="*/ 57079 h 824682"/>
                <a:gd name="connsiteX14" fmla="*/ 293888 w 653969"/>
                <a:gd name="connsiteY14" fmla="*/ 120345 h 824682"/>
                <a:gd name="connsiteX15" fmla="*/ 400937 w 653969"/>
                <a:gd name="connsiteY15" fmla="*/ 189368 h 824682"/>
                <a:gd name="connsiteX16" fmla="*/ 551991 w 653969"/>
                <a:gd name="connsiteY16" fmla="*/ 309258 h 824682"/>
                <a:gd name="connsiteX17" fmla="*/ 646947 w 653969"/>
                <a:gd name="connsiteY17" fmla="*/ 408550 h 824682"/>
                <a:gd name="connsiteX18" fmla="*/ 542387 w 653969"/>
                <a:gd name="connsiteY18" fmla="*/ 432654 h 824682"/>
                <a:gd name="connsiteX19" fmla="*/ 489814 w 653969"/>
                <a:gd name="connsiteY19" fmla="*/ 606639 h 824682"/>
                <a:gd name="connsiteX20" fmla="*/ 555436 w 653969"/>
                <a:gd name="connsiteY20" fmla="*/ 730743 h 824682"/>
                <a:gd name="connsiteX21" fmla="*/ 639051 w 653969"/>
                <a:gd name="connsiteY21" fmla="*/ 820757 h 824682"/>
                <a:gd name="connsiteX22" fmla="*/ 558854 w 653969"/>
                <a:gd name="connsiteY22" fmla="*/ 820259 h 824682"/>
                <a:gd name="connsiteX0" fmla="*/ 558854 w 653969"/>
                <a:gd name="connsiteY0" fmla="*/ 820259 h 826576"/>
                <a:gd name="connsiteX1" fmla="*/ 533946 w 653969"/>
                <a:gd name="connsiteY1" fmla="*/ 816164 h 826576"/>
                <a:gd name="connsiteX2" fmla="*/ 463429 w 653969"/>
                <a:gd name="connsiteY2" fmla="*/ 811458 h 826576"/>
                <a:gd name="connsiteX3" fmla="*/ 405974 w 653969"/>
                <a:gd name="connsiteY3" fmla="*/ 808857 h 826576"/>
                <a:gd name="connsiteX4" fmla="*/ 360310 w 653969"/>
                <a:gd name="connsiteY4" fmla="*/ 806145 h 826576"/>
                <a:gd name="connsiteX5" fmla="*/ 296933 w 653969"/>
                <a:gd name="connsiteY5" fmla="*/ 797012 h 826576"/>
                <a:gd name="connsiteX6" fmla="*/ 231618 w 653969"/>
                <a:gd name="connsiteY6" fmla="*/ 733081 h 826576"/>
                <a:gd name="connsiteX7" fmla="*/ 200788 w 653969"/>
                <a:gd name="connsiteY7" fmla="*/ 688136 h 826576"/>
                <a:gd name="connsiteX8" fmla="*/ 129219 w 653969"/>
                <a:gd name="connsiteY8" fmla="*/ 443485 h 826576"/>
                <a:gd name="connsiteX9" fmla="*/ 79458 w 653969"/>
                <a:gd name="connsiteY9" fmla="*/ 235973 h 826576"/>
                <a:gd name="connsiteX10" fmla="*/ 66008 w 653969"/>
                <a:gd name="connsiteY10" fmla="*/ 205696 h 826576"/>
                <a:gd name="connsiteX11" fmla="*/ 49347 w 653969"/>
                <a:gd name="connsiteY11" fmla="*/ 170327 h 826576"/>
                <a:gd name="connsiteX12" fmla="*/ 97004 w 653969"/>
                <a:gd name="connsiteY12" fmla="*/ 22595 h 826576"/>
                <a:gd name="connsiteX13" fmla="*/ 176267 w 653969"/>
                <a:gd name="connsiteY13" fmla="*/ 57079 h 826576"/>
                <a:gd name="connsiteX14" fmla="*/ 293888 w 653969"/>
                <a:gd name="connsiteY14" fmla="*/ 120345 h 826576"/>
                <a:gd name="connsiteX15" fmla="*/ 400937 w 653969"/>
                <a:gd name="connsiteY15" fmla="*/ 189368 h 826576"/>
                <a:gd name="connsiteX16" fmla="*/ 551991 w 653969"/>
                <a:gd name="connsiteY16" fmla="*/ 309258 h 826576"/>
                <a:gd name="connsiteX17" fmla="*/ 646947 w 653969"/>
                <a:gd name="connsiteY17" fmla="*/ 408550 h 826576"/>
                <a:gd name="connsiteX18" fmla="*/ 542387 w 653969"/>
                <a:gd name="connsiteY18" fmla="*/ 432654 h 826576"/>
                <a:gd name="connsiteX19" fmla="*/ 489814 w 653969"/>
                <a:gd name="connsiteY19" fmla="*/ 606639 h 826576"/>
                <a:gd name="connsiteX20" fmla="*/ 555436 w 653969"/>
                <a:gd name="connsiteY20" fmla="*/ 730743 h 826576"/>
                <a:gd name="connsiteX21" fmla="*/ 639051 w 653969"/>
                <a:gd name="connsiteY21" fmla="*/ 820757 h 826576"/>
                <a:gd name="connsiteX22" fmla="*/ 558854 w 653969"/>
                <a:gd name="connsiteY22" fmla="*/ 820259 h 826576"/>
                <a:gd name="connsiteX0" fmla="*/ 558854 w 653969"/>
                <a:gd name="connsiteY0" fmla="*/ 820259 h 821663"/>
                <a:gd name="connsiteX1" fmla="*/ 533946 w 653969"/>
                <a:gd name="connsiteY1" fmla="*/ 816164 h 821663"/>
                <a:gd name="connsiteX2" fmla="*/ 463429 w 653969"/>
                <a:gd name="connsiteY2" fmla="*/ 811458 h 821663"/>
                <a:gd name="connsiteX3" fmla="*/ 405974 w 653969"/>
                <a:gd name="connsiteY3" fmla="*/ 808857 h 821663"/>
                <a:gd name="connsiteX4" fmla="*/ 360310 w 653969"/>
                <a:gd name="connsiteY4" fmla="*/ 806145 h 821663"/>
                <a:gd name="connsiteX5" fmla="*/ 296933 w 653969"/>
                <a:gd name="connsiteY5" fmla="*/ 797012 h 821663"/>
                <a:gd name="connsiteX6" fmla="*/ 231618 w 653969"/>
                <a:gd name="connsiteY6" fmla="*/ 733081 h 821663"/>
                <a:gd name="connsiteX7" fmla="*/ 200788 w 653969"/>
                <a:gd name="connsiteY7" fmla="*/ 688136 h 821663"/>
                <a:gd name="connsiteX8" fmla="*/ 129219 w 653969"/>
                <a:gd name="connsiteY8" fmla="*/ 443485 h 821663"/>
                <a:gd name="connsiteX9" fmla="*/ 79458 w 653969"/>
                <a:gd name="connsiteY9" fmla="*/ 235973 h 821663"/>
                <a:gd name="connsiteX10" fmla="*/ 66008 w 653969"/>
                <a:gd name="connsiteY10" fmla="*/ 205696 h 821663"/>
                <a:gd name="connsiteX11" fmla="*/ 49347 w 653969"/>
                <a:gd name="connsiteY11" fmla="*/ 170327 h 821663"/>
                <a:gd name="connsiteX12" fmla="*/ 97004 w 653969"/>
                <a:gd name="connsiteY12" fmla="*/ 22595 h 821663"/>
                <a:gd name="connsiteX13" fmla="*/ 176267 w 653969"/>
                <a:gd name="connsiteY13" fmla="*/ 57079 h 821663"/>
                <a:gd name="connsiteX14" fmla="*/ 293888 w 653969"/>
                <a:gd name="connsiteY14" fmla="*/ 120345 h 821663"/>
                <a:gd name="connsiteX15" fmla="*/ 400937 w 653969"/>
                <a:gd name="connsiteY15" fmla="*/ 189368 h 821663"/>
                <a:gd name="connsiteX16" fmla="*/ 551991 w 653969"/>
                <a:gd name="connsiteY16" fmla="*/ 309258 h 821663"/>
                <a:gd name="connsiteX17" fmla="*/ 646947 w 653969"/>
                <a:gd name="connsiteY17" fmla="*/ 408550 h 821663"/>
                <a:gd name="connsiteX18" fmla="*/ 542387 w 653969"/>
                <a:gd name="connsiteY18" fmla="*/ 432654 h 821663"/>
                <a:gd name="connsiteX19" fmla="*/ 489814 w 653969"/>
                <a:gd name="connsiteY19" fmla="*/ 606639 h 821663"/>
                <a:gd name="connsiteX20" fmla="*/ 555436 w 653969"/>
                <a:gd name="connsiteY20" fmla="*/ 730743 h 821663"/>
                <a:gd name="connsiteX21" fmla="*/ 639051 w 653969"/>
                <a:gd name="connsiteY21" fmla="*/ 820757 h 821663"/>
                <a:gd name="connsiteX22" fmla="*/ 558854 w 653969"/>
                <a:gd name="connsiteY22" fmla="*/ 820259 h 821663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30441"/>
                <a:gd name="connsiteX1" fmla="*/ 533946 w 653969"/>
                <a:gd name="connsiteY1" fmla="*/ 816164 h 830441"/>
                <a:gd name="connsiteX2" fmla="*/ 463429 w 653969"/>
                <a:gd name="connsiteY2" fmla="*/ 811458 h 830441"/>
                <a:gd name="connsiteX3" fmla="*/ 405974 w 653969"/>
                <a:gd name="connsiteY3" fmla="*/ 808857 h 830441"/>
                <a:gd name="connsiteX4" fmla="*/ 360310 w 653969"/>
                <a:gd name="connsiteY4" fmla="*/ 806145 h 830441"/>
                <a:gd name="connsiteX5" fmla="*/ 296933 w 653969"/>
                <a:gd name="connsiteY5" fmla="*/ 797012 h 830441"/>
                <a:gd name="connsiteX6" fmla="*/ 231618 w 653969"/>
                <a:gd name="connsiteY6" fmla="*/ 733081 h 830441"/>
                <a:gd name="connsiteX7" fmla="*/ 200788 w 653969"/>
                <a:gd name="connsiteY7" fmla="*/ 688136 h 830441"/>
                <a:gd name="connsiteX8" fmla="*/ 129219 w 653969"/>
                <a:gd name="connsiteY8" fmla="*/ 443485 h 830441"/>
                <a:gd name="connsiteX9" fmla="*/ 79458 w 653969"/>
                <a:gd name="connsiteY9" fmla="*/ 235973 h 830441"/>
                <a:gd name="connsiteX10" fmla="*/ 66008 w 653969"/>
                <a:gd name="connsiteY10" fmla="*/ 205696 h 830441"/>
                <a:gd name="connsiteX11" fmla="*/ 49347 w 653969"/>
                <a:gd name="connsiteY11" fmla="*/ 170327 h 830441"/>
                <a:gd name="connsiteX12" fmla="*/ 97004 w 653969"/>
                <a:gd name="connsiteY12" fmla="*/ 22595 h 830441"/>
                <a:gd name="connsiteX13" fmla="*/ 176267 w 653969"/>
                <a:gd name="connsiteY13" fmla="*/ 57079 h 830441"/>
                <a:gd name="connsiteX14" fmla="*/ 293888 w 653969"/>
                <a:gd name="connsiteY14" fmla="*/ 120345 h 830441"/>
                <a:gd name="connsiteX15" fmla="*/ 400937 w 653969"/>
                <a:gd name="connsiteY15" fmla="*/ 189368 h 830441"/>
                <a:gd name="connsiteX16" fmla="*/ 551991 w 653969"/>
                <a:gd name="connsiteY16" fmla="*/ 309258 h 830441"/>
                <a:gd name="connsiteX17" fmla="*/ 646947 w 653969"/>
                <a:gd name="connsiteY17" fmla="*/ 408550 h 830441"/>
                <a:gd name="connsiteX18" fmla="*/ 542387 w 653969"/>
                <a:gd name="connsiteY18" fmla="*/ 432654 h 830441"/>
                <a:gd name="connsiteX19" fmla="*/ 489814 w 653969"/>
                <a:gd name="connsiteY19" fmla="*/ 606639 h 830441"/>
                <a:gd name="connsiteX20" fmla="*/ 555436 w 653969"/>
                <a:gd name="connsiteY20" fmla="*/ 730743 h 830441"/>
                <a:gd name="connsiteX21" fmla="*/ 644597 w 653969"/>
                <a:gd name="connsiteY21" fmla="*/ 830142 h 830441"/>
                <a:gd name="connsiteX22" fmla="*/ 558854 w 653969"/>
                <a:gd name="connsiteY22" fmla="*/ 820259 h 830441"/>
                <a:gd name="connsiteX0" fmla="*/ 558854 w 653969"/>
                <a:gd name="connsiteY0" fmla="*/ 820259 h 820259"/>
                <a:gd name="connsiteX1" fmla="*/ 533946 w 653969"/>
                <a:gd name="connsiteY1" fmla="*/ 816164 h 820259"/>
                <a:gd name="connsiteX2" fmla="*/ 463429 w 653969"/>
                <a:gd name="connsiteY2" fmla="*/ 811458 h 820259"/>
                <a:gd name="connsiteX3" fmla="*/ 405974 w 653969"/>
                <a:gd name="connsiteY3" fmla="*/ 808857 h 820259"/>
                <a:gd name="connsiteX4" fmla="*/ 360310 w 653969"/>
                <a:gd name="connsiteY4" fmla="*/ 806145 h 820259"/>
                <a:gd name="connsiteX5" fmla="*/ 296933 w 653969"/>
                <a:gd name="connsiteY5" fmla="*/ 797012 h 820259"/>
                <a:gd name="connsiteX6" fmla="*/ 231618 w 653969"/>
                <a:gd name="connsiteY6" fmla="*/ 733081 h 820259"/>
                <a:gd name="connsiteX7" fmla="*/ 200788 w 653969"/>
                <a:gd name="connsiteY7" fmla="*/ 688136 h 820259"/>
                <a:gd name="connsiteX8" fmla="*/ 129219 w 653969"/>
                <a:gd name="connsiteY8" fmla="*/ 443485 h 820259"/>
                <a:gd name="connsiteX9" fmla="*/ 79458 w 653969"/>
                <a:gd name="connsiteY9" fmla="*/ 235973 h 820259"/>
                <a:gd name="connsiteX10" fmla="*/ 66008 w 653969"/>
                <a:gd name="connsiteY10" fmla="*/ 205696 h 820259"/>
                <a:gd name="connsiteX11" fmla="*/ 49347 w 653969"/>
                <a:gd name="connsiteY11" fmla="*/ 170327 h 820259"/>
                <a:gd name="connsiteX12" fmla="*/ 97004 w 653969"/>
                <a:gd name="connsiteY12" fmla="*/ 22595 h 820259"/>
                <a:gd name="connsiteX13" fmla="*/ 176267 w 653969"/>
                <a:gd name="connsiteY13" fmla="*/ 57079 h 820259"/>
                <a:gd name="connsiteX14" fmla="*/ 293888 w 653969"/>
                <a:gd name="connsiteY14" fmla="*/ 120345 h 820259"/>
                <a:gd name="connsiteX15" fmla="*/ 400937 w 653969"/>
                <a:gd name="connsiteY15" fmla="*/ 189368 h 820259"/>
                <a:gd name="connsiteX16" fmla="*/ 551991 w 653969"/>
                <a:gd name="connsiteY16" fmla="*/ 309258 h 820259"/>
                <a:gd name="connsiteX17" fmla="*/ 646947 w 653969"/>
                <a:gd name="connsiteY17" fmla="*/ 408550 h 820259"/>
                <a:gd name="connsiteX18" fmla="*/ 542387 w 653969"/>
                <a:gd name="connsiteY18" fmla="*/ 432654 h 820259"/>
                <a:gd name="connsiteX19" fmla="*/ 489814 w 653969"/>
                <a:gd name="connsiteY19" fmla="*/ 606639 h 820259"/>
                <a:gd name="connsiteX20" fmla="*/ 555436 w 653969"/>
                <a:gd name="connsiteY20" fmla="*/ 730743 h 820259"/>
                <a:gd name="connsiteX21" fmla="*/ 636918 w 653969"/>
                <a:gd name="connsiteY21" fmla="*/ 816491 h 820259"/>
                <a:gd name="connsiteX22" fmla="*/ 558854 w 653969"/>
                <a:gd name="connsiteY22" fmla="*/ 820259 h 820259"/>
                <a:gd name="connsiteX0" fmla="*/ 636918 w 653969"/>
                <a:gd name="connsiteY0" fmla="*/ 816491 h 816491"/>
                <a:gd name="connsiteX1" fmla="*/ 533946 w 653969"/>
                <a:gd name="connsiteY1" fmla="*/ 816164 h 816491"/>
                <a:gd name="connsiteX2" fmla="*/ 463429 w 653969"/>
                <a:gd name="connsiteY2" fmla="*/ 811458 h 816491"/>
                <a:gd name="connsiteX3" fmla="*/ 405974 w 653969"/>
                <a:gd name="connsiteY3" fmla="*/ 808857 h 816491"/>
                <a:gd name="connsiteX4" fmla="*/ 360310 w 653969"/>
                <a:gd name="connsiteY4" fmla="*/ 806145 h 816491"/>
                <a:gd name="connsiteX5" fmla="*/ 296933 w 653969"/>
                <a:gd name="connsiteY5" fmla="*/ 797012 h 816491"/>
                <a:gd name="connsiteX6" fmla="*/ 231618 w 653969"/>
                <a:gd name="connsiteY6" fmla="*/ 733081 h 816491"/>
                <a:gd name="connsiteX7" fmla="*/ 200788 w 653969"/>
                <a:gd name="connsiteY7" fmla="*/ 688136 h 816491"/>
                <a:gd name="connsiteX8" fmla="*/ 129219 w 653969"/>
                <a:gd name="connsiteY8" fmla="*/ 443485 h 816491"/>
                <a:gd name="connsiteX9" fmla="*/ 79458 w 653969"/>
                <a:gd name="connsiteY9" fmla="*/ 235973 h 816491"/>
                <a:gd name="connsiteX10" fmla="*/ 66008 w 653969"/>
                <a:gd name="connsiteY10" fmla="*/ 205696 h 816491"/>
                <a:gd name="connsiteX11" fmla="*/ 49347 w 653969"/>
                <a:gd name="connsiteY11" fmla="*/ 170327 h 816491"/>
                <a:gd name="connsiteX12" fmla="*/ 97004 w 653969"/>
                <a:gd name="connsiteY12" fmla="*/ 22595 h 816491"/>
                <a:gd name="connsiteX13" fmla="*/ 176267 w 653969"/>
                <a:gd name="connsiteY13" fmla="*/ 57079 h 816491"/>
                <a:gd name="connsiteX14" fmla="*/ 293888 w 653969"/>
                <a:gd name="connsiteY14" fmla="*/ 120345 h 816491"/>
                <a:gd name="connsiteX15" fmla="*/ 400937 w 653969"/>
                <a:gd name="connsiteY15" fmla="*/ 189368 h 816491"/>
                <a:gd name="connsiteX16" fmla="*/ 551991 w 653969"/>
                <a:gd name="connsiteY16" fmla="*/ 309258 h 816491"/>
                <a:gd name="connsiteX17" fmla="*/ 646947 w 653969"/>
                <a:gd name="connsiteY17" fmla="*/ 408550 h 816491"/>
                <a:gd name="connsiteX18" fmla="*/ 542387 w 653969"/>
                <a:gd name="connsiteY18" fmla="*/ 432654 h 816491"/>
                <a:gd name="connsiteX19" fmla="*/ 489814 w 653969"/>
                <a:gd name="connsiteY19" fmla="*/ 606639 h 816491"/>
                <a:gd name="connsiteX20" fmla="*/ 555436 w 653969"/>
                <a:gd name="connsiteY20" fmla="*/ 730743 h 816491"/>
                <a:gd name="connsiteX21" fmla="*/ 636918 w 653969"/>
                <a:gd name="connsiteY21" fmla="*/ 816491 h 816491"/>
                <a:gd name="connsiteX0" fmla="*/ 636918 w 653969"/>
                <a:gd name="connsiteY0" fmla="*/ 816491 h 816797"/>
                <a:gd name="connsiteX1" fmla="*/ 533946 w 653969"/>
                <a:gd name="connsiteY1" fmla="*/ 816164 h 816797"/>
                <a:gd name="connsiteX2" fmla="*/ 405974 w 653969"/>
                <a:gd name="connsiteY2" fmla="*/ 808857 h 816797"/>
                <a:gd name="connsiteX3" fmla="*/ 360310 w 653969"/>
                <a:gd name="connsiteY3" fmla="*/ 806145 h 816797"/>
                <a:gd name="connsiteX4" fmla="*/ 296933 w 653969"/>
                <a:gd name="connsiteY4" fmla="*/ 797012 h 816797"/>
                <a:gd name="connsiteX5" fmla="*/ 231618 w 653969"/>
                <a:gd name="connsiteY5" fmla="*/ 733081 h 816797"/>
                <a:gd name="connsiteX6" fmla="*/ 200788 w 653969"/>
                <a:gd name="connsiteY6" fmla="*/ 688136 h 816797"/>
                <a:gd name="connsiteX7" fmla="*/ 129219 w 653969"/>
                <a:gd name="connsiteY7" fmla="*/ 443485 h 816797"/>
                <a:gd name="connsiteX8" fmla="*/ 79458 w 653969"/>
                <a:gd name="connsiteY8" fmla="*/ 235973 h 816797"/>
                <a:gd name="connsiteX9" fmla="*/ 66008 w 653969"/>
                <a:gd name="connsiteY9" fmla="*/ 205696 h 816797"/>
                <a:gd name="connsiteX10" fmla="*/ 49347 w 653969"/>
                <a:gd name="connsiteY10" fmla="*/ 170327 h 816797"/>
                <a:gd name="connsiteX11" fmla="*/ 97004 w 653969"/>
                <a:gd name="connsiteY11" fmla="*/ 22595 h 816797"/>
                <a:gd name="connsiteX12" fmla="*/ 176267 w 653969"/>
                <a:gd name="connsiteY12" fmla="*/ 57079 h 816797"/>
                <a:gd name="connsiteX13" fmla="*/ 293888 w 653969"/>
                <a:gd name="connsiteY13" fmla="*/ 120345 h 816797"/>
                <a:gd name="connsiteX14" fmla="*/ 400937 w 653969"/>
                <a:gd name="connsiteY14" fmla="*/ 189368 h 816797"/>
                <a:gd name="connsiteX15" fmla="*/ 551991 w 653969"/>
                <a:gd name="connsiteY15" fmla="*/ 309258 h 816797"/>
                <a:gd name="connsiteX16" fmla="*/ 646947 w 653969"/>
                <a:gd name="connsiteY16" fmla="*/ 408550 h 816797"/>
                <a:gd name="connsiteX17" fmla="*/ 542387 w 653969"/>
                <a:gd name="connsiteY17" fmla="*/ 432654 h 816797"/>
                <a:gd name="connsiteX18" fmla="*/ 489814 w 653969"/>
                <a:gd name="connsiteY18" fmla="*/ 606639 h 816797"/>
                <a:gd name="connsiteX19" fmla="*/ 555436 w 653969"/>
                <a:gd name="connsiteY19" fmla="*/ 730743 h 816797"/>
                <a:gd name="connsiteX20" fmla="*/ 636918 w 653969"/>
                <a:gd name="connsiteY20" fmla="*/ 816491 h 816797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05974 w 653969"/>
                <a:gd name="connsiteY2" fmla="*/ 808857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60310 w 653969"/>
                <a:gd name="connsiteY3" fmla="*/ 806145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96933 w 653969"/>
                <a:gd name="connsiteY4" fmla="*/ 797012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17492 w 653969"/>
                <a:gd name="connsiteY2" fmla="*/ 803738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9746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1386 w 653969"/>
                <a:gd name="connsiteY1" fmla="*/ 811472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33519 w 653969"/>
                <a:gd name="connsiteY1" fmla="*/ 805073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16491"/>
                <a:gd name="connsiteX1" fmla="*/ 541625 w 653969"/>
                <a:gd name="connsiteY1" fmla="*/ 809766 h 816491"/>
                <a:gd name="connsiteX2" fmla="*/ 435836 w 653969"/>
                <a:gd name="connsiteY2" fmla="*/ 798619 h 816491"/>
                <a:gd name="connsiteX3" fmla="*/ 351351 w 653969"/>
                <a:gd name="connsiteY3" fmla="*/ 796333 h 816491"/>
                <a:gd name="connsiteX4" fmla="*/ 277736 w 653969"/>
                <a:gd name="connsiteY4" fmla="*/ 791466 h 816491"/>
                <a:gd name="connsiteX5" fmla="*/ 231618 w 653969"/>
                <a:gd name="connsiteY5" fmla="*/ 733081 h 816491"/>
                <a:gd name="connsiteX6" fmla="*/ 200788 w 653969"/>
                <a:gd name="connsiteY6" fmla="*/ 688136 h 816491"/>
                <a:gd name="connsiteX7" fmla="*/ 129219 w 653969"/>
                <a:gd name="connsiteY7" fmla="*/ 443485 h 816491"/>
                <a:gd name="connsiteX8" fmla="*/ 79458 w 653969"/>
                <a:gd name="connsiteY8" fmla="*/ 235973 h 816491"/>
                <a:gd name="connsiteX9" fmla="*/ 66008 w 653969"/>
                <a:gd name="connsiteY9" fmla="*/ 205696 h 816491"/>
                <a:gd name="connsiteX10" fmla="*/ 49347 w 653969"/>
                <a:gd name="connsiteY10" fmla="*/ 170327 h 816491"/>
                <a:gd name="connsiteX11" fmla="*/ 97004 w 653969"/>
                <a:gd name="connsiteY11" fmla="*/ 22595 h 816491"/>
                <a:gd name="connsiteX12" fmla="*/ 176267 w 653969"/>
                <a:gd name="connsiteY12" fmla="*/ 57079 h 816491"/>
                <a:gd name="connsiteX13" fmla="*/ 293888 w 653969"/>
                <a:gd name="connsiteY13" fmla="*/ 120345 h 816491"/>
                <a:gd name="connsiteX14" fmla="*/ 400937 w 653969"/>
                <a:gd name="connsiteY14" fmla="*/ 189368 h 816491"/>
                <a:gd name="connsiteX15" fmla="*/ 551991 w 653969"/>
                <a:gd name="connsiteY15" fmla="*/ 309258 h 816491"/>
                <a:gd name="connsiteX16" fmla="*/ 646947 w 653969"/>
                <a:gd name="connsiteY16" fmla="*/ 408550 h 816491"/>
                <a:gd name="connsiteX17" fmla="*/ 542387 w 653969"/>
                <a:gd name="connsiteY17" fmla="*/ 432654 h 816491"/>
                <a:gd name="connsiteX18" fmla="*/ 489814 w 653969"/>
                <a:gd name="connsiteY18" fmla="*/ 606639 h 816491"/>
                <a:gd name="connsiteX19" fmla="*/ 555436 w 653969"/>
                <a:gd name="connsiteY19" fmla="*/ 730743 h 816491"/>
                <a:gd name="connsiteX20" fmla="*/ 636918 w 653969"/>
                <a:gd name="connsiteY20" fmla="*/ 816491 h 816491"/>
                <a:gd name="connsiteX0" fmla="*/ 636918 w 653969"/>
                <a:gd name="connsiteY0" fmla="*/ 816491 h 822858"/>
                <a:gd name="connsiteX1" fmla="*/ 541625 w 653969"/>
                <a:gd name="connsiteY1" fmla="*/ 809766 h 822858"/>
                <a:gd name="connsiteX2" fmla="*/ 435836 w 653969"/>
                <a:gd name="connsiteY2" fmla="*/ 798619 h 822858"/>
                <a:gd name="connsiteX3" fmla="*/ 351351 w 653969"/>
                <a:gd name="connsiteY3" fmla="*/ 796333 h 822858"/>
                <a:gd name="connsiteX4" fmla="*/ 277736 w 653969"/>
                <a:gd name="connsiteY4" fmla="*/ 791466 h 822858"/>
                <a:gd name="connsiteX5" fmla="*/ 231618 w 653969"/>
                <a:gd name="connsiteY5" fmla="*/ 733081 h 822858"/>
                <a:gd name="connsiteX6" fmla="*/ 200788 w 653969"/>
                <a:gd name="connsiteY6" fmla="*/ 688136 h 822858"/>
                <a:gd name="connsiteX7" fmla="*/ 129219 w 653969"/>
                <a:gd name="connsiteY7" fmla="*/ 443485 h 822858"/>
                <a:gd name="connsiteX8" fmla="*/ 79458 w 653969"/>
                <a:gd name="connsiteY8" fmla="*/ 235973 h 822858"/>
                <a:gd name="connsiteX9" fmla="*/ 66008 w 653969"/>
                <a:gd name="connsiteY9" fmla="*/ 205696 h 822858"/>
                <a:gd name="connsiteX10" fmla="*/ 49347 w 653969"/>
                <a:gd name="connsiteY10" fmla="*/ 170327 h 822858"/>
                <a:gd name="connsiteX11" fmla="*/ 97004 w 653969"/>
                <a:gd name="connsiteY11" fmla="*/ 22595 h 822858"/>
                <a:gd name="connsiteX12" fmla="*/ 176267 w 653969"/>
                <a:gd name="connsiteY12" fmla="*/ 57079 h 822858"/>
                <a:gd name="connsiteX13" fmla="*/ 293888 w 653969"/>
                <a:gd name="connsiteY13" fmla="*/ 120345 h 822858"/>
                <a:gd name="connsiteX14" fmla="*/ 400937 w 653969"/>
                <a:gd name="connsiteY14" fmla="*/ 189368 h 822858"/>
                <a:gd name="connsiteX15" fmla="*/ 551991 w 653969"/>
                <a:gd name="connsiteY15" fmla="*/ 309258 h 822858"/>
                <a:gd name="connsiteX16" fmla="*/ 646947 w 653969"/>
                <a:gd name="connsiteY16" fmla="*/ 408550 h 822858"/>
                <a:gd name="connsiteX17" fmla="*/ 542387 w 653969"/>
                <a:gd name="connsiteY17" fmla="*/ 432654 h 822858"/>
                <a:gd name="connsiteX18" fmla="*/ 489814 w 653969"/>
                <a:gd name="connsiteY18" fmla="*/ 606639 h 822858"/>
                <a:gd name="connsiteX19" fmla="*/ 555436 w 653969"/>
                <a:gd name="connsiteY19" fmla="*/ 730743 h 822858"/>
                <a:gd name="connsiteX20" fmla="*/ 636918 w 653969"/>
                <a:gd name="connsiteY20" fmla="*/ 816491 h 822858"/>
                <a:gd name="connsiteX0" fmla="*/ 636918 w 653969"/>
                <a:gd name="connsiteY0" fmla="*/ 816491 h 831007"/>
                <a:gd name="connsiteX1" fmla="*/ 541625 w 653969"/>
                <a:gd name="connsiteY1" fmla="*/ 809766 h 831007"/>
                <a:gd name="connsiteX2" fmla="*/ 435836 w 653969"/>
                <a:gd name="connsiteY2" fmla="*/ 798619 h 831007"/>
                <a:gd name="connsiteX3" fmla="*/ 351351 w 653969"/>
                <a:gd name="connsiteY3" fmla="*/ 796333 h 831007"/>
                <a:gd name="connsiteX4" fmla="*/ 277736 w 653969"/>
                <a:gd name="connsiteY4" fmla="*/ 791466 h 831007"/>
                <a:gd name="connsiteX5" fmla="*/ 231618 w 653969"/>
                <a:gd name="connsiteY5" fmla="*/ 733081 h 831007"/>
                <a:gd name="connsiteX6" fmla="*/ 200788 w 653969"/>
                <a:gd name="connsiteY6" fmla="*/ 688136 h 831007"/>
                <a:gd name="connsiteX7" fmla="*/ 129219 w 653969"/>
                <a:gd name="connsiteY7" fmla="*/ 443485 h 831007"/>
                <a:gd name="connsiteX8" fmla="*/ 79458 w 653969"/>
                <a:gd name="connsiteY8" fmla="*/ 235973 h 831007"/>
                <a:gd name="connsiteX9" fmla="*/ 66008 w 653969"/>
                <a:gd name="connsiteY9" fmla="*/ 205696 h 831007"/>
                <a:gd name="connsiteX10" fmla="*/ 49347 w 653969"/>
                <a:gd name="connsiteY10" fmla="*/ 170327 h 831007"/>
                <a:gd name="connsiteX11" fmla="*/ 97004 w 653969"/>
                <a:gd name="connsiteY11" fmla="*/ 22595 h 831007"/>
                <a:gd name="connsiteX12" fmla="*/ 176267 w 653969"/>
                <a:gd name="connsiteY12" fmla="*/ 57079 h 831007"/>
                <a:gd name="connsiteX13" fmla="*/ 293888 w 653969"/>
                <a:gd name="connsiteY13" fmla="*/ 120345 h 831007"/>
                <a:gd name="connsiteX14" fmla="*/ 400937 w 653969"/>
                <a:gd name="connsiteY14" fmla="*/ 189368 h 831007"/>
                <a:gd name="connsiteX15" fmla="*/ 551991 w 653969"/>
                <a:gd name="connsiteY15" fmla="*/ 309258 h 831007"/>
                <a:gd name="connsiteX16" fmla="*/ 646947 w 653969"/>
                <a:gd name="connsiteY16" fmla="*/ 408550 h 831007"/>
                <a:gd name="connsiteX17" fmla="*/ 542387 w 653969"/>
                <a:gd name="connsiteY17" fmla="*/ 432654 h 831007"/>
                <a:gd name="connsiteX18" fmla="*/ 489814 w 653969"/>
                <a:gd name="connsiteY18" fmla="*/ 606639 h 831007"/>
                <a:gd name="connsiteX19" fmla="*/ 555436 w 653969"/>
                <a:gd name="connsiteY19" fmla="*/ 730743 h 831007"/>
                <a:gd name="connsiteX20" fmla="*/ 636918 w 653969"/>
                <a:gd name="connsiteY20" fmla="*/ 816491 h 831007"/>
                <a:gd name="connsiteX0" fmla="*/ 636918 w 653969"/>
                <a:gd name="connsiteY0" fmla="*/ 816491 h 830071"/>
                <a:gd name="connsiteX1" fmla="*/ 541625 w 653969"/>
                <a:gd name="connsiteY1" fmla="*/ 809766 h 830071"/>
                <a:gd name="connsiteX2" fmla="*/ 440102 w 653969"/>
                <a:gd name="connsiteY2" fmla="*/ 797766 h 830071"/>
                <a:gd name="connsiteX3" fmla="*/ 351351 w 653969"/>
                <a:gd name="connsiteY3" fmla="*/ 796333 h 830071"/>
                <a:gd name="connsiteX4" fmla="*/ 277736 w 653969"/>
                <a:gd name="connsiteY4" fmla="*/ 791466 h 830071"/>
                <a:gd name="connsiteX5" fmla="*/ 231618 w 653969"/>
                <a:gd name="connsiteY5" fmla="*/ 733081 h 830071"/>
                <a:gd name="connsiteX6" fmla="*/ 200788 w 653969"/>
                <a:gd name="connsiteY6" fmla="*/ 688136 h 830071"/>
                <a:gd name="connsiteX7" fmla="*/ 129219 w 653969"/>
                <a:gd name="connsiteY7" fmla="*/ 443485 h 830071"/>
                <a:gd name="connsiteX8" fmla="*/ 79458 w 653969"/>
                <a:gd name="connsiteY8" fmla="*/ 235973 h 830071"/>
                <a:gd name="connsiteX9" fmla="*/ 66008 w 653969"/>
                <a:gd name="connsiteY9" fmla="*/ 205696 h 830071"/>
                <a:gd name="connsiteX10" fmla="*/ 49347 w 653969"/>
                <a:gd name="connsiteY10" fmla="*/ 170327 h 830071"/>
                <a:gd name="connsiteX11" fmla="*/ 97004 w 653969"/>
                <a:gd name="connsiteY11" fmla="*/ 22595 h 830071"/>
                <a:gd name="connsiteX12" fmla="*/ 176267 w 653969"/>
                <a:gd name="connsiteY12" fmla="*/ 57079 h 830071"/>
                <a:gd name="connsiteX13" fmla="*/ 293888 w 653969"/>
                <a:gd name="connsiteY13" fmla="*/ 120345 h 830071"/>
                <a:gd name="connsiteX14" fmla="*/ 400937 w 653969"/>
                <a:gd name="connsiteY14" fmla="*/ 189368 h 830071"/>
                <a:gd name="connsiteX15" fmla="*/ 551991 w 653969"/>
                <a:gd name="connsiteY15" fmla="*/ 309258 h 830071"/>
                <a:gd name="connsiteX16" fmla="*/ 646947 w 653969"/>
                <a:gd name="connsiteY16" fmla="*/ 408550 h 830071"/>
                <a:gd name="connsiteX17" fmla="*/ 542387 w 653969"/>
                <a:gd name="connsiteY17" fmla="*/ 432654 h 830071"/>
                <a:gd name="connsiteX18" fmla="*/ 489814 w 653969"/>
                <a:gd name="connsiteY18" fmla="*/ 606639 h 830071"/>
                <a:gd name="connsiteX19" fmla="*/ 555436 w 653969"/>
                <a:gd name="connsiteY19" fmla="*/ 730743 h 830071"/>
                <a:gd name="connsiteX20" fmla="*/ 636918 w 653969"/>
                <a:gd name="connsiteY20" fmla="*/ 816491 h 830071"/>
                <a:gd name="connsiteX0" fmla="*/ 636918 w 653969"/>
                <a:gd name="connsiteY0" fmla="*/ 816491 h 833092"/>
                <a:gd name="connsiteX1" fmla="*/ 541625 w 653969"/>
                <a:gd name="connsiteY1" fmla="*/ 809766 h 833092"/>
                <a:gd name="connsiteX2" fmla="*/ 440102 w 653969"/>
                <a:gd name="connsiteY2" fmla="*/ 797766 h 833092"/>
                <a:gd name="connsiteX3" fmla="*/ 351351 w 653969"/>
                <a:gd name="connsiteY3" fmla="*/ 796333 h 833092"/>
                <a:gd name="connsiteX4" fmla="*/ 277736 w 653969"/>
                <a:gd name="connsiteY4" fmla="*/ 791466 h 833092"/>
                <a:gd name="connsiteX5" fmla="*/ 231618 w 653969"/>
                <a:gd name="connsiteY5" fmla="*/ 733081 h 833092"/>
                <a:gd name="connsiteX6" fmla="*/ 200788 w 653969"/>
                <a:gd name="connsiteY6" fmla="*/ 688136 h 833092"/>
                <a:gd name="connsiteX7" fmla="*/ 129219 w 653969"/>
                <a:gd name="connsiteY7" fmla="*/ 443485 h 833092"/>
                <a:gd name="connsiteX8" fmla="*/ 79458 w 653969"/>
                <a:gd name="connsiteY8" fmla="*/ 235973 h 833092"/>
                <a:gd name="connsiteX9" fmla="*/ 66008 w 653969"/>
                <a:gd name="connsiteY9" fmla="*/ 205696 h 833092"/>
                <a:gd name="connsiteX10" fmla="*/ 49347 w 653969"/>
                <a:gd name="connsiteY10" fmla="*/ 170327 h 833092"/>
                <a:gd name="connsiteX11" fmla="*/ 97004 w 653969"/>
                <a:gd name="connsiteY11" fmla="*/ 22595 h 833092"/>
                <a:gd name="connsiteX12" fmla="*/ 176267 w 653969"/>
                <a:gd name="connsiteY12" fmla="*/ 57079 h 833092"/>
                <a:gd name="connsiteX13" fmla="*/ 293888 w 653969"/>
                <a:gd name="connsiteY13" fmla="*/ 120345 h 833092"/>
                <a:gd name="connsiteX14" fmla="*/ 400937 w 653969"/>
                <a:gd name="connsiteY14" fmla="*/ 189368 h 833092"/>
                <a:gd name="connsiteX15" fmla="*/ 551991 w 653969"/>
                <a:gd name="connsiteY15" fmla="*/ 309258 h 833092"/>
                <a:gd name="connsiteX16" fmla="*/ 646947 w 653969"/>
                <a:gd name="connsiteY16" fmla="*/ 408550 h 833092"/>
                <a:gd name="connsiteX17" fmla="*/ 542387 w 653969"/>
                <a:gd name="connsiteY17" fmla="*/ 432654 h 833092"/>
                <a:gd name="connsiteX18" fmla="*/ 489814 w 653969"/>
                <a:gd name="connsiteY18" fmla="*/ 606639 h 833092"/>
                <a:gd name="connsiteX19" fmla="*/ 555436 w 653969"/>
                <a:gd name="connsiteY19" fmla="*/ 730743 h 833092"/>
                <a:gd name="connsiteX20" fmla="*/ 636918 w 653969"/>
                <a:gd name="connsiteY20" fmla="*/ 816491 h 833092"/>
                <a:gd name="connsiteX0" fmla="*/ 636918 w 653969"/>
                <a:gd name="connsiteY0" fmla="*/ 816491 h 833880"/>
                <a:gd name="connsiteX1" fmla="*/ 541625 w 653969"/>
                <a:gd name="connsiteY1" fmla="*/ 809766 h 833880"/>
                <a:gd name="connsiteX2" fmla="*/ 440102 w 653969"/>
                <a:gd name="connsiteY2" fmla="*/ 797766 h 833880"/>
                <a:gd name="connsiteX3" fmla="*/ 351351 w 653969"/>
                <a:gd name="connsiteY3" fmla="*/ 796333 h 833880"/>
                <a:gd name="connsiteX4" fmla="*/ 277736 w 653969"/>
                <a:gd name="connsiteY4" fmla="*/ 791466 h 833880"/>
                <a:gd name="connsiteX5" fmla="*/ 231618 w 653969"/>
                <a:gd name="connsiteY5" fmla="*/ 733081 h 833880"/>
                <a:gd name="connsiteX6" fmla="*/ 200788 w 653969"/>
                <a:gd name="connsiteY6" fmla="*/ 688136 h 833880"/>
                <a:gd name="connsiteX7" fmla="*/ 129219 w 653969"/>
                <a:gd name="connsiteY7" fmla="*/ 443485 h 833880"/>
                <a:gd name="connsiteX8" fmla="*/ 79458 w 653969"/>
                <a:gd name="connsiteY8" fmla="*/ 235973 h 833880"/>
                <a:gd name="connsiteX9" fmla="*/ 66008 w 653969"/>
                <a:gd name="connsiteY9" fmla="*/ 205696 h 833880"/>
                <a:gd name="connsiteX10" fmla="*/ 49347 w 653969"/>
                <a:gd name="connsiteY10" fmla="*/ 170327 h 833880"/>
                <a:gd name="connsiteX11" fmla="*/ 97004 w 653969"/>
                <a:gd name="connsiteY11" fmla="*/ 22595 h 833880"/>
                <a:gd name="connsiteX12" fmla="*/ 176267 w 653969"/>
                <a:gd name="connsiteY12" fmla="*/ 57079 h 833880"/>
                <a:gd name="connsiteX13" fmla="*/ 293888 w 653969"/>
                <a:gd name="connsiteY13" fmla="*/ 120345 h 833880"/>
                <a:gd name="connsiteX14" fmla="*/ 400937 w 653969"/>
                <a:gd name="connsiteY14" fmla="*/ 189368 h 833880"/>
                <a:gd name="connsiteX15" fmla="*/ 551991 w 653969"/>
                <a:gd name="connsiteY15" fmla="*/ 309258 h 833880"/>
                <a:gd name="connsiteX16" fmla="*/ 646947 w 653969"/>
                <a:gd name="connsiteY16" fmla="*/ 408550 h 833880"/>
                <a:gd name="connsiteX17" fmla="*/ 542387 w 653969"/>
                <a:gd name="connsiteY17" fmla="*/ 432654 h 833880"/>
                <a:gd name="connsiteX18" fmla="*/ 489814 w 653969"/>
                <a:gd name="connsiteY18" fmla="*/ 606639 h 833880"/>
                <a:gd name="connsiteX19" fmla="*/ 555436 w 653969"/>
                <a:gd name="connsiteY19" fmla="*/ 730743 h 833880"/>
                <a:gd name="connsiteX20" fmla="*/ 636918 w 653969"/>
                <a:gd name="connsiteY20" fmla="*/ 816491 h 833880"/>
                <a:gd name="connsiteX0" fmla="*/ 636918 w 653969"/>
                <a:gd name="connsiteY0" fmla="*/ 816491 h 837768"/>
                <a:gd name="connsiteX1" fmla="*/ 541625 w 653969"/>
                <a:gd name="connsiteY1" fmla="*/ 809766 h 837768"/>
                <a:gd name="connsiteX2" fmla="*/ 440102 w 653969"/>
                <a:gd name="connsiteY2" fmla="*/ 797766 h 837768"/>
                <a:gd name="connsiteX3" fmla="*/ 351351 w 653969"/>
                <a:gd name="connsiteY3" fmla="*/ 796333 h 837768"/>
                <a:gd name="connsiteX4" fmla="*/ 277736 w 653969"/>
                <a:gd name="connsiteY4" fmla="*/ 791466 h 837768"/>
                <a:gd name="connsiteX5" fmla="*/ 231618 w 653969"/>
                <a:gd name="connsiteY5" fmla="*/ 733081 h 837768"/>
                <a:gd name="connsiteX6" fmla="*/ 200788 w 653969"/>
                <a:gd name="connsiteY6" fmla="*/ 688136 h 837768"/>
                <a:gd name="connsiteX7" fmla="*/ 129219 w 653969"/>
                <a:gd name="connsiteY7" fmla="*/ 443485 h 837768"/>
                <a:gd name="connsiteX8" fmla="*/ 79458 w 653969"/>
                <a:gd name="connsiteY8" fmla="*/ 235973 h 837768"/>
                <a:gd name="connsiteX9" fmla="*/ 66008 w 653969"/>
                <a:gd name="connsiteY9" fmla="*/ 205696 h 837768"/>
                <a:gd name="connsiteX10" fmla="*/ 49347 w 653969"/>
                <a:gd name="connsiteY10" fmla="*/ 170327 h 837768"/>
                <a:gd name="connsiteX11" fmla="*/ 97004 w 653969"/>
                <a:gd name="connsiteY11" fmla="*/ 22595 h 837768"/>
                <a:gd name="connsiteX12" fmla="*/ 176267 w 653969"/>
                <a:gd name="connsiteY12" fmla="*/ 57079 h 837768"/>
                <a:gd name="connsiteX13" fmla="*/ 293888 w 653969"/>
                <a:gd name="connsiteY13" fmla="*/ 120345 h 837768"/>
                <a:gd name="connsiteX14" fmla="*/ 400937 w 653969"/>
                <a:gd name="connsiteY14" fmla="*/ 189368 h 837768"/>
                <a:gd name="connsiteX15" fmla="*/ 551991 w 653969"/>
                <a:gd name="connsiteY15" fmla="*/ 309258 h 837768"/>
                <a:gd name="connsiteX16" fmla="*/ 646947 w 653969"/>
                <a:gd name="connsiteY16" fmla="*/ 408550 h 837768"/>
                <a:gd name="connsiteX17" fmla="*/ 542387 w 653969"/>
                <a:gd name="connsiteY17" fmla="*/ 432654 h 837768"/>
                <a:gd name="connsiteX18" fmla="*/ 489814 w 653969"/>
                <a:gd name="connsiteY18" fmla="*/ 606639 h 837768"/>
                <a:gd name="connsiteX19" fmla="*/ 555436 w 653969"/>
                <a:gd name="connsiteY19" fmla="*/ 730743 h 837768"/>
                <a:gd name="connsiteX20" fmla="*/ 636918 w 653969"/>
                <a:gd name="connsiteY20" fmla="*/ 816491 h 837768"/>
                <a:gd name="connsiteX0" fmla="*/ 636918 w 653969"/>
                <a:gd name="connsiteY0" fmla="*/ 816491 h 833135"/>
                <a:gd name="connsiteX1" fmla="*/ 541625 w 653969"/>
                <a:gd name="connsiteY1" fmla="*/ 809766 h 833135"/>
                <a:gd name="connsiteX2" fmla="*/ 440102 w 653969"/>
                <a:gd name="connsiteY2" fmla="*/ 796486 h 833135"/>
                <a:gd name="connsiteX3" fmla="*/ 351351 w 653969"/>
                <a:gd name="connsiteY3" fmla="*/ 796333 h 833135"/>
                <a:gd name="connsiteX4" fmla="*/ 277736 w 653969"/>
                <a:gd name="connsiteY4" fmla="*/ 791466 h 833135"/>
                <a:gd name="connsiteX5" fmla="*/ 231618 w 653969"/>
                <a:gd name="connsiteY5" fmla="*/ 733081 h 833135"/>
                <a:gd name="connsiteX6" fmla="*/ 200788 w 653969"/>
                <a:gd name="connsiteY6" fmla="*/ 688136 h 833135"/>
                <a:gd name="connsiteX7" fmla="*/ 129219 w 653969"/>
                <a:gd name="connsiteY7" fmla="*/ 443485 h 833135"/>
                <a:gd name="connsiteX8" fmla="*/ 79458 w 653969"/>
                <a:gd name="connsiteY8" fmla="*/ 235973 h 833135"/>
                <a:gd name="connsiteX9" fmla="*/ 66008 w 653969"/>
                <a:gd name="connsiteY9" fmla="*/ 205696 h 833135"/>
                <a:gd name="connsiteX10" fmla="*/ 49347 w 653969"/>
                <a:gd name="connsiteY10" fmla="*/ 170327 h 833135"/>
                <a:gd name="connsiteX11" fmla="*/ 97004 w 653969"/>
                <a:gd name="connsiteY11" fmla="*/ 22595 h 833135"/>
                <a:gd name="connsiteX12" fmla="*/ 176267 w 653969"/>
                <a:gd name="connsiteY12" fmla="*/ 57079 h 833135"/>
                <a:gd name="connsiteX13" fmla="*/ 293888 w 653969"/>
                <a:gd name="connsiteY13" fmla="*/ 120345 h 833135"/>
                <a:gd name="connsiteX14" fmla="*/ 400937 w 653969"/>
                <a:gd name="connsiteY14" fmla="*/ 189368 h 833135"/>
                <a:gd name="connsiteX15" fmla="*/ 551991 w 653969"/>
                <a:gd name="connsiteY15" fmla="*/ 309258 h 833135"/>
                <a:gd name="connsiteX16" fmla="*/ 646947 w 653969"/>
                <a:gd name="connsiteY16" fmla="*/ 408550 h 833135"/>
                <a:gd name="connsiteX17" fmla="*/ 542387 w 653969"/>
                <a:gd name="connsiteY17" fmla="*/ 432654 h 833135"/>
                <a:gd name="connsiteX18" fmla="*/ 489814 w 653969"/>
                <a:gd name="connsiteY18" fmla="*/ 606639 h 833135"/>
                <a:gd name="connsiteX19" fmla="*/ 555436 w 653969"/>
                <a:gd name="connsiteY19" fmla="*/ 730743 h 833135"/>
                <a:gd name="connsiteX20" fmla="*/ 636918 w 653969"/>
                <a:gd name="connsiteY20" fmla="*/ 816491 h 833135"/>
                <a:gd name="connsiteX0" fmla="*/ 636918 w 653969"/>
                <a:gd name="connsiteY0" fmla="*/ 816491 h 834640"/>
                <a:gd name="connsiteX1" fmla="*/ 541625 w 653969"/>
                <a:gd name="connsiteY1" fmla="*/ 809766 h 834640"/>
                <a:gd name="connsiteX2" fmla="*/ 440102 w 653969"/>
                <a:gd name="connsiteY2" fmla="*/ 796486 h 834640"/>
                <a:gd name="connsiteX3" fmla="*/ 351351 w 653969"/>
                <a:gd name="connsiteY3" fmla="*/ 796333 h 834640"/>
                <a:gd name="connsiteX4" fmla="*/ 277736 w 653969"/>
                <a:gd name="connsiteY4" fmla="*/ 791466 h 834640"/>
                <a:gd name="connsiteX5" fmla="*/ 231618 w 653969"/>
                <a:gd name="connsiteY5" fmla="*/ 733081 h 834640"/>
                <a:gd name="connsiteX6" fmla="*/ 200788 w 653969"/>
                <a:gd name="connsiteY6" fmla="*/ 688136 h 834640"/>
                <a:gd name="connsiteX7" fmla="*/ 129219 w 653969"/>
                <a:gd name="connsiteY7" fmla="*/ 443485 h 834640"/>
                <a:gd name="connsiteX8" fmla="*/ 79458 w 653969"/>
                <a:gd name="connsiteY8" fmla="*/ 235973 h 834640"/>
                <a:gd name="connsiteX9" fmla="*/ 66008 w 653969"/>
                <a:gd name="connsiteY9" fmla="*/ 205696 h 834640"/>
                <a:gd name="connsiteX10" fmla="*/ 49347 w 653969"/>
                <a:gd name="connsiteY10" fmla="*/ 170327 h 834640"/>
                <a:gd name="connsiteX11" fmla="*/ 97004 w 653969"/>
                <a:gd name="connsiteY11" fmla="*/ 22595 h 834640"/>
                <a:gd name="connsiteX12" fmla="*/ 176267 w 653969"/>
                <a:gd name="connsiteY12" fmla="*/ 57079 h 834640"/>
                <a:gd name="connsiteX13" fmla="*/ 293888 w 653969"/>
                <a:gd name="connsiteY13" fmla="*/ 120345 h 834640"/>
                <a:gd name="connsiteX14" fmla="*/ 400937 w 653969"/>
                <a:gd name="connsiteY14" fmla="*/ 189368 h 834640"/>
                <a:gd name="connsiteX15" fmla="*/ 551991 w 653969"/>
                <a:gd name="connsiteY15" fmla="*/ 309258 h 834640"/>
                <a:gd name="connsiteX16" fmla="*/ 646947 w 653969"/>
                <a:gd name="connsiteY16" fmla="*/ 408550 h 834640"/>
                <a:gd name="connsiteX17" fmla="*/ 542387 w 653969"/>
                <a:gd name="connsiteY17" fmla="*/ 432654 h 834640"/>
                <a:gd name="connsiteX18" fmla="*/ 489814 w 653969"/>
                <a:gd name="connsiteY18" fmla="*/ 606639 h 834640"/>
                <a:gd name="connsiteX19" fmla="*/ 555436 w 653969"/>
                <a:gd name="connsiteY19" fmla="*/ 730743 h 834640"/>
                <a:gd name="connsiteX20" fmla="*/ 636918 w 653969"/>
                <a:gd name="connsiteY20" fmla="*/ 816491 h 834640"/>
                <a:gd name="connsiteX0" fmla="*/ 636918 w 653969"/>
                <a:gd name="connsiteY0" fmla="*/ 816491 h 834188"/>
                <a:gd name="connsiteX1" fmla="*/ 541625 w 653969"/>
                <a:gd name="connsiteY1" fmla="*/ 809766 h 834188"/>
                <a:gd name="connsiteX2" fmla="*/ 440102 w 653969"/>
                <a:gd name="connsiteY2" fmla="*/ 796486 h 834188"/>
                <a:gd name="connsiteX3" fmla="*/ 351351 w 653969"/>
                <a:gd name="connsiteY3" fmla="*/ 796333 h 834188"/>
                <a:gd name="connsiteX4" fmla="*/ 277736 w 653969"/>
                <a:gd name="connsiteY4" fmla="*/ 791466 h 834188"/>
                <a:gd name="connsiteX5" fmla="*/ 231618 w 653969"/>
                <a:gd name="connsiteY5" fmla="*/ 733081 h 834188"/>
                <a:gd name="connsiteX6" fmla="*/ 200788 w 653969"/>
                <a:gd name="connsiteY6" fmla="*/ 688136 h 834188"/>
                <a:gd name="connsiteX7" fmla="*/ 129219 w 653969"/>
                <a:gd name="connsiteY7" fmla="*/ 443485 h 834188"/>
                <a:gd name="connsiteX8" fmla="*/ 79458 w 653969"/>
                <a:gd name="connsiteY8" fmla="*/ 235973 h 834188"/>
                <a:gd name="connsiteX9" fmla="*/ 66008 w 653969"/>
                <a:gd name="connsiteY9" fmla="*/ 205696 h 834188"/>
                <a:gd name="connsiteX10" fmla="*/ 49347 w 653969"/>
                <a:gd name="connsiteY10" fmla="*/ 170327 h 834188"/>
                <a:gd name="connsiteX11" fmla="*/ 97004 w 653969"/>
                <a:gd name="connsiteY11" fmla="*/ 22595 h 834188"/>
                <a:gd name="connsiteX12" fmla="*/ 176267 w 653969"/>
                <a:gd name="connsiteY12" fmla="*/ 57079 h 834188"/>
                <a:gd name="connsiteX13" fmla="*/ 293888 w 653969"/>
                <a:gd name="connsiteY13" fmla="*/ 120345 h 834188"/>
                <a:gd name="connsiteX14" fmla="*/ 400937 w 653969"/>
                <a:gd name="connsiteY14" fmla="*/ 189368 h 834188"/>
                <a:gd name="connsiteX15" fmla="*/ 551991 w 653969"/>
                <a:gd name="connsiteY15" fmla="*/ 309258 h 834188"/>
                <a:gd name="connsiteX16" fmla="*/ 646947 w 653969"/>
                <a:gd name="connsiteY16" fmla="*/ 408550 h 834188"/>
                <a:gd name="connsiteX17" fmla="*/ 542387 w 653969"/>
                <a:gd name="connsiteY17" fmla="*/ 432654 h 834188"/>
                <a:gd name="connsiteX18" fmla="*/ 489814 w 653969"/>
                <a:gd name="connsiteY18" fmla="*/ 606639 h 834188"/>
                <a:gd name="connsiteX19" fmla="*/ 555436 w 653969"/>
                <a:gd name="connsiteY19" fmla="*/ 730743 h 834188"/>
                <a:gd name="connsiteX20" fmla="*/ 636918 w 653969"/>
                <a:gd name="connsiteY20" fmla="*/ 816491 h 834188"/>
                <a:gd name="connsiteX0" fmla="*/ 636918 w 653969"/>
                <a:gd name="connsiteY0" fmla="*/ 816491 h 833064"/>
                <a:gd name="connsiteX1" fmla="*/ 541625 w 653969"/>
                <a:gd name="connsiteY1" fmla="*/ 809766 h 833064"/>
                <a:gd name="connsiteX2" fmla="*/ 437116 w 653969"/>
                <a:gd name="connsiteY2" fmla="*/ 798619 h 833064"/>
                <a:gd name="connsiteX3" fmla="*/ 351351 w 653969"/>
                <a:gd name="connsiteY3" fmla="*/ 796333 h 833064"/>
                <a:gd name="connsiteX4" fmla="*/ 277736 w 653969"/>
                <a:gd name="connsiteY4" fmla="*/ 791466 h 833064"/>
                <a:gd name="connsiteX5" fmla="*/ 231618 w 653969"/>
                <a:gd name="connsiteY5" fmla="*/ 733081 h 833064"/>
                <a:gd name="connsiteX6" fmla="*/ 200788 w 653969"/>
                <a:gd name="connsiteY6" fmla="*/ 688136 h 833064"/>
                <a:gd name="connsiteX7" fmla="*/ 129219 w 653969"/>
                <a:gd name="connsiteY7" fmla="*/ 443485 h 833064"/>
                <a:gd name="connsiteX8" fmla="*/ 79458 w 653969"/>
                <a:gd name="connsiteY8" fmla="*/ 235973 h 833064"/>
                <a:gd name="connsiteX9" fmla="*/ 66008 w 653969"/>
                <a:gd name="connsiteY9" fmla="*/ 205696 h 833064"/>
                <a:gd name="connsiteX10" fmla="*/ 49347 w 653969"/>
                <a:gd name="connsiteY10" fmla="*/ 170327 h 833064"/>
                <a:gd name="connsiteX11" fmla="*/ 97004 w 653969"/>
                <a:gd name="connsiteY11" fmla="*/ 22595 h 833064"/>
                <a:gd name="connsiteX12" fmla="*/ 176267 w 653969"/>
                <a:gd name="connsiteY12" fmla="*/ 57079 h 833064"/>
                <a:gd name="connsiteX13" fmla="*/ 293888 w 653969"/>
                <a:gd name="connsiteY13" fmla="*/ 120345 h 833064"/>
                <a:gd name="connsiteX14" fmla="*/ 400937 w 653969"/>
                <a:gd name="connsiteY14" fmla="*/ 189368 h 833064"/>
                <a:gd name="connsiteX15" fmla="*/ 551991 w 653969"/>
                <a:gd name="connsiteY15" fmla="*/ 309258 h 833064"/>
                <a:gd name="connsiteX16" fmla="*/ 646947 w 653969"/>
                <a:gd name="connsiteY16" fmla="*/ 408550 h 833064"/>
                <a:gd name="connsiteX17" fmla="*/ 542387 w 653969"/>
                <a:gd name="connsiteY17" fmla="*/ 432654 h 833064"/>
                <a:gd name="connsiteX18" fmla="*/ 489814 w 653969"/>
                <a:gd name="connsiteY18" fmla="*/ 606639 h 833064"/>
                <a:gd name="connsiteX19" fmla="*/ 555436 w 653969"/>
                <a:gd name="connsiteY19" fmla="*/ 730743 h 833064"/>
                <a:gd name="connsiteX20" fmla="*/ 636918 w 653969"/>
                <a:gd name="connsiteY20" fmla="*/ 816491 h 833064"/>
                <a:gd name="connsiteX0" fmla="*/ 636918 w 653969"/>
                <a:gd name="connsiteY0" fmla="*/ 816491 h 834416"/>
                <a:gd name="connsiteX1" fmla="*/ 541625 w 653969"/>
                <a:gd name="connsiteY1" fmla="*/ 809766 h 834416"/>
                <a:gd name="connsiteX2" fmla="*/ 437116 w 653969"/>
                <a:gd name="connsiteY2" fmla="*/ 798619 h 834416"/>
                <a:gd name="connsiteX3" fmla="*/ 351351 w 653969"/>
                <a:gd name="connsiteY3" fmla="*/ 796333 h 834416"/>
                <a:gd name="connsiteX4" fmla="*/ 277736 w 653969"/>
                <a:gd name="connsiteY4" fmla="*/ 791466 h 834416"/>
                <a:gd name="connsiteX5" fmla="*/ 231618 w 653969"/>
                <a:gd name="connsiteY5" fmla="*/ 733081 h 834416"/>
                <a:gd name="connsiteX6" fmla="*/ 200788 w 653969"/>
                <a:gd name="connsiteY6" fmla="*/ 688136 h 834416"/>
                <a:gd name="connsiteX7" fmla="*/ 129219 w 653969"/>
                <a:gd name="connsiteY7" fmla="*/ 443485 h 834416"/>
                <a:gd name="connsiteX8" fmla="*/ 79458 w 653969"/>
                <a:gd name="connsiteY8" fmla="*/ 235973 h 834416"/>
                <a:gd name="connsiteX9" fmla="*/ 66008 w 653969"/>
                <a:gd name="connsiteY9" fmla="*/ 205696 h 834416"/>
                <a:gd name="connsiteX10" fmla="*/ 49347 w 653969"/>
                <a:gd name="connsiteY10" fmla="*/ 170327 h 834416"/>
                <a:gd name="connsiteX11" fmla="*/ 97004 w 653969"/>
                <a:gd name="connsiteY11" fmla="*/ 22595 h 834416"/>
                <a:gd name="connsiteX12" fmla="*/ 176267 w 653969"/>
                <a:gd name="connsiteY12" fmla="*/ 57079 h 834416"/>
                <a:gd name="connsiteX13" fmla="*/ 293888 w 653969"/>
                <a:gd name="connsiteY13" fmla="*/ 120345 h 834416"/>
                <a:gd name="connsiteX14" fmla="*/ 400937 w 653969"/>
                <a:gd name="connsiteY14" fmla="*/ 189368 h 834416"/>
                <a:gd name="connsiteX15" fmla="*/ 551991 w 653969"/>
                <a:gd name="connsiteY15" fmla="*/ 309258 h 834416"/>
                <a:gd name="connsiteX16" fmla="*/ 646947 w 653969"/>
                <a:gd name="connsiteY16" fmla="*/ 408550 h 834416"/>
                <a:gd name="connsiteX17" fmla="*/ 542387 w 653969"/>
                <a:gd name="connsiteY17" fmla="*/ 432654 h 834416"/>
                <a:gd name="connsiteX18" fmla="*/ 489814 w 653969"/>
                <a:gd name="connsiteY18" fmla="*/ 606639 h 834416"/>
                <a:gd name="connsiteX19" fmla="*/ 555436 w 653969"/>
                <a:gd name="connsiteY19" fmla="*/ 730743 h 834416"/>
                <a:gd name="connsiteX20" fmla="*/ 636918 w 653969"/>
                <a:gd name="connsiteY20" fmla="*/ 816491 h 834416"/>
                <a:gd name="connsiteX0" fmla="*/ 636918 w 653969"/>
                <a:gd name="connsiteY0" fmla="*/ 816491 h 833149"/>
                <a:gd name="connsiteX1" fmla="*/ 541625 w 653969"/>
                <a:gd name="connsiteY1" fmla="*/ 809766 h 833149"/>
                <a:gd name="connsiteX2" fmla="*/ 437116 w 653969"/>
                <a:gd name="connsiteY2" fmla="*/ 798619 h 833149"/>
                <a:gd name="connsiteX3" fmla="*/ 351351 w 653969"/>
                <a:gd name="connsiteY3" fmla="*/ 796333 h 833149"/>
                <a:gd name="connsiteX4" fmla="*/ 277736 w 653969"/>
                <a:gd name="connsiteY4" fmla="*/ 791466 h 833149"/>
                <a:gd name="connsiteX5" fmla="*/ 231618 w 653969"/>
                <a:gd name="connsiteY5" fmla="*/ 733081 h 833149"/>
                <a:gd name="connsiteX6" fmla="*/ 200788 w 653969"/>
                <a:gd name="connsiteY6" fmla="*/ 688136 h 833149"/>
                <a:gd name="connsiteX7" fmla="*/ 129219 w 653969"/>
                <a:gd name="connsiteY7" fmla="*/ 443485 h 833149"/>
                <a:gd name="connsiteX8" fmla="*/ 79458 w 653969"/>
                <a:gd name="connsiteY8" fmla="*/ 235973 h 833149"/>
                <a:gd name="connsiteX9" fmla="*/ 66008 w 653969"/>
                <a:gd name="connsiteY9" fmla="*/ 205696 h 833149"/>
                <a:gd name="connsiteX10" fmla="*/ 49347 w 653969"/>
                <a:gd name="connsiteY10" fmla="*/ 170327 h 833149"/>
                <a:gd name="connsiteX11" fmla="*/ 97004 w 653969"/>
                <a:gd name="connsiteY11" fmla="*/ 22595 h 833149"/>
                <a:gd name="connsiteX12" fmla="*/ 176267 w 653969"/>
                <a:gd name="connsiteY12" fmla="*/ 57079 h 833149"/>
                <a:gd name="connsiteX13" fmla="*/ 293888 w 653969"/>
                <a:gd name="connsiteY13" fmla="*/ 120345 h 833149"/>
                <a:gd name="connsiteX14" fmla="*/ 400937 w 653969"/>
                <a:gd name="connsiteY14" fmla="*/ 189368 h 833149"/>
                <a:gd name="connsiteX15" fmla="*/ 551991 w 653969"/>
                <a:gd name="connsiteY15" fmla="*/ 309258 h 833149"/>
                <a:gd name="connsiteX16" fmla="*/ 646947 w 653969"/>
                <a:gd name="connsiteY16" fmla="*/ 408550 h 833149"/>
                <a:gd name="connsiteX17" fmla="*/ 542387 w 653969"/>
                <a:gd name="connsiteY17" fmla="*/ 432654 h 833149"/>
                <a:gd name="connsiteX18" fmla="*/ 489814 w 653969"/>
                <a:gd name="connsiteY18" fmla="*/ 606639 h 833149"/>
                <a:gd name="connsiteX19" fmla="*/ 555436 w 653969"/>
                <a:gd name="connsiteY19" fmla="*/ 730743 h 833149"/>
                <a:gd name="connsiteX20" fmla="*/ 636918 w 653969"/>
                <a:gd name="connsiteY20" fmla="*/ 816491 h 833149"/>
                <a:gd name="connsiteX0" fmla="*/ 636918 w 653969"/>
                <a:gd name="connsiteY0" fmla="*/ 816491 h 833576"/>
                <a:gd name="connsiteX1" fmla="*/ 541625 w 653969"/>
                <a:gd name="connsiteY1" fmla="*/ 809766 h 833576"/>
                <a:gd name="connsiteX2" fmla="*/ 437116 w 653969"/>
                <a:gd name="connsiteY2" fmla="*/ 798619 h 833576"/>
                <a:gd name="connsiteX3" fmla="*/ 351351 w 653969"/>
                <a:gd name="connsiteY3" fmla="*/ 796333 h 833576"/>
                <a:gd name="connsiteX4" fmla="*/ 277736 w 653969"/>
                <a:gd name="connsiteY4" fmla="*/ 791466 h 833576"/>
                <a:gd name="connsiteX5" fmla="*/ 231618 w 653969"/>
                <a:gd name="connsiteY5" fmla="*/ 733081 h 833576"/>
                <a:gd name="connsiteX6" fmla="*/ 200788 w 653969"/>
                <a:gd name="connsiteY6" fmla="*/ 688136 h 833576"/>
                <a:gd name="connsiteX7" fmla="*/ 129219 w 653969"/>
                <a:gd name="connsiteY7" fmla="*/ 443485 h 833576"/>
                <a:gd name="connsiteX8" fmla="*/ 79458 w 653969"/>
                <a:gd name="connsiteY8" fmla="*/ 235973 h 833576"/>
                <a:gd name="connsiteX9" fmla="*/ 66008 w 653969"/>
                <a:gd name="connsiteY9" fmla="*/ 205696 h 833576"/>
                <a:gd name="connsiteX10" fmla="*/ 49347 w 653969"/>
                <a:gd name="connsiteY10" fmla="*/ 170327 h 833576"/>
                <a:gd name="connsiteX11" fmla="*/ 97004 w 653969"/>
                <a:gd name="connsiteY11" fmla="*/ 22595 h 833576"/>
                <a:gd name="connsiteX12" fmla="*/ 176267 w 653969"/>
                <a:gd name="connsiteY12" fmla="*/ 57079 h 833576"/>
                <a:gd name="connsiteX13" fmla="*/ 293888 w 653969"/>
                <a:gd name="connsiteY13" fmla="*/ 120345 h 833576"/>
                <a:gd name="connsiteX14" fmla="*/ 400937 w 653969"/>
                <a:gd name="connsiteY14" fmla="*/ 189368 h 833576"/>
                <a:gd name="connsiteX15" fmla="*/ 551991 w 653969"/>
                <a:gd name="connsiteY15" fmla="*/ 309258 h 833576"/>
                <a:gd name="connsiteX16" fmla="*/ 646947 w 653969"/>
                <a:gd name="connsiteY16" fmla="*/ 408550 h 833576"/>
                <a:gd name="connsiteX17" fmla="*/ 542387 w 653969"/>
                <a:gd name="connsiteY17" fmla="*/ 432654 h 833576"/>
                <a:gd name="connsiteX18" fmla="*/ 489814 w 653969"/>
                <a:gd name="connsiteY18" fmla="*/ 606639 h 833576"/>
                <a:gd name="connsiteX19" fmla="*/ 555436 w 653969"/>
                <a:gd name="connsiteY19" fmla="*/ 730743 h 833576"/>
                <a:gd name="connsiteX20" fmla="*/ 636918 w 653969"/>
                <a:gd name="connsiteY20" fmla="*/ 816491 h 833576"/>
                <a:gd name="connsiteX0" fmla="*/ 636918 w 653969"/>
                <a:gd name="connsiteY0" fmla="*/ 816491 h 833289"/>
                <a:gd name="connsiteX1" fmla="*/ 541625 w 653969"/>
                <a:gd name="connsiteY1" fmla="*/ 809766 h 833289"/>
                <a:gd name="connsiteX2" fmla="*/ 437116 w 653969"/>
                <a:gd name="connsiteY2" fmla="*/ 798619 h 833289"/>
                <a:gd name="connsiteX3" fmla="*/ 351351 w 653969"/>
                <a:gd name="connsiteY3" fmla="*/ 796333 h 833289"/>
                <a:gd name="connsiteX4" fmla="*/ 277736 w 653969"/>
                <a:gd name="connsiteY4" fmla="*/ 791466 h 833289"/>
                <a:gd name="connsiteX5" fmla="*/ 231618 w 653969"/>
                <a:gd name="connsiteY5" fmla="*/ 733081 h 833289"/>
                <a:gd name="connsiteX6" fmla="*/ 200788 w 653969"/>
                <a:gd name="connsiteY6" fmla="*/ 688136 h 833289"/>
                <a:gd name="connsiteX7" fmla="*/ 129219 w 653969"/>
                <a:gd name="connsiteY7" fmla="*/ 443485 h 833289"/>
                <a:gd name="connsiteX8" fmla="*/ 79458 w 653969"/>
                <a:gd name="connsiteY8" fmla="*/ 235973 h 833289"/>
                <a:gd name="connsiteX9" fmla="*/ 66008 w 653969"/>
                <a:gd name="connsiteY9" fmla="*/ 205696 h 833289"/>
                <a:gd name="connsiteX10" fmla="*/ 49347 w 653969"/>
                <a:gd name="connsiteY10" fmla="*/ 170327 h 833289"/>
                <a:gd name="connsiteX11" fmla="*/ 97004 w 653969"/>
                <a:gd name="connsiteY11" fmla="*/ 22595 h 833289"/>
                <a:gd name="connsiteX12" fmla="*/ 176267 w 653969"/>
                <a:gd name="connsiteY12" fmla="*/ 57079 h 833289"/>
                <a:gd name="connsiteX13" fmla="*/ 293888 w 653969"/>
                <a:gd name="connsiteY13" fmla="*/ 120345 h 833289"/>
                <a:gd name="connsiteX14" fmla="*/ 400937 w 653969"/>
                <a:gd name="connsiteY14" fmla="*/ 189368 h 833289"/>
                <a:gd name="connsiteX15" fmla="*/ 551991 w 653969"/>
                <a:gd name="connsiteY15" fmla="*/ 309258 h 833289"/>
                <a:gd name="connsiteX16" fmla="*/ 646947 w 653969"/>
                <a:gd name="connsiteY16" fmla="*/ 408550 h 833289"/>
                <a:gd name="connsiteX17" fmla="*/ 542387 w 653969"/>
                <a:gd name="connsiteY17" fmla="*/ 432654 h 833289"/>
                <a:gd name="connsiteX18" fmla="*/ 489814 w 653969"/>
                <a:gd name="connsiteY18" fmla="*/ 606639 h 833289"/>
                <a:gd name="connsiteX19" fmla="*/ 555436 w 653969"/>
                <a:gd name="connsiteY19" fmla="*/ 730743 h 833289"/>
                <a:gd name="connsiteX20" fmla="*/ 636918 w 653969"/>
                <a:gd name="connsiteY20" fmla="*/ 816491 h 833289"/>
                <a:gd name="connsiteX0" fmla="*/ 646303 w 655902"/>
                <a:gd name="connsiteY0" fmla="*/ 829289 h 843686"/>
                <a:gd name="connsiteX1" fmla="*/ 541625 w 655902"/>
                <a:gd name="connsiteY1" fmla="*/ 809766 h 843686"/>
                <a:gd name="connsiteX2" fmla="*/ 437116 w 655902"/>
                <a:gd name="connsiteY2" fmla="*/ 798619 h 843686"/>
                <a:gd name="connsiteX3" fmla="*/ 351351 w 655902"/>
                <a:gd name="connsiteY3" fmla="*/ 796333 h 843686"/>
                <a:gd name="connsiteX4" fmla="*/ 277736 w 655902"/>
                <a:gd name="connsiteY4" fmla="*/ 791466 h 843686"/>
                <a:gd name="connsiteX5" fmla="*/ 231618 w 655902"/>
                <a:gd name="connsiteY5" fmla="*/ 733081 h 843686"/>
                <a:gd name="connsiteX6" fmla="*/ 200788 w 655902"/>
                <a:gd name="connsiteY6" fmla="*/ 688136 h 843686"/>
                <a:gd name="connsiteX7" fmla="*/ 129219 w 655902"/>
                <a:gd name="connsiteY7" fmla="*/ 443485 h 843686"/>
                <a:gd name="connsiteX8" fmla="*/ 79458 w 655902"/>
                <a:gd name="connsiteY8" fmla="*/ 235973 h 843686"/>
                <a:gd name="connsiteX9" fmla="*/ 66008 w 655902"/>
                <a:gd name="connsiteY9" fmla="*/ 205696 h 843686"/>
                <a:gd name="connsiteX10" fmla="*/ 49347 w 655902"/>
                <a:gd name="connsiteY10" fmla="*/ 170327 h 843686"/>
                <a:gd name="connsiteX11" fmla="*/ 97004 w 655902"/>
                <a:gd name="connsiteY11" fmla="*/ 22595 h 843686"/>
                <a:gd name="connsiteX12" fmla="*/ 176267 w 655902"/>
                <a:gd name="connsiteY12" fmla="*/ 57079 h 843686"/>
                <a:gd name="connsiteX13" fmla="*/ 293888 w 655902"/>
                <a:gd name="connsiteY13" fmla="*/ 120345 h 843686"/>
                <a:gd name="connsiteX14" fmla="*/ 400937 w 655902"/>
                <a:gd name="connsiteY14" fmla="*/ 189368 h 843686"/>
                <a:gd name="connsiteX15" fmla="*/ 551991 w 655902"/>
                <a:gd name="connsiteY15" fmla="*/ 309258 h 843686"/>
                <a:gd name="connsiteX16" fmla="*/ 646947 w 655902"/>
                <a:gd name="connsiteY16" fmla="*/ 408550 h 843686"/>
                <a:gd name="connsiteX17" fmla="*/ 542387 w 655902"/>
                <a:gd name="connsiteY17" fmla="*/ 432654 h 843686"/>
                <a:gd name="connsiteX18" fmla="*/ 489814 w 655902"/>
                <a:gd name="connsiteY18" fmla="*/ 606639 h 843686"/>
                <a:gd name="connsiteX19" fmla="*/ 555436 w 655902"/>
                <a:gd name="connsiteY19" fmla="*/ 730743 h 843686"/>
                <a:gd name="connsiteX20" fmla="*/ 646303 w 655902"/>
                <a:gd name="connsiteY20" fmla="*/ 829289 h 843686"/>
                <a:gd name="connsiteX0" fmla="*/ 646303 w 662741"/>
                <a:gd name="connsiteY0" fmla="*/ 829289 h 845663"/>
                <a:gd name="connsiteX1" fmla="*/ 541625 w 662741"/>
                <a:gd name="connsiteY1" fmla="*/ 809766 h 845663"/>
                <a:gd name="connsiteX2" fmla="*/ 437116 w 662741"/>
                <a:gd name="connsiteY2" fmla="*/ 798619 h 845663"/>
                <a:gd name="connsiteX3" fmla="*/ 351351 w 662741"/>
                <a:gd name="connsiteY3" fmla="*/ 796333 h 845663"/>
                <a:gd name="connsiteX4" fmla="*/ 277736 w 662741"/>
                <a:gd name="connsiteY4" fmla="*/ 791466 h 845663"/>
                <a:gd name="connsiteX5" fmla="*/ 231618 w 662741"/>
                <a:gd name="connsiteY5" fmla="*/ 733081 h 845663"/>
                <a:gd name="connsiteX6" fmla="*/ 200788 w 662741"/>
                <a:gd name="connsiteY6" fmla="*/ 688136 h 845663"/>
                <a:gd name="connsiteX7" fmla="*/ 129219 w 662741"/>
                <a:gd name="connsiteY7" fmla="*/ 443485 h 845663"/>
                <a:gd name="connsiteX8" fmla="*/ 79458 w 662741"/>
                <a:gd name="connsiteY8" fmla="*/ 235973 h 845663"/>
                <a:gd name="connsiteX9" fmla="*/ 66008 w 662741"/>
                <a:gd name="connsiteY9" fmla="*/ 205696 h 845663"/>
                <a:gd name="connsiteX10" fmla="*/ 49347 w 662741"/>
                <a:gd name="connsiteY10" fmla="*/ 170327 h 845663"/>
                <a:gd name="connsiteX11" fmla="*/ 97004 w 662741"/>
                <a:gd name="connsiteY11" fmla="*/ 22595 h 845663"/>
                <a:gd name="connsiteX12" fmla="*/ 176267 w 662741"/>
                <a:gd name="connsiteY12" fmla="*/ 57079 h 845663"/>
                <a:gd name="connsiteX13" fmla="*/ 293888 w 662741"/>
                <a:gd name="connsiteY13" fmla="*/ 120345 h 845663"/>
                <a:gd name="connsiteX14" fmla="*/ 400937 w 662741"/>
                <a:gd name="connsiteY14" fmla="*/ 189368 h 845663"/>
                <a:gd name="connsiteX15" fmla="*/ 551991 w 662741"/>
                <a:gd name="connsiteY15" fmla="*/ 309258 h 845663"/>
                <a:gd name="connsiteX16" fmla="*/ 646947 w 662741"/>
                <a:gd name="connsiteY16" fmla="*/ 408550 h 845663"/>
                <a:gd name="connsiteX17" fmla="*/ 542387 w 662741"/>
                <a:gd name="connsiteY17" fmla="*/ 432654 h 845663"/>
                <a:gd name="connsiteX18" fmla="*/ 489814 w 662741"/>
                <a:gd name="connsiteY18" fmla="*/ 606639 h 845663"/>
                <a:gd name="connsiteX19" fmla="*/ 555436 w 662741"/>
                <a:gd name="connsiteY19" fmla="*/ 730743 h 845663"/>
                <a:gd name="connsiteX20" fmla="*/ 646303 w 662741"/>
                <a:gd name="connsiteY20" fmla="*/ 829289 h 845663"/>
                <a:gd name="connsiteX0" fmla="*/ 646303 w 660613"/>
                <a:gd name="connsiteY0" fmla="*/ 829289 h 845423"/>
                <a:gd name="connsiteX1" fmla="*/ 541625 w 660613"/>
                <a:gd name="connsiteY1" fmla="*/ 809766 h 845423"/>
                <a:gd name="connsiteX2" fmla="*/ 437116 w 660613"/>
                <a:gd name="connsiteY2" fmla="*/ 798619 h 845423"/>
                <a:gd name="connsiteX3" fmla="*/ 351351 w 660613"/>
                <a:gd name="connsiteY3" fmla="*/ 796333 h 845423"/>
                <a:gd name="connsiteX4" fmla="*/ 277736 w 660613"/>
                <a:gd name="connsiteY4" fmla="*/ 791466 h 845423"/>
                <a:gd name="connsiteX5" fmla="*/ 231618 w 660613"/>
                <a:gd name="connsiteY5" fmla="*/ 733081 h 845423"/>
                <a:gd name="connsiteX6" fmla="*/ 200788 w 660613"/>
                <a:gd name="connsiteY6" fmla="*/ 688136 h 845423"/>
                <a:gd name="connsiteX7" fmla="*/ 129219 w 660613"/>
                <a:gd name="connsiteY7" fmla="*/ 443485 h 845423"/>
                <a:gd name="connsiteX8" fmla="*/ 79458 w 660613"/>
                <a:gd name="connsiteY8" fmla="*/ 235973 h 845423"/>
                <a:gd name="connsiteX9" fmla="*/ 66008 w 660613"/>
                <a:gd name="connsiteY9" fmla="*/ 205696 h 845423"/>
                <a:gd name="connsiteX10" fmla="*/ 49347 w 660613"/>
                <a:gd name="connsiteY10" fmla="*/ 170327 h 845423"/>
                <a:gd name="connsiteX11" fmla="*/ 97004 w 660613"/>
                <a:gd name="connsiteY11" fmla="*/ 22595 h 845423"/>
                <a:gd name="connsiteX12" fmla="*/ 176267 w 660613"/>
                <a:gd name="connsiteY12" fmla="*/ 57079 h 845423"/>
                <a:gd name="connsiteX13" fmla="*/ 293888 w 660613"/>
                <a:gd name="connsiteY13" fmla="*/ 120345 h 845423"/>
                <a:gd name="connsiteX14" fmla="*/ 400937 w 660613"/>
                <a:gd name="connsiteY14" fmla="*/ 189368 h 845423"/>
                <a:gd name="connsiteX15" fmla="*/ 551991 w 660613"/>
                <a:gd name="connsiteY15" fmla="*/ 309258 h 845423"/>
                <a:gd name="connsiteX16" fmla="*/ 646947 w 660613"/>
                <a:gd name="connsiteY16" fmla="*/ 408550 h 845423"/>
                <a:gd name="connsiteX17" fmla="*/ 542387 w 660613"/>
                <a:gd name="connsiteY17" fmla="*/ 432654 h 845423"/>
                <a:gd name="connsiteX18" fmla="*/ 489814 w 660613"/>
                <a:gd name="connsiteY18" fmla="*/ 606639 h 845423"/>
                <a:gd name="connsiteX19" fmla="*/ 555436 w 660613"/>
                <a:gd name="connsiteY19" fmla="*/ 730743 h 845423"/>
                <a:gd name="connsiteX20" fmla="*/ 646303 w 660613"/>
                <a:gd name="connsiteY20" fmla="*/ 829289 h 845423"/>
                <a:gd name="connsiteX0" fmla="*/ 646303 w 660307"/>
                <a:gd name="connsiteY0" fmla="*/ 829289 h 845423"/>
                <a:gd name="connsiteX1" fmla="*/ 541625 w 660307"/>
                <a:gd name="connsiteY1" fmla="*/ 809766 h 845423"/>
                <a:gd name="connsiteX2" fmla="*/ 437116 w 660307"/>
                <a:gd name="connsiteY2" fmla="*/ 798619 h 845423"/>
                <a:gd name="connsiteX3" fmla="*/ 351351 w 660307"/>
                <a:gd name="connsiteY3" fmla="*/ 796333 h 845423"/>
                <a:gd name="connsiteX4" fmla="*/ 277736 w 660307"/>
                <a:gd name="connsiteY4" fmla="*/ 791466 h 845423"/>
                <a:gd name="connsiteX5" fmla="*/ 231618 w 660307"/>
                <a:gd name="connsiteY5" fmla="*/ 733081 h 845423"/>
                <a:gd name="connsiteX6" fmla="*/ 200788 w 660307"/>
                <a:gd name="connsiteY6" fmla="*/ 688136 h 845423"/>
                <a:gd name="connsiteX7" fmla="*/ 129219 w 660307"/>
                <a:gd name="connsiteY7" fmla="*/ 443485 h 845423"/>
                <a:gd name="connsiteX8" fmla="*/ 79458 w 660307"/>
                <a:gd name="connsiteY8" fmla="*/ 235973 h 845423"/>
                <a:gd name="connsiteX9" fmla="*/ 66008 w 660307"/>
                <a:gd name="connsiteY9" fmla="*/ 205696 h 845423"/>
                <a:gd name="connsiteX10" fmla="*/ 49347 w 660307"/>
                <a:gd name="connsiteY10" fmla="*/ 170327 h 845423"/>
                <a:gd name="connsiteX11" fmla="*/ 97004 w 660307"/>
                <a:gd name="connsiteY11" fmla="*/ 22595 h 845423"/>
                <a:gd name="connsiteX12" fmla="*/ 176267 w 660307"/>
                <a:gd name="connsiteY12" fmla="*/ 57079 h 845423"/>
                <a:gd name="connsiteX13" fmla="*/ 293888 w 660307"/>
                <a:gd name="connsiteY13" fmla="*/ 120345 h 845423"/>
                <a:gd name="connsiteX14" fmla="*/ 400937 w 660307"/>
                <a:gd name="connsiteY14" fmla="*/ 189368 h 845423"/>
                <a:gd name="connsiteX15" fmla="*/ 551991 w 660307"/>
                <a:gd name="connsiteY15" fmla="*/ 309258 h 845423"/>
                <a:gd name="connsiteX16" fmla="*/ 646947 w 660307"/>
                <a:gd name="connsiteY16" fmla="*/ 408550 h 845423"/>
                <a:gd name="connsiteX17" fmla="*/ 542387 w 660307"/>
                <a:gd name="connsiteY17" fmla="*/ 432654 h 845423"/>
                <a:gd name="connsiteX18" fmla="*/ 489814 w 660307"/>
                <a:gd name="connsiteY18" fmla="*/ 606639 h 845423"/>
                <a:gd name="connsiteX19" fmla="*/ 555436 w 660307"/>
                <a:gd name="connsiteY19" fmla="*/ 730743 h 845423"/>
                <a:gd name="connsiteX20" fmla="*/ 646303 w 660307"/>
                <a:gd name="connsiteY20" fmla="*/ 829289 h 845423"/>
                <a:gd name="connsiteX0" fmla="*/ 646303 w 660447"/>
                <a:gd name="connsiteY0" fmla="*/ 829289 h 843767"/>
                <a:gd name="connsiteX1" fmla="*/ 541625 w 660447"/>
                <a:gd name="connsiteY1" fmla="*/ 809766 h 843767"/>
                <a:gd name="connsiteX2" fmla="*/ 437116 w 660447"/>
                <a:gd name="connsiteY2" fmla="*/ 798619 h 843767"/>
                <a:gd name="connsiteX3" fmla="*/ 351351 w 660447"/>
                <a:gd name="connsiteY3" fmla="*/ 796333 h 843767"/>
                <a:gd name="connsiteX4" fmla="*/ 277736 w 660447"/>
                <a:gd name="connsiteY4" fmla="*/ 791466 h 843767"/>
                <a:gd name="connsiteX5" fmla="*/ 231618 w 660447"/>
                <a:gd name="connsiteY5" fmla="*/ 733081 h 843767"/>
                <a:gd name="connsiteX6" fmla="*/ 200788 w 660447"/>
                <a:gd name="connsiteY6" fmla="*/ 688136 h 843767"/>
                <a:gd name="connsiteX7" fmla="*/ 129219 w 660447"/>
                <a:gd name="connsiteY7" fmla="*/ 443485 h 843767"/>
                <a:gd name="connsiteX8" fmla="*/ 79458 w 660447"/>
                <a:gd name="connsiteY8" fmla="*/ 235973 h 843767"/>
                <a:gd name="connsiteX9" fmla="*/ 66008 w 660447"/>
                <a:gd name="connsiteY9" fmla="*/ 205696 h 843767"/>
                <a:gd name="connsiteX10" fmla="*/ 49347 w 660447"/>
                <a:gd name="connsiteY10" fmla="*/ 170327 h 843767"/>
                <a:gd name="connsiteX11" fmla="*/ 97004 w 660447"/>
                <a:gd name="connsiteY11" fmla="*/ 22595 h 843767"/>
                <a:gd name="connsiteX12" fmla="*/ 176267 w 660447"/>
                <a:gd name="connsiteY12" fmla="*/ 57079 h 843767"/>
                <a:gd name="connsiteX13" fmla="*/ 293888 w 660447"/>
                <a:gd name="connsiteY13" fmla="*/ 120345 h 843767"/>
                <a:gd name="connsiteX14" fmla="*/ 400937 w 660447"/>
                <a:gd name="connsiteY14" fmla="*/ 189368 h 843767"/>
                <a:gd name="connsiteX15" fmla="*/ 551991 w 660447"/>
                <a:gd name="connsiteY15" fmla="*/ 309258 h 843767"/>
                <a:gd name="connsiteX16" fmla="*/ 646947 w 660447"/>
                <a:gd name="connsiteY16" fmla="*/ 408550 h 843767"/>
                <a:gd name="connsiteX17" fmla="*/ 542387 w 660447"/>
                <a:gd name="connsiteY17" fmla="*/ 432654 h 843767"/>
                <a:gd name="connsiteX18" fmla="*/ 489814 w 660447"/>
                <a:gd name="connsiteY18" fmla="*/ 606639 h 843767"/>
                <a:gd name="connsiteX19" fmla="*/ 555436 w 660447"/>
                <a:gd name="connsiteY19" fmla="*/ 730743 h 843767"/>
                <a:gd name="connsiteX20" fmla="*/ 646303 w 660447"/>
                <a:gd name="connsiteY20" fmla="*/ 829289 h 843767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863"/>
                <a:gd name="connsiteY0" fmla="*/ 829289 h 843746"/>
                <a:gd name="connsiteX1" fmla="*/ 541625 w 656863"/>
                <a:gd name="connsiteY1" fmla="*/ 809766 h 843746"/>
                <a:gd name="connsiteX2" fmla="*/ 351351 w 656863"/>
                <a:gd name="connsiteY2" fmla="*/ 796333 h 843746"/>
                <a:gd name="connsiteX3" fmla="*/ 277736 w 656863"/>
                <a:gd name="connsiteY3" fmla="*/ 791466 h 843746"/>
                <a:gd name="connsiteX4" fmla="*/ 231618 w 656863"/>
                <a:gd name="connsiteY4" fmla="*/ 733081 h 843746"/>
                <a:gd name="connsiteX5" fmla="*/ 200788 w 656863"/>
                <a:gd name="connsiteY5" fmla="*/ 688136 h 843746"/>
                <a:gd name="connsiteX6" fmla="*/ 129219 w 656863"/>
                <a:gd name="connsiteY6" fmla="*/ 443485 h 843746"/>
                <a:gd name="connsiteX7" fmla="*/ 79458 w 656863"/>
                <a:gd name="connsiteY7" fmla="*/ 235973 h 843746"/>
                <a:gd name="connsiteX8" fmla="*/ 66008 w 656863"/>
                <a:gd name="connsiteY8" fmla="*/ 205696 h 843746"/>
                <a:gd name="connsiteX9" fmla="*/ 49347 w 656863"/>
                <a:gd name="connsiteY9" fmla="*/ 170327 h 843746"/>
                <a:gd name="connsiteX10" fmla="*/ 97004 w 656863"/>
                <a:gd name="connsiteY10" fmla="*/ 22595 h 843746"/>
                <a:gd name="connsiteX11" fmla="*/ 176267 w 656863"/>
                <a:gd name="connsiteY11" fmla="*/ 57079 h 843746"/>
                <a:gd name="connsiteX12" fmla="*/ 293888 w 656863"/>
                <a:gd name="connsiteY12" fmla="*/ 120345 h 843746"/>
                <a:gd name="connsiteX13" fmla="*/ 400937 w 656863"/>
                <a:gd name="connsiteY13" fmla="*/ 189368 h 843746"/>
                <a:gd name="connsiteX14" fmla="*/ 551991 w 656863"/>
                <a:gd name="connsiteY14" fmla="*/ 309258 h 843746"/>
                <a:gd name="connsiteX15" fmla="*/ 646947 w 656863"/>
                <a:gd name="connsiteY15" fmla="*/ 408550 h 843746"/>
                <a:gd name="connsiteX16" fmla="*/ 542387 w 656863"/>
                <a:gd name="connsiteY16" fmla="*/ 432654 h 843746"/>
                <a:gd name="connsiteX17" fmla="*/ 489814 w 656863"/>
                <a:gd name="connsiteY17" fmla="*/ 606639 h 843746"/>
                <a:gd name="connsiteX18" fmla="*/ 555436 w 656863"/>
                <a:gd name="connsiteY18" fmla="*/ 730743 h 843746"/>
                <a:gd name="connsiteX19" fmla="*/ 646303 w 656863"/>
                <a:gd name="connsiteY19" fmla="*/ 829289 h 843746"/>
                <a:gd name="connsiteX0" fmla="*/ 646303 w 656717"/>
                <a:gd name="connsiteY0" fmla="*/ 829289 h 845355"/>
                <a:gd name="connsiteX1" fmla="*/ 541625 w 656717"/>
                <a:gd name="connsiteY1" fmla="*/ 809766 h 845355"/>
                <a:gd name="connsiteX2" fmla="*/ 351351 w 656717"/>
                <a:gd name="connsiteY2" fmla="*/ 796333 h 845355"/>
                <a:gd name="connsiteX3" fmla="*/ 277736 w 656717"/>
                <a:gd name="connsiteY3" fmla="*/ 791466 h 845355"/>
                <a:gd name="connsiteX4" fmla="*/ 231618 w 656717"/>
                <a:gd name="connsiteY4" fmla="*/ 733081 h 845355"/>
                <a:gd name="connsiteX5" fmla="*/ 200788 w 656717"/>
                <a:gd name="connsiteY5" fmla="*/ 688136 h 845355"/>
                <a:gd name="connsiteX6" fmla="*/ 129219 w 656717"/>
                <a:gd name="connsiteY6" fmla="*/ 443485 h 845355"/>
                <a:gd name="connsiteX7" fmla="*/ 79458 w 656717"/>
                <a:gd name="connsiteY7" fmla="*/ 235973 h 845355"/>
                <a:gd name="connsiteX8" fmla="*/ 66008 w 656717"/>
                <a:gd name="connsiteY8" fmla="*/ 205696 h 845355"/>
                <a:gd name="connsiteX9" fmla="*/ 49347 w 656717"/>
                <a:gd name="connsiteY9" fmla="*/ 170327 h 845355"/>
                <a:gd name="connsiteX10" fmla="*/ 97004 w 656717"/>
                <a:gd name="connsiteY10" fmla="*/ 22595 h 845355"/>
                <a:gd name="connsiteX11" fmla="*/ 176267 w 656717"/>
                <a:gd name="connsiteY11" fmla="*/ 57079 h 845355"/>
                <a:gd name="connsiteX12" fmla="*/ 293888 w 656717"/>
                <a:gd name="connsiteY12" fmla="*/ 120345 h 845355"/>
                <a:gd name="connsiteX13" fmla="*/ 400937 w 656717"/>
                <a:gd name="connsiteY13" fmla="*/ 189368 h 845355"/>
                <a:gd name="connsiteX14" fmla="*/ 551991 w 656717"/>
                <a:gd name="connsiteY14" fmla="*/ 309258 h 845355"/>
                <a:gd name="connsiteX15" fmla="*/ 646947 w 656717"/>
                <a:gd name="connsiteY15" fmla="*/ 408550 h 845355"/>
                <a:gd name="connsiteX16" fmla="*/ 542387 w 656717"/>
                <a:gd name="connsiteY16" fmla="*/ 432654 h 845355"/>
                <a:gd name="connsiteX17" fmla="*/ 489814 w 656717"/>
                <a:gd name="connsiteY17" fmla="*/ 606639 h 845355"/>
                <a:gd name="connsiteX18" fmla="*/ 555436 w 656717"/>
                <a:gd name="connsiteY18" fmla="*/ 730743 h 845355"/>
                <a:gd name="connsiteX19" fmla="*/ 646303 w 656717"/>
                <a:gd name="connsiteY19" fmla="*/ 829289 h 845355"/>
                <a:gd name="connsiteX0" fmla="*/ 646303 w 654730"/>
                <a:gd name="connsiteY0" fmla="*/ 829289 h 845355"/>
                <a:gd name="connsiteX1" fmla="*/ 509630 w 654730"/>
                <a:gd name="connsiteY1" fmla="*/ 809766 h 845355"/>
                <a:gd name="connsiteX2" fmla="*/ 351351 w 654730"/>
                <a:gd name="connsiteY2" fmla="*/ 796333 h 845355"/>
                <a:gd name="connsiteX3" fmla="*/ 277736 w 654730"/>
                <a:gd name="connsiteY3" fmla="*/ 791466 h 845355"/>
                <a:gd name="connsiteX4" fmla="*/ 231618 w 654730"/>
                <a:gd name="connsiteY4" fmla="*/ 733081 h 845355"/>
                <a:gd name="connsiteX5" fmla="*/ 200788 w 654730"/>
                <a:gd name="connsiteY5" fmla="*/ 688136 h 845355"/>
                <a:gd name="connsiteX6" fmla="*/ 129219 w 654730"/>
                <a:gd name="connsiteY6" fmla="*/ 443485 h 845355"/>
                <a:gd name="connsiteX7" fmla="*/ 79458 w 654730"/>
                <a:gd name="connsiteY7" fmla="*/ 235973 h 845355"/>
                <a:gd name="connsiteX8" fmla="*/ 66008 w 654730"/>
                <a:gd name="connsiteY8" fmla="*/ 205696 h 845355"/>
                <a:gd name="connsiteX9" fmla="*/ 49347 w 654730"/>
                <a:gd name="connsiteY9" fmla="*/ 170327 h 845355"/>
                <a:gd name="connsiteX10" fmla="*/ 97004 w 654730"/>
                <a:gd name="connsiteY10" fmla="*/ 22595 h 845355"/>
                <a:gd name="connsiteX11" fmla="*/ 176267 w 654730"/>
                <a:gd name="connsiteY11" fmla="*/ 57079 h 845355"/>
                <a:gd name="connsiteX12" fmla="*/ 293888 w 654730"/>
                <a:gd name="connsiteY12" fmla="*/ 120345 h 845355"/>
                <a:gd name="connsiteX13" fmla="*/ 400937 w 654730"/>
                <a:gd name="connsiteY13" fmla="*/ 189368 h 845355"/>
                <a:gd name="connsiteX14" fmla="*/ 551991 w 654730"/>
                <a:gd name="connsiteY14" fmla="*/ 309258 h 845355"/>
                <a:gd name="connsiteX15" fmla="*/ 646947 w 654730"/>
                <a:gd name="connsiteY15" fmla="*/ 408550 h 845355"/>
                <a:gd name="connsiteX16" fmla="*/ 542387 w 654730"/>
                <a:gd name="connsiteY16" fmla="*/ 432654 h 845355"/>
                <a:gd name="connsiteX17" fmla="*/ 489814 w 654730"/>
                <a:gd name="connsiteY17" fmla="*/ 606639 h 845355"/>
                <a:gd name="connsiteX18" fmla="*/ 555436 w 654730"/>
                <a:gd name="connsiteY18" fmla="*/ 730743 h 845355"/>
                <a:gd name="connsiteX19" fmla="*/ 646303 w 654730"/>
                <a:gd name="connsiteY19" fmla="*/ 829289 h 845355"/>
                <a:gd name="connsiteX0" fmla="*/ 646303 w 654805"/>
                <a:gd name="connsiteY0" fmla="*/ 829289 h 844254"/>
                <a:gd name="connsiteX1" fmla="*/ 509630 w 654805"/>
                <a:gd name="connsiteY1" fmla="*/ 809766 h 844254"/>
                <a:gd name="connsiteX2" fmla="*/ 351351 w 654805"/>
                <a:gd name="connsiteY2" fmla="*/ 796333 h 844254"/>
                <a:gd name="connsiteX3" fmla="*/ 277736 w 654805"/>
                <a:gd name="connsiteY3" fmla="*/ 791466 h 844254"/>
                <a:gd name="connsiteX4" fmla="*/ 231618 w 654805"/>
                <a:gd name="connsiteY4" fmla="*/ 733081 h 844254"/>
                <a:gd name="connsiteX5" fmla="*/ 200788 w 654805"/>
                <a:gd name="connsiteY5" fmla="*/ 688136 h 844254"/>
                <a:gd name="connsiteX6" fmla="*/ 129219 w 654805"/>
                <a:gd name="connsiteY6" fmla="*/ 443485 h 844254"/>
                <a:gd name="connsiteX7" fmla="*/ 79458 w 654805"/>
                <a:gd name="connsiteY7" fmla="*/ 235973 h 844254"/>
                <a:gd name="connsiteX8" fmla="*/ 66008 w 654805"/>
                <a:gd name="connsiteY8" fmla="*/ 205696 h 844254"/>
                <a:gd name="connsiteX9" fmla="*/ 49347 w 654805"/>
                <a:gd name="connsiteY9" fmla="*/ 170327 h 844254"/>
                <a:gd name="connsiteX10" fmla="*/ 97004 w 654805"/>
                <a:gd name="connsiteY10" fmla="*/ 22595 h 844254"/>
                <a:gd name="connsiteX11" fmla="*/ 176267 w 654805"/>
                <a:gd name="connsiteY11" fmla="*/ 57079 h 844254"/>
                <a:gd name="connsiteX12" fmla="*/ 293888 w 654805"/>
                <a:gd name="connsiteY12" fmla="*/ 120345 h 844254"/>
                <a:gd name="connsiteX13" fmla="*/ 400937 w 654805"/>
                <a:gd name="connsiteY13" fmla="*/ 189368 h 844254"/>
                <a:gd name="connsiteX14" fmla="*/ 551991 w 654805"/>
                <a:gd name="connsiteY14" fmla="*/ 309258 h 844254"/>
                <a:gd name="connsiteX15" fmla="*/ 646947 w 654805"/>
                <a:gd name="connsiteY15" fmla="*/ 408550 h 844254"/>
                <a:gd name="connsiteX16" fmla="*/ 542387 w 654805"/>
                <a:gd name="connsiteY16" fmla="*/ 432654 h 844254"/>
                <a:gd name="connsiteX17" fmla="*/ 489814 w 654805"/>
                <a:gd name="connsiteY17" fmla="*/ 606639 h 844254"/>
                <a:gd name="connsiteX18" fmla="*/ 555436 w 654805"/>
                <a:gd name="connsiteY18" fmla="*/ 730743 h 844254"/>
                <a:gd name="connsiteX19" fmla="*/ 646303 w 654805"/>
                <a:gd name="connsiteY19" fmla="*/ 829289 h 844254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570"/>
                <a:gd name="connsiteX1" fmla="*/ 509630 w 654894"/>
                <a:gd name="connsiteY1" fmla="*/ 809766 h 843570"/>
                <a:gd name="connsiteX2" fmla="*/ 343246 w 654894"/>
                <a:gd name="connsiteY2" fmla="*/ 803159 h 843570"/>
                <a:gd name="connsiteX3" fmla="*/ 277736 w 654894"/>
                <a:gd name="connsiteY3" fmla="*/ 791466 h 843570"/>
                <a:gd name="connsiteX4" fmla="*/ 231618 w 654894"/>
                <a:gd name="connsiteY4" fmla="*/ 733081 h 843570"/>
                <a:gd name="connsiteX5" fmla="*/ 200788 w 654894"/>
                <a:gd name="connsiteY5" fmla="*/ 688136 h 843570"/>
                <a:gd name="connsiteX6" fmla="*/ 129219 w 654894"/>
                <a:gd name="connsiteY6" fmla="*/ 443485 h 843570"/>
                <a:gd name="connsiteX7" fmla="*/ 79458 w 654894"/>
                <a:gd name="connsiteY7" fmla="*/ 235973 h 843570"/>
                <a:gd name="connsiteX8" fmla="*/ 66008 w 654894"/>
                <a:gd name="connsiteY8" fmla="*/ 205696 h 843570"/>
                <a:gd name="connsiteX9" fmla="*/ 49347 w 654894"/>
                <a:gd name="connsiteY9" fmla="*/ 170327 h 843570"/>
                <a:gd name="connsiteX10" fmla="*/ 97004 w 654894"/>
                <a:gd name="connsiteY10" fmla="*/ 22595 h 843570"/>
                <a:gd name="connsiteX11" fmla="*/ 176267 w 654894"/>
                <a:gd name="connsiteY11" fmla="*/ 57079 h 843570"/>
                <a:gd name="connsiteX12" fmla="*/ 293888 w 654894"/>
                <a:gd name="connsiteY12" fmla="*/ 120345 h 843570"/>
                <a:gd name="connsiteX13" fmla="*/ 400937 w 654894"/>
                <a:gd name="connsiteY13" fmla="*/ 189368 h 843570"/>
                <a:gd name="connsiteX14" fmla="*/ 551991 w 654894"/>
                <a:gd name="connsiteY14" fmla="*/ 309258 h 843570"/>
                <a:gd name="connsiteX15" fmla="*/ 646947 w 654894"/>
                <a:gd name="connsiteY15" fmla="*/ 408550 h 843570"/>
                <a:gd name="connsiteX16" fmla="*/ 542387 w 654894"/>
                <a:gd name="connsiteY16" fmla="*/ 432654 h 843570"/>
                <a:gd name="connsiteX17" fmla="*/ 489814 w 654894"/>
                <a:gd name="connsiteY17" fmla="*/ 606639 h 843570"/>
                <a:gd name="connsiteX18" fmla="*/ 555436 w 654894"/>
                <a:gd name="connsiteY18" fmla="*/ 730743 h 843570"/>
                <a:gd name="connsiteX19" fmla="*/ 646303 w 654894"/>
                <a:gd name="connsiteY19" fmla="*/ 829289 h 843570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343246 w 654894"/>
                <a:gd name="connsiteY2" fmla="*/ 803159 h 843768"/>
                <a:gd name="connsiteX3" fmla="*/ 277736 w 654894"/>
                <a:gd name="connsiteY3" fmla="*/ 791466 h 843768"/>
                <a:gd name="connsiteX4" fmla="*/ 231618 w 654894"/>
                <a:gd name="connsiteY4" fmla="*/ 733081 h 843768"/>
                <a:gd name="connsiteX5" fmla="*/ 200788 w 654894"/>
                <a:gd name="connsiteY5" fmla="*/ 688136 h 843768"/>
                <a:gd name="connsiteX6" fmla="*/ 129219 w 654894"/>
                <a:gd name="connsiteY6" fmla="*/ 443485 h 843768"/>
                <a:gd name="connsiteX7" fmla="*/ 79458 w 654894"/>
                <a:gd name="connsiteY7" fmla="*/ 235973 h 843768"/>
                <a:gd name="connsiteX8" fmla="*/ 66008 w 654894"/>
                <a:gd name="connsiteY8" fmla="*/ 205696 h 843768"/>
                <a:gd name="connsiteX9" fmla="*/ 49347 w 654894"/>
                <a:gd name="connsiteY9" fmla="*/ 170327 h 843768"/>
                <a:gd name="connsiteX10" fmla="*/ 97004 w 654894"/>
                <a:gd name="connsiteY10" fmla="*/ 22595 h 843768"/>
                <a:gd name="connsiteX11" fmla="*/ 176267 w 654894"/>
                <a:gd name="connsiteY11" fmla="*/ 57079 h 843768"/>
                <a:gd name="connsiteX12" fmla="*/ 293888 w 654894"/>
                <a:gd name="connsiteY12" fmla="*/ 120345 h 843768"/>
                <a:gd name="connsiteX13" fmla="*/ 400937 w 654894"/>
                <a:gd name="connsiteY13" fmla="*/ 189368 h 843768"/>
                <a:gd name="connsiteX14" fmla="*/ 551991 w 654894"/>
                <a:gd name="connsiteY14" fmla="*/ 309258 h 843768"/>
                <a:gd name="connsiteX15" fmla="*/ 646947 w 654894"/>
                <a:gd name="connsiteY15" fmla="*/ 408550 h 843768"/>
                <a:gd name="connsiteX16" fmla="*/ 542387 w 654894"/>
                <a:gd name="connsiteY16" fmla="*/ 432654 h 843768"/>
                <a:gd name="connsiteX17" fmla="*/ 489814 w 654894"/>
                <a:gd name="connsiteY17" fmla="*/ 606639 h 843768"/>
                <a:gd name="connsiteX18" fmla="*/ 555436 w 654894"/>
                <a:gd name="connsiteY18" fmla="*/ 730743 h 843768"/>
                <a:gd name="connsiteX19" fmla="*/ 646303 w 654894"/>
                <a:gd name="connsiteY19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894"/>
                <a:gd name="connsiteY0" fmla="*/ 829289 h 843768"/>
                <a:gd name="connsiteX1" fmla="*/ 509630 w 654894"/>
                <a:gd name="connsiteY1" fmla="*/ 809766 h 843768"/>
                <a:gd name="connsiteX2" fmla="*/ 416364 w 654894"/>
                <a:gd name="connsiteY2" fmla="*/ 804973 h 843768"/>
                <a:gd name="connsiteX3" fmla="*/ 343246 w 654894"/>
                <a:gd name="connsiteY3" fmla="*/ 803159 h 843768"/>
                <a:gd name="connsiteX4" fmla="*/ 277736 w 654894"/>
                <a:gd name="connsiteY4" fmla="*/ 791466 h 843768"/>
                <a:gd name="connsiteX5" fmla="*/ 231618 w 654894"/>
                <a:gd name="connsiteY5" fmla="*/ 733081 h 843768"/>
                <a:gd name="connsiteX6" fmla="*/ 200788 w 654894"/>
                <a:gd name="connsiteY6" fmla="*/ 688136 h 843768"/>
                <a:gd name="connsiteX7" fmla="*/ 129219 w 654894"/>
                <a:gd name="connsiteY7" fmla="*/ 443485 h 843768"/>
                <a:gd name="connsiteX8" fmla="*/ 79458 w 654894"/>
                <a:gd name="connsiteY8" fmla="*/ 235973 h 843768"/>
                <a:gd name="connsiteX9" fmla="*/ 66008 w 654894"/>
                <a:gd name="connsiteY9" fmla="*/ 205696 h 843768"/>
                <a:gd name="connsiteX10" fmla="*/ 49347 w 654894"/>
                <a:gd name="connsiteY10" fmla="*/ 170327 h 843768"/>
                <a:gd name="connsiteX11" fmla="*/ 97004 w 654894"/>
                <a:gd name="connsiteY11" fmla="*/ 22595 h 843768"/>
                <a:gd name="connsiteX12" fmla="*/ 176267 w 654894"/>
                <a:gd name="connsiteY12" fmla="*/ 57079 h 843768"/>
                <a:gd name="connsiteX13" fmla="*/ 293888 w 654894"/>
                <a:gd name="connsiteY13" fmla="*/ 120345 h 843768"/>
                <a:gd name="connsiteX14" fmla="*/ 400937 w 654894"/>
                <a:gd name="connsiteY14" fmla="*/ 189368 h 843768"/>
                <a:gd name="connsiteX15" fmla="*/ 551991 w 654894"/>
                <a:gd name="connsiteY15" fmla="*/ 309258 h 843768"/>
                <a:gd name="connsiteX16" fmla="*/ 646947 w 654894"/>
                <a:gd name="connsiteY16" fmla="*/ 408550 h 843768"/>
                <a:gd name="connsiteX17" fmla="*/ 542387 w 654894"/>
                <a:gd name="connsiteY17" fmla="*/ 432654 h 843768"/>
                <a:gd name="connsiteX18" fmla="*/ 489814 w 654894"/>
                <a:gd name="connsiteY18" fmla="*/ 606639 h 843768"/>
                <a:gd name="connsiteX19" fmla="*/ 555436 w 654894"/>
                <a:gd name="connsiteY19" fmla="*/ 730743 h 843768"/>
                <a:gd name="connsiteX20" fmla="*/ 646303 w 654894"/>
                <a:gd name="connsiteY20" fmla="*/ 829289 h 843768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43246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4335"/>
                <a:gd name="connsiteY0" fmla="*/ 829289 h 843710"/>
                <a:gd name="connsiteX1" fmla="*/ 509630 w 654335"/>
                <a:gd name="connsiteY1" fmla="*/ 809766 h 843710"/>
                <a:gd name="connsiteX2" fmla="*/ 415084 w 654335"/>
                <a:gd name="connsiteY2" fmla="*/ 797721 h 843710"/>
                <a:gd name="connsiteX3" fmla="*/ 329168 w 654335"/>
                <a:gd name="connsiteY3" fmla="*/ 803159 h 843710"/>
                <a:gd name="connsiteX4" fmla="*/ 277736 w 654335"/>
                <a:gd name="connsiteY4" fmla="*/ 791466 h 843710"/>
                <a:gd name="connsiteX5" fmla="*/ 231618 w 654335"/>
                <a:gd name="connsiteY5" fmla="*/ 733081 h 843710"/>
                <a:gd name="connsiteX6" fmla="*/ 200788 w 654335"/>
                <a:gd name="connsiteY6" fmla="*/ 688136 h 843710"/>
                <a:gd name="connsiteX7" fmla="*/ 129219 w 654335"/>
                <a:gd name="connsiteY7" fmla="*/ 443485 h 843710"/>
                <a:gd name="connsiteX8" fmla="*/ 79458 w 654335"/>
                <a:gd name="connsiteY8" fmla="*/ 235973 h 843710"/>
                <a:gd name="connsiteX9" fmla="*/ 66008 w 654335"/>
                <a:gd name="connsiteY9" fmla="*/ 205696 h 843710"/>
                <a:gd name="connsiteX10" fmla="*/ 49347 w 654335"/>
                <a:gd name="connsiteY10" fmla="*/ 170327 h 843710"/>
                <a:gd name="connsiteX11" fmla="*/ 97004 w 654335"/>
                <a:gd name="connsiteY11" fmla="*/ 22595 h 843710"/>
                <a:gd name="connsiteX12" fmla="*/ 176267 w 654335"/>
                <a:gd name="connsiteY12" fmla="*/ 57079 h 843710"/>
                <a:gd name="connsiteX13" fmla="*/ 293888 w 654335"/>
                <a:gd name="connsiteY13" fmla="*/ 120345 h 843710"/>
                <a:gd name="connsiteX14" fmla="*/ 400937 w 654335"/>
                <a:gd name="connsiteY14" fmla="*/ 189368 h 843710"/>
                <a:gd name="connsiteX15" fmla="*/ 551991 w 654335"/>
                <a:gd name="connsiteY15" fmla="*/ 309258 h 843710"/>
                <a:gd name="connsiteX16" fmla="*/ 646947 w 654335"/>
                <a:gd name="connsiteY16" fmla="*/ 408550 h 843710"/>
                <a:gd name="connsiteX17" fmla="*/ 542387 w 654335"/>
                <a:gd name="connsiteY17" fmla="*/ 432654 h 843710"/>
                <a:gd name="connsiteX18" fmla="*/ 489814 w 654335"/>
                <a:gd name="connsiteY18" fmla="*/ 606639 h 843710"/>
                <a:gd name="connsiteX19" fmla="*/ 555436 w 654335"/>
                <a:gd name="connsiteY19" fmla="*/ 730743 h 843710"/>
                <a:gd name="connsiteX20" fmla="*/ 646303 w 654335"/>
                <a:gd name="connsiteY20" fmla="*/ 829289 h 843710"/>
                <a:gd name="connsiteX0" fmla="*/ 646303 w 655086"/>
                <a:gd name="connsiteY0" fmla="*/ 829289 h 844012"/>
                <a:gd name="connsiteX1" fmla="*/ 524561 w 655086"/>
                <a:gd name="connsiteY1" fmla="*/ 811473 h 844012"/>
                <a:gd name="connsiteX2" fmla="*/ 415084 w 655086"/>
                <a:gd name="connsiteY2" fmla="*/ 797721 h 844012"/>
                <a:gd name="connsiteX3" fmla="*/ 329168 w 655086"/>
                <a:gd name="connsiteY3" fmla="*/ 803159 h 844012"/>
                <a:gd name="connsiteX4" fmla="*/ 277736 w 655086"/>
                <a:gd name="connsiteY4" fmla="*/ 791466 h 844012"/>
                <a:gd name="connsiteX5" fmla="*/ 231618 w 655086"/>
                <a:gd name="connsiteY5" fmla="*/ 733081 h 844012"/>
                <a:gd name="connsiteX6" fmla="*/ 200788 w 655086"/>
                <a:gd name="connsiteY6" fmla="*/ 688136 h 844012"/>
                <a:gd name="connsiteX7" fmla="*/ 129219 w 655086"/>
                <a:gd name="connsiteY7" fmla="*/ 443485 h 844012"/>
                <a:gd name="connsiteX8" fmla="*/ 79458 w 655086"/>
                <a:gd name="connsiteY8" fmla="*/ 235973 h 844012"/>
                <a:gd name="connsiteX9" fmla="*/ 66008 w 655086"/>
                <a:gd name="connsiteY9" fmla="*/ 205696 h 844012"/>
                <a:gd name="connsiteX10" fmla="*/ 49347 w 655086"/>
                <a:gd name="connsiteY10" fmla="*/ 170327 h 844012"/>
                <a:gd name="connsiteX11" fmla="*/ 97004 w 655086"/>
                <a:gd name="connsiteY11" fmla="*/ 22595 h 844012"/>
                <a:gd name="connsiteX12" fmla="*/ 176267 w 655086"/>
                <a:gd name="connsiteY12" fmla="*/ 57079 h 844012"/>
                <a:gd name="connsiteX13" fmla="*/ 293888 w 655086"/>
                <a:gd name="connsiteY13" fmla="*/ 120345 h 844012"/>
                <a:gd name="connsiteX14" fmla="*/ 400937 w 655086"/>
                <a:gd name="connsiteY14" fmla="*/ 189368 h 844012"/>
                <a:gd name="connsiteX15" fmla="*/ 551991 w 655086"/>
                <a:gd name="connsiteY15" fmla="*/ 309258 h 844012"/>
                <a:gd name="connsiteX16" fmla="*/ 646947 w 655086"/>
                <a:gd name="connsiteY16" fmla="*/ 408550 h 844012"/>
                <a:gd name="connsiteX17" fmla="*/ 542387 w 655086"/>
                <a:gd name="connsiteY17" fmla="*/ 432654 h 844012"/>
                <a:gd name="connsiteX18" fmla="*/ 489814 w 655086"/>
                <a:gd name="connsiteY18" fmla="*/ 606639 h 844012"/>
                <a:gd name="connsiteX19" fmla="*/ 555436 w 655086"/>
                <a:gd name="connsiteY19" fmla="*/ 730743 h 844012"/>
                <a:gd name="connsiteX20" fmla="*/ 646303 w 655086"/>
                <a:gd name="connsiteY20" fmla="*/ 829289 h 844012"/>
                <a:gd name="connsiteX0" fmla="*/ 646303 w 655086"/>
                <a:gd name="connsiteY0" fmla="*/ 829289 h 843978"/>
                <a:gd name="connsiteX1" fmla="*/ 524561 w 655086"/>
                <a:gd name="connsiteY1" fmla="*/ 811473 h 843978"/>
                <a:gd name="connsiteX2" fmla="*/ 415084 w 655086"/>
                <a:gd name="connsiteY2" fmla="*/ 799001 h 843978"/>
                <a:gd name="connsiteX3" fmla="*/ 329168 w 655086"/>
                <a:gd name="connsiteY3" fmla="*/ 803159 h 843978"/>
                <a:gd name="connsiteX4" fmla="*/ 277736 w 655086"/>
                <a:gd name="connsiteY4" fmla="*/ 791466 h 843978"/>
                <a:gd name="connsiteX5" fmla="*/ 231618 w 655086"/>
                <a:gd name="connsiteY5" fmla="*/ 733081 h 843978"/>
                <a:gd name="connsiteX6" fmla="*/ 200788 w 655086"/>
                <a:gd name="connsiteY6" fmla="*/ 688136 h 843978"/>
                <a:gd name="connsiteX7" fmla="*/ 129219 w 655086"/>
                <a:gd name="connsiteY7" fmla="*/ 443485 h 843978"/>
                <a:gd name="connsiteX8" fmla="*/ 79458 w 655086"/>
                <a:gd name="connsiteY8" fmla="*/ 235973 h 843978"/>
                <a:gd name="connsiteX9" fmla="*/ 66008 w 655086"/>
                <a:gd name="connsiteY9" fmla="*/ 205696 h 843978"/>
                <a:gd name="connsiteX10" fmla="*/ 49347 w 655086"/>
                <a:gd name="connsiteY10" fmla="*/ 170327 h 843978"/>
                <a:gd name="connsiteX11" fmla="*/ 97004 w 655086"/>
                <a:gd name="connsiteY11" fmla="*/ 22595 h 843978"/>
                <a:gd name="connsiteX12" fmla="*/ 176267 w 655086"/>
                <a:gd name="connsiteY12" fmla="*/ 57079 h 843978"/>
                <a:gd name="connsiteX13" fmla="*/ 293888 w 655086"/>
                <a:gd name="connsiteY13" fmla="*/ 120345 h 843978"/>
                <a:gd name="connsiteX14" fmla="*/ 400937 w 655086"/>
                <a:gd name="connsiteY14" fmla="*/ 189368 h 843978"/>
                <a:gd name="connsiteX15" fmla="*/ 551991 w 655086"/>
                <a:gd name="connsiteY15" fmla="*/ 309258 h 843978"/>
                <a:gd name="connsiteX16" fmla="*/ 646947 w 655086"/>
                <a:gd name="connsiteY16" fmla="*/ 408550 h 843978"/>
                <a:gd name="connsiteX17" fmla="*/ 542387 w 655086"/>
                <a:gd name="connsiteY17" fmla="*/ 432654 h 843978"/>
                <a:gd name="connsiteX18" fmla="*/ 489814 w 655086"/>
                <a:gd name="connsiteY18" fmla="*/ 606639 h 843978"/>
                <a:gd name="connsiteX19" fmla="*/ 555436 w 655086"/>
                <a:gd name="connsiteY19" fmla="*/ 730743 h 843978"/>
                <a:gd name="connsiteX20" fmla="*/ 646303 w 655086"/>
                <a:gd name="connsiteY20" fmla="*/ 829289 h 843978"/>
                <a:gd name="connsiteX0" fmla="*/ 646303 w 655086"/>
                <a:gd name="connsiteY0" fmla="*/ 829289 h 843921"/>
                <a:gd name="connsiteX1" fmla="*/ 524561 w 655086"/>
                <a:gd name="connsiteY1" fmla="*/ 811473 h 843921"/>
                <a:gd name="connsiteX2" fmla="*/ 415084 w 655086"/>
                <a:gd name="connsiteY2" fmla="*/ 801134 h 843921"/>
                <a:gd name="connsiteX3" fmla="*/ 329168 w 655086"/>
                <a:gd name="connsiteY3" fmla="*/ 803159 h 843921"/>
                <a:gd name="connsiteX4" fmla="*/ 277736 w 655086"/>
                <a:gd name="connsiteY4" fmla="*/ 791466 h 843921"/>
                <a:gd name="connsiteX5" fmla="*/ 231618 w 655086"/>
                <a:gd name="connsiteY5" fmla="*/ 733081 h 843921"/>
                <a:gd name="connsiteX6" fmla="*/ 200788 w 655086"/>
                <a:gd name="connsiteY6" fmla="*/ 688136 h 843921"/>
                <a:gd name="connsiteX7" fmla="*/ 129219 w 655086"/>
                <a:gd name="connsiteY7" fmla="*/ 443485 h 843921"/>
                <a:gd name="connsiteX8" fmla="*/ 79458 w 655086"/>
                <a:gd name="connsiteY8" fmla="*/ 235973 h 843921"/>
                <a:gd name="connsiteX9" fmla="*/ 66008 w 655086"/>
                <a:gd name="connsiteY9" fmla="*/ 205696 h 843921"/>
                <a:gd name="connsiteX10" fmla="*/ 49347 w 655086"/>
                <a:gd name="connsiteY10" fmla="*/ 170327 h 843921"/>
                <a:gd name="connsiteX11" fmla="*/ 97004 w 655086"/>
                <a:gd name="connsiteY11" fmla="*/ 22595 h 843921"/>
                <a:gd name="connsiteX12" fmla="*/ 176267 w 655086"/>
                <a:gd name="connsiteY12" fmla="*/ 57079 h 843921"/>
                <a:gd name="connsiteX13" fmla="*/ 293888 w 655086"/>
                <a:gd name="connsiteY13" fmla="*/ 120345 h 843921"/>
                <a:gd name="connsiteX14" fmla="*/ 400937 w 655086"/>
                <a:gd name="connsiteY14" fmla="*/ 189368 h 843921"/>
                <a:gd name="connsiteX15" fmla="*/ 551991 w 655086"/>
                <a:gd name="connsiteY15" fmla="*/ 309258 h 843921"/>
                <a:gd name="connsiteX16" fmla="*/ 646947 w 655086"/>
                <a:gd name="connsiteY16" fmla="*/ 408550 h 843921"/>
                <a:gd name="connsiteX17" fmla="*/ 542387 w 655086"/>
                <a:gd name="connsiteY17" fmla="*/ 432654 h 843921"/>
                <a:gd name="connsiteX18" fmla="*/ 489814 w 655086"/>
                <a:gd name="connsiteY18" fmla="*/ 606639 h 843921"/>
                <a:gd name="connsiteX19" fmla="*/ 555436 w 655086"/>
                <a:gd name="connsiteY19" fmla="*/ 730743 h 843921"/>
                <a:gd name="connsiteX20" fmla="*/ 646303 w 655086"/>
                <a:gd name="connsiteY20" fmla="*/ 829289 h 843921"/>
                <a:gd name="connsiteX0" fmla="*/ 646303 w 655408"/>
                <a:gd name="connsiteY0" fmla="*/ 829289 h 844197"/>
                <a:gd name="connsiteX1" fmla="*/ 524561 w 655408"/>
                <a:gd name="connsiteY1" fmla="*/ 811473 h 844197"/>
                <a:gd name="connsiteX2" fmla="*/ 415084 w 655408"/>
                <a:gd name="connsiteY2" fmla="*/ 801134 h 844197"/>
                <a:gd name="connsiteX3" fmla="*/ 329168 w 655408"/>
                <a:gd name="connsiteY3" fmla="*/ 803159 h 844197"/>
                <a:gd name="connsiteX4" fmla="*/ 277736 w 655408"/>
                <a:gd name="connsiteY4" fmla="*/ 791466 h 844197"/>
                <a:gd name="connsiteX5" fmla="*/ 231618 w 655408"/>
                <a:gd name="connsiteY5" fmla="*/ 733081 h 844197"/>
                <a:gd name="connsiteX6" fmla="*/ 200788 w 655408"/>
                <a:gd name="connsiteY6" fmla="*/ 688136 h 844197"/>
                <a:gd name="connsiteX7" fmla="*/ 129219 w 655408"/>
                <a:gd name="connsiteY7" fmla="*/ 443485 h 844197"/>
                <a:gd name="connsiteX8" fmla="*/ 79458 w 655408"/>
                <a:gd name="connsiteY8" fmla="*/ 235973 h 844197"/>
                <a:gd name="connsiteX9" fmla="*/ 66008 w 655408"/>
                <a:gd name="connsiteY9" fmla="*/ 205696 h 844197"/>
                <a:gd name="connsiteX10" fmla="*/ 49347 w 655408"/>
                <a:gd name="connsiteY10" fmla="*/ 170327 h 844197"/>
                <a:gd name="connsiteX11" fmla="*/ 97004 w 655408"/>
                <a:gd name="connsiteY11" fmla="*/ 22595 h 844197"/>
                <a:gd name="connsiteX12" fmla="*/ 176267 w 655408"/>
                <a:gd name="connsiteY12" fmla="*/ 57079 h 844197"/>
                <a:gd name="connsiteX13" fmla="*/ 293888 w 655408"/>
                <a:gd name="connsiteY13" fmla="*/ 120345 h 844197"/>
                <a:gd name="connsiteX14" fmla="*/ 400937 w 655408"/>
                <a:gd name="connsiteY14" fmla="*/ 189368 h 844197"/>
                <a:gd name="connsiteX15" fmla="*/ 551991 w 655408"/>
                <a:gd name="connsiteY15" fmla="*/ 309258 h 844197"/>
                <a:gd name="connsiteX16" fmla="*/ 646947 w 655408"/>
                <a:gd name="connsiteY16" fmla="*/ 408550 h 844197"/>
                <a:gd name="connsiteX17" fmla="*/ 542387 w 655408"/>
                <a:gd name="connsiteY17" fmla="*/ 432654 h 844197"/>
                <a:gd name="connsiteX18" fmla="*/ 489814 w 655408"/>
                <a:gd name="connsiteY18" fmla="*/ 606639 h 844197"/>
                <a:gd name="connsiteX19" fmla="*/ 555436 w 655408"/>
                <a:gd name="connsiteY19" fmla="*/ 730743 h 844197"/>
                <a:gd name="connsiteX20" fmla="*/ 646303 w 655408"/>
                <a:gd name="connsiteY20" fmla="*/ 829289 h 844197"/>
                <a:gd name="connsiteX0" fmla="*/ 646303 w 656532"/>
                <a:gd name="connsiteY0" fmla="*/ 829289 h 845207"/>
                <a:gd name="connsiteX1" fmla="*/ 541625 w 656532"/>
                <a:gd name="connsiteY1" fmla="*/ 816592 h 845207"/>
                <a:gd name="connsiteX2" fmla="*/ 415084 w 656532"/>
                <a:gd name="connsiteY2" fmla="*/ 801134 h 845207"/>
                <a:gd name="connsiteX3" fmla="*/ 329168 w 656532"/>
                <a:gd name="connsiteY3" fmla="*/ 803159 h 845207"/>
                <a:gd name="connsiteX4" fmla="*/ 277736 w 656532"/>
                <a:gd name="connsiteY4" fmla="*/ 791466 h 845207"/>
                <a:gd name="connsiteX5" fmla="*/ 231618 w 656532"/>
                <a:gd name="connsiteY5" fmla="*/ 733081 h 845207"/>
                <a:gd name="connsiteX6" fmla="*/ 200788 w 656532"/>
                <a:gd name="connsiteY6" fmla="*/ 688136 h 845207"/>
                <a:gd name="connsiteX7" fmla="*/ 129219 w 656532"/>
                <a:gd name="connsiteY7" fmla="*/ 443485 h 845207"/>
                <a:gd name="connsiteX8" fmla="*/ 79458 w 656532"/>
                <a:gd name="connsiteY8" fmla="*/ 235973 h 845207"/>
                <a:gd name="connsiteX9" fmla="*/ 66008 w 656532"/>
                <a:gd name="connsiteY9" fmla="*/ 205696 h 845207"/>
                <a:gd name="connsiteX10" fmla="*/ 49347 w 656532"/>
                <a:gd name="connsiteY10" fmla="*/ 170327 h 845207"/>
                <a:gd name="connsiteX11" fmla="*/ 97004 w 656532"/>
                <a:gd name="connsiteY11" fmla="*/ 22595 h 845207"/>
                <a:gd name="connsiteX12" fmla="*/ 176267 w 656532"/>
                <a:gd name="connsiteY12" fmla="*/ 57079 h 845207"/>
                <a:gd name="connsiteX13" fmla="*/ 293888 w 656532"/>
                <a:gd name="connsiteY13" fmla="*/ 120345 h 845207"/>
                <a:gd name="connsiteX14" fmla="*/ 400937 w 656532"/>
                <a:gd name="connsiteY14" fmla="*/ 189368 h 845207"/>
                <a:gd name="connsiteX15" fmla="*/ 551991 w 656532"/>
                <a:gd name="connsiteY15" fmla="*/ 309258 h 845207"/>
                <a:gd name="connsiteX16" fmla="*/ 646947 w 656532"/>
                <a:gd name="connsiteY16" fmla="*/ 408550 h 845207"/>
                <a:gd name="connsiteX17" fmla="*/ 542387 w 656532"/>
                <a:gd name="connsiteY17" fmla="*/ 432654 h 845207"/>
                <a:gd name="connsiteX18" fmla="*/ 489814 w 656532"/>
                <a:gd name="connsiteY18" fmla="*/ 606639 h 845207"/>
                <a:gd name="connsiteX19" fmla="*/ 555436 w 656532"/>
                <a:gd name="connsiteY19" fmla="*/ 730743 h 845207"/>
                <a:gd name="connsiteX20" fmla="*/ 646303 w 656532"/>
                <a:gd name="connsiteY20" fmla="*/ 829289 h 845207"/>
                <a:gd name="connsiteX0" fmla="*/ 646303 w 656175"/>
                <a:gd name="connsiteY0" fmla="*/ 829289 h 844859"/>
                <a:gd name="connsiteX1" fmla="*/ 541625 w 656175"/>
                <a:gd name="connsiteY1" fmla="*/ 816592 h 844859"/>
                <a:gd name="connsiteX2" fmla="*/ 411244 w 656175"/>
                <a:gd name="connsiteY2" fmla="*/ 802414 h 844859"/>
                <a:gd name="connsiteX3" fmla="*/ 329168 w 656175"/>
                <a:gd name="connsiteY3" fmla="*/ 803159 h 844859"/>
                <a:gd name="connsiteX4" fmla="*/ 277736 w 656175"/>
                <a:gd name="connsiteY4" fmla="*/ 791466 h 844859"/>
                <a:gd name="connsiteX5" fmla="*/ 231618 w 656175"/>
                <a:gd name="connsiteY5" fmla="*/ 733081 h 844859"/>
                <a:gd name="connsiteX6" fmla="*/ 200788 w 656175"/>
                <a:gd name="connsiteY6" fmla="*/ 688136 h 844859"/>
                <a:gd name="connsiteX7" fmla="*/ 129219 w 656175"/>
                <a:gd name="connsiteY7" fmla="*/ 443485 h 844859"/>
                <a:gd name="connsiteX8" fmla="*/ 79458 w 656175"/>
                <a:gd name="connsiteY8" fmla="*/ 235973 h 844859"/>
                <a:gd name="connsiteX9" fmla="*/ 66008 w 656175"/>
                <a:gd name="connsiteY9" fmla="*/ 205696 h 844859"/>
                <a:gd name="connsiteX10" fmla="*/ 49347 w 656175"/>
                <a:gd name="connsiteY10" fmla="*/ 170327 h 844859"/>
                <a:gd name="connsiteX11" fmla="*/ 97004 w 656175"/>
                <a:gd name="connsiteY11" fmla="*/ 22595 h 844859"/>
                <a:gd name="connsiteX12" fmla="*/ 176267 w 656175"/>
                <a:gd name="connsiteY12" fmla="*/ 57079 h 844859"/>
                <a:gd name="connsiteX13" fmla="*/ 293888 w 656175"/>
                <a:gd name="connsiteY13" fmla="*/ 120345 h 844859"/>
                <a:gd name="connsiteX14" fmla="*/ 400937 w 656175"/>
                <a:gd name="connsiteY14" fmla="*/ 189368 h 844859"/>
                <a:gd name="connsiteX15" fmla="*/ 551991 w 656175"/>
                <a:gd name="connsiteY15" fmla="*/ 309258 h 844859"/>
                <a:gd name="connsiteX16" fmla="*/ 646947 w 656175"/>
                <a:gd name="connsiteY16" fmla="*/ 408550 h 844859"/>
                <a:gd name="connsiteX17" fmla="*/ 542387 w 656175"/>
                <a:gd name="connsiteY17" fmla="*/ 432654 h 844859"/>
                <a:gd name="connsiteX18" fmla="*/ 489814 w 656175"/>
                <a:gd name="connsiteY18" fmla="*/ 606639 h 844859"/>
                <a:gd name="connsiteX19" fmla="*/ 555436 w 656175"/>
                <a:gd name="connsiteY19" fmla="*/ 730743 h 844859"/>
                <a:gd name="connsiteX20" fmla="*/ 646303 w 656175"/>
                <a:gd name="connsiteY20" fmla="*/ 829289 h 844859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5580"/>
                <a:gd name="connsiteX1" fmla="*/ 545038 w 656416"/>
                <a:gd name="connsiteY1" fmla="*/ 820005 h 845580"/>
                <a:gd name="connsiteX2" fmla="*/ 411244 w 656416"/>
                <a:gd name="connsiteY2" fmla="*/ 802414 h 845580"/>
                <a:gd name="connsiteX3" fmla="*/ 329168 w 656416"/>
                <a:gd name="connsiteY3" fmla="*/ 803159 h 845580"/>
                <a:gd name="connsiteX4" fmla="*/ 277736 w 656416"/>
                <a:gd name="connsiteY4" fmla="*/ 791466 h 845580"/>
                <a:gd name="connsiteX5" fmla="*/ 231618 w 656416"/>
                <a:gd name="connsiteY5" fmla="*/ 733081 h 845580"/>
                <a:gd name="connsiteX6" fmla="*/ 200788 w 656416"/>
                <a:gd name="connsiteY6" fmla="*/ 688136 h 845580"/>
                <a:gd name="connsiteX7" fmla="*/ 129219 w 656416"/>
                <a:gd name="connsiteY7" fmla="*/ 443485 h 845580"/>
                <a:gd name="connsiteX8" fmla="*/ 79458 w 656416"/>
                <a:gd name="connsiteY8" fmla="*/ 235973 h 845580"/>
                <a:gd name="connsiteX9" fmla="*/ 66008 w 656416"/>
                <a:gd name="connsiteY9" fmla="*/ 205696 h 845580"/>
                <a:gd name="connsiteX10" fmla="*/ 49347 w 656416"/>
                <a:gd name="connsiteY10" fmla="*/ 170327 h 845580"/>
                <a:gd name="connsiteX11" fmla="*/ 97004 w 656416"/>
                <a:gd name="connsiteY11" fmla="*/ 22595 h 845580"/>
                <a:gd name="connsiteX12" fmla="*/ 176267 w 656416"/>
                <a:gd name="connsiteY12" fmla="*/ 57079 h 845580"/>
                <a:gd name="connsiteX13" fmla="*/ 293888 w 656416"/>
                <a:gd name="connsiteY13" fmla="*/ 120345 h 845580"/>
                <a:gd name="connsiteX14" fmla="*/ 400937 w 656416"/>
                <a:gd name="connsiteY14" fmla="*/ 189368 h 845580"/>
                <a:gd name="connsiteX15" fmla="*/ 551991 w 656416"/>
                <a:gd name="connsiteY15" fmla="*/ 309258 h 845580"/>
                <a:gd name="connsiteX16" fmla="*/ 646947 w 656416"/>
                <a:gd name="connsiteY16" fmla="*/ 408550 h 845580"/>
                <a:gd name="connsiteX17" fmla="*/ 542387 w 656416"/>
                <a:gd name="connsiteY17" fmla="*/ 432654 h 845580"/>
                <a:gd name="connsiteX18" fmla="*/ 489814 w 656416"/>
                <a:gd name="connsiteY18" fmla="*/ 606639 h 845580"/>
                <a:gd name="connsiteX19" fmla="*/ 555436 w 656416"/>
                <a:gd name="connsiteY19" fmla="*/ 730743 h 845580"/>
                <a:gd name="connsiteX20" fmla="*/ 646303 w 656416"/>
                <a:gd name="connsiteY20" fmla="*/ 829289 h 845580"/>
                <a:gd name="connsiteX0" fmla="*/ 646303 w 656416"/>
                <a:gd name="connsiteY0" fmla="*/ 829289 h 846614"/>
                <a:gd name="connsiteX1" fmla="*/ 545038 w 656416"/>
                <a:gd name="connsiteY1" fmla="*/ 820005 h 846614"/>
                <a:gd name="connsiteX2" fmla="*/ 411244 w 656416"/>
                <a:gd name="connsiteY2" fmla="*/ 802414 h 846614"/>
                <a:gd name="connsiteX3" fmla="*/ 329168 w 656416"/>
                <a:gd name="connsiteY3" fmla="*/ 803159 h 846614"/>
                <a:gd name="connsiteX4" fmla="*/ 277736 w 656416"/>
                <a:gd name="connsiteY4" fmla="*/ 791466 h 846614"/>
                <a:gd name="connsiteX5" fmla="*/ 231618 w 656416"/>
                <a:gd name="connsiteY5" fmla="*/ 733081 h 846614"/>
                <a:gd name="connsiteX6" fmla="*/ 200788 w 656416"/>
                <a:gd name="connsiteY6" fmla="*/ 688136 h 846614"/>
                <a:gd name="connsiteX7" fmla="*/ 129219 w 656416"/>
                <a:gd name="connsiteY7" fmla="*/ 443485 h 846614"/>
                <a:gd name="connsiteX8" fmla="*/ 79458 w 656416"/>
                <a:gd name="connsiteY8" fmla="*/ 235973 h 846614"/>
                <a:gd name="connsiteX9" fmla="*/ 66008 w 656416"/>
                <a:gd name="connsiteY9" fmla="*/ 205696 h 846614"/>
                <a:gd name="connsiteX10" fmla="*/ 49347 w 656416"/>
                <a:gd name="connsiteY10" fmla="*/ 170327 h 846614"/>
                <a:gd name="connsiteX11" fmla="*/ 97004 w 656416"/>
                <a:gd name="connsiteY11" fmla="*/ 22595 h 846614"/>
                <a:gd name="connsiteX12" fmla="*/ 176267 w 656416"/>
                <a:gd name="connsiteY12" fmla="*/ 57079 h 846614"/>
                <a:gd name="connsiteX13" fmla="*/ 293888 w 656416"/>
                <a:gd name="connsiteY13" fmla="*/ 120345 h 846614"/>
                <a:gd name="connsiteX14" fmla="*/ 400937 w 656416"/>
                <a:gd name="connsiteY14" fmla="*/ 189368 h 846614"/>
                <a:gd name="connsiteX15" fmla="*/ 551991 w 656416"/>
                <a:gd name="connsiteY15" fmla="*/ 309258 h 846614"/>
                <a:gd name="connsiteX16" fmla="*/ 646947 w 656416"/>
                <a:gd name="connsiteY16" fmla="*/ 408550 h 846614"/>
                <a:gd name="connsiteX17" fmla="*/ 542387 w 656416"/>
                <a:gd name="connsiteY17" fmla="*/ 432654 h 846614"/>
                <a:gd name="connsiteX18" fmla="*/ 489814 w 656416"/>
                <a:gd name="connsiteY18" fmla="*/ 606639 h 846614"/>
                <a:gd name="connsiteX19" fmla="*/ 555436 w 656416"/>
                <a:gd name="connsiteY19" fmla="*/ 730743 h 846614"/>
                <a:gd name="connsiteX20" fmla="*/ 646303 w 656416"/>
                <a:gd name="connsiteY20" fmla="*/ 829289 h 846614"/>
                <a:gd name="connsiteX0" fmla="*/ 646303 w 656683"/>
                <a:gd name="connsiteY0" fmla="*/ 829289 h 846614"/>
                <a:gd name="connsiteX1" fmla="*/ 545038 w 656683"/>
                <a:gd name="connsiteY1" fmla="*/ 820005 h 846614"/>
                <a:gd name="connsiteX2" fmla="*/ 411244 w 656683"/>
                <a:gd name="connsiteY2" fmla="*/ 802414 h 846614"/>
                <a:gd name="connsiteX3" fmla="*/ 329168 w 656683"/>
                <a:gd name="connsiteY3" fmla="*/ 803159 h 846614"/>
                <a:gd name="connsiteX4" fmla="*/ 277736 w 656683"/>
                <a:gd name="connsiteY4" fmla="*/ 791466 h 846614"/>
                <a:gd name="connsiteX5" fmla="*/ 231618 w 656683"/>
                <a:gd name="connsiteY5" fmla="*/ 733081 h 846614"/>
                <a:gd name="connsiteX6" fmla="*/ 200788 w 656683"/>
                <a:gd name="connsiteY6" fmla="*/ 688136 h 846614"/>
                <a:gd name="connsiteX7" fmla="*/ 129219 w 656683"/>
                <a:gd name="connsiteY7" fmla="*/ 443485 h 846614"/>
                <a:gd name="connsiteX8" fmla="*/ 79458 w 656683"/>
                <a:gd name="connsiteY8" fmla="*/ 235973 h 846614"/>
                <a:gd name="connsiteX9" fmla="*/ 66008 w 656683"/>
                <a:gd name="connsiteY9" fmla="*/ 205696 h 846614"/>
                <a:gd name="connsiteX10" fmla="*/ 49347 w 656683"/>
                <a:gd name="connsiteY10" fmla="*/ 170327 h 846614"/>
                <a:gd name="connsiteX11" fmla="*/ 97004 w 656683"/>
                <a:gd name="connsiteY11" fmla="*/ 22595 h 846614"/>
                <a:gd name="connsiteX12" fmla="*/ 176267 w 656683"/>
                <a:gd name="connsiteY12" fmla="*/ 57079 h 846614"/>
                <a:gd name="connsiteX13" fmla="*/ 293888 w 656683"/>
                <a:gd name="connsiteY13" fmla="*/ 120345 h 846614"/>
                <a:gd name="connsiteX14" fmla="*/ 400937 w 656683"/>
                <a:gd name="connsiteY14" fmla="*/ 189368 h 846614"/>
                <a:gd name="connsiteX15" fmla="*/ 551991 w 656683"/>
                <a:gd name="connsiteY15" fmla="*/ 309258 h 846614"/>
                <a:gd name="connsiteX16" fmla="*/ 646947 w 656683"/>
                <a:gd name="connsiteY16" fmla="*/ 408550 h 846614"/>
                <a:gd name="connsiteX17" fmla="*/ 542387 w 656683"/>
                <a:gd name="connsiteY17" fmla="*/ 432654 h 846614"/>
                <a:gd name="connsiteX18" fmla="*/ 489814 w 656683"/>
                <a:gd name="connsiteY18" fmla="*/ 606639 h 846614"/>
                <a:gd name="connsiteX19" fmla="*/ 555436 w 656683"/>
                <a:gd name="connsiteY19" fmla="*/ 730743 h 846614"/>
                <a:gd name="connsiteX20" fmla="*/ 646303 w 656683"/>
                <a:gd name="connsiteY20" fmla="*/ 829289 h 846614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31618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200788 w 659396"/>
                <a:gd name="connsiteY6" fmla="*/ 688136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9059 w 659396"/>
                <a:gd name="connsiteY5" fmla="*/ 733081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20101 w 659396"/>
                <a:gd name="connsiteY5" fmla="*/ 737347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77736 w 659396"/>
                <a:gd name="connsiteY4" fmla="*/ 791466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62821 w 659396"/>
                <a:gd name="connsiteY6" fmla="*/ 607935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9219 w 659396"/>
                <a:gd name="connsiteY7" fmla="*/ 443485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4129 w 659396"/>
                <a:gd name="connsiteY5" fmla="*/ 706205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40211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79458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46303 w 659396"/>
                <a:gd name="connsiteY0" fmla="*/ 829289 h 848878"/>
                <a:gd name="connsiteX1" fmla="*/ 545038 w 659396"/>
                <a:gd name="connsiteY1" fmla="*/ 820005 h 848878"/>
                <a:gd name="connsiteX2" fmla="*/ 411244 w 659396"/>
                <a:gd name="connsiteY2" fmla="*/ 802414 h 848878"/>
                <a:gd name="connsiteX3" fmla="*/ 329168 w 659396"/>
                <a:gd name="connsiteY3" fmla="*/ 803159 h 848878"/>
                <a:gd name="connsiteX4" fmla="*/ 261099 w 659396"/>
                <a:gd name="connsiteY4" fmla="*/ 777388 h 848878"/>
                <a:gd name="connsiteX5" fmla="*/ 213276 w 659396"/>
                <a:gd name="connsiteY5" fmla="*/ 710044 h 848878"/>
                <a:gd name="connsiteX6" fmla="*/ 135092 w 659396"/>
                <a:gd name="connsiteY6" fmla="*/ 584472 h 848878"/>
                <a:gd name="connsiteX7" fmla="*/ 121113 w 659396"/>
                <a:gd name="connsiteY7" fmla="*/ 415329 h 848878"/>
                <a:gd name="connsiteX8" fmla="*/ 82444 w 659396"/>
                <a:gd name="connsiteY8" fmla="*/ 235973 h 848878"/>
                <a:gd name="connsiteX9" fmla="*/ 66008 w 659396"/>
                <a:gd name="connsiteY9" fmla="*/ 205696 h 848878"/>
                <a:gd name="connsiteX10" fmla="*/ 49347 w 659396"/>
                <a:gd name="connsiteY10" fmla="*/ 170327 h 848878"/>
                <a:gd name="connsiteX11" fmla="*/ 97004 w 659396"/>
                <a:gd name="connsiteY11" fmla="*/ 22595 h 848878"/>
                <a:gd name="connsiteX12" fmla="*/ 176267 w 659396"/>
                <a:gd name="connsiteY12" fmla="*/ 57079 h 848878"/>
                <a:gd name="connsiteX13" fmla="*/ 293888 w 659396"/>
                <a:gd name="connsiteY13" fmla="*/ 120345 h 848878"/>
                <a:gd name="connsiteX14" fmla="*/ 400937 w 659396"/>
                <a:gd name="connsiteY14" fmla="*/ 189368 h 848878"/>
                <a:gd name="connsiteX15" fmla="*/ 551991 w 659396"/>
                <a:gd name="connsiteY15" fmla="*/ 309258 h 848878"/>
                <a:gd name="connsiteX16" fmla="*/ 646947 w 659396"/>
                <a:gd name="connsiteY16" fmla="*/ 408550 h 848878"/>
                <a:gd name="connsiteX17" fmla="*/ 542387 w 659396"/>
                <a:gd name="connsiteY17" fmla="*/ 432654 h 848878"/>
                <a:gd name="connsiteX18" fmla="*/ 489814 w 659396"/>
                <a:gd name="connsiteY18" fmla="*/ 606639 h 848878"/>
                <a:gd name="connsiteX19" fmla="*/ 555436 w 659396"/>
                <a:gd name="connsiteY19" fmla="*/ 730743 h 848878"/>
                <a:gd name="connsiteX20" fmla="*/ 646303 w 659396"/>
                <a:gd name="connsiteY20" fmla="*/ 829289 h 848878"/>
                <a:gd name="connsiteX0" fmla="*/ 651433 w 664526"/>
                <a:gd name="connsiteY0" fmla="*/ 830578 h 850167"/>
                <a:gd name="connsiteX1" fmla="*/ 550168 w 664526"/>
                <a:gd name="connsiteY1" fmla="*/ 821294 h 850167"/>
                <a:gd name="connsiteX2" fmla="*/ 416374 w 664526"/>
                <a:gd name="connsiteY2" fmla="*/ 803703 h 850167"/>
                <a:gd name="connsiteX3" fmla="*/ 334298 w 664526"/>
                <a:gd name="connsiteY3" fmla="*/ 804448 h 850167"/>
                <a:gd name="connsiteX4" fmla="*/ 266229 w 664526"/>
                <a:gd name="connsiteY4" fmla="*/ 778677 h 850167"/>
                <a:gd name="connsiteX5" fmla="*/ 218406 w 664526"/>
                <a:gd name="connsiteY5" fmla="*/ 711333 h 850167"/>
                <a:gd name="connsiteX6" fmla="*/ 140222 w 664526"/>
                <a:gd name="connsiteY6" fmla="*/ 585761 h 850167"/>
                <a:gd name="connsiteX7" fmla="*/ 126243 w 664526"/>
                <a:gd name="connsiteY7" fmla="*/ 416618 h 850167"/>
                <a:gd name="connsiteX8" fmla="*/ 87574 w 664526"/>
                <a:gd name="connsiteY8" fmla="*/ 237262 h 850167"/>
                <a:gd name="connsiteX9" fmla="*/ 71138 w 664526"/>
                <a:gd name="connsiteY9" fmla="*/ 206985 h 850167"/>
                <a:gd name="connsiteX10" fmla="*/ 54477 w 664526"/>
                <a:gd name="connsiteY10" fmla="*/ 171616 h 850167"/>
                <a:gd name="connsiteX11" fmla="*/ 102134 w 664526"/>
                <a:gd name="connsiteY11" fmla="*/ 23884 h 850167"/>
                <a:gd name="connsiteX12" fmla="*/ 181397 w 664526"/>
                <a:gd name="connsiteY12" fmla="*/ 58368 h 850167"/>
                <a:gd name="connsiteX13" fmla="*/ 299018 w 664526"/>
                <a:gd name="connsiteY13" fmla="*/ 121634 h 850167"/>
                <a:gd name="connsiteX14" fmla="*/ 406067 w 664526"/>
                <a:gd name="connsiteY14" fmla="*/ 190657 h 850167"/>
                <a:gd name="connsiteX15" fmla="*/ 557121 w 664526"/>
                <a:gd name="connsiteY15" fmla="*/ 310547 h 850167"/>
                <a:gd name="connsiteX16" fmla="*/ 652077 w 664526"/>
                <a:gd name="connsiteY16" fmla="*/ 409839 h 850167"/>
                <a:gd name="connsiteX17" fmla="*/ 547517 w 664526"/>
                <a:gd name="connsiteY17" fmla="*/ 433943 h 850167"/>
                <a:gd name="connsiteX18" fmla="*/ 494944 w 664526"/>
                <a:gd name="connsiteY18" fmla="*/ 607928 h 850167"/>
                <a:gd name="connsiteX19" fmla="*/ 560566 w 664526"/>
                <a:gd name="connsiteY19" fmla="*/ 732032 h 850167"/>
                <a:gd name="connsiteX20" fmla="*/ 651433 w 664526"/>
                <a:gd name="connsiteY20" fmla="*/ 830578 h 850167"/>
                <a:gd name="connsiteX0" fmla="*/ 652516 w 665609"/>
                <a:gd name="connsiteY0" fmla="*/ 827245 h 846834"/>
                <a:gd name="connsiteX1" fmla="*/ 551251 w 665609"/>
                <a:gd name="connsiteY1" fmla="*/ 817961 h 846834"/>
                <a:gd name="connsiteX2" fmla="*/ 417457 w 665609"/>
                <a:gd name="connsiteY2" fmla="*/ 800370 h 846834"/>
                <a:gd name="connsiteX3" fmla="*/ 335381 w 665609"/>
                <a:gd name="connsiteY3" fmla="*/ 801115 h 846834"/>
                <a:gd name="connsiteX4" fmla="*/ 267312 w 665609"/>
                <a:gd name="connsiteY4" fmla="*/ 775344 h 846834"/>
                <a:gd name="connsiteX5" fmla="*/ 219489 w 665609"/>
                <a:gd name="connsiteY5" fmla="*/ 708000 h 846834"/>
                <a:gd name="connsiteX6" fmla="*/ 141305 w 665609"/>
                <a:gd name="connsiteY6" fmla="*/ 582428 h 846834"/>
                <a:gd name="connsiteX7" fmla="*/ 127326 w 665609"/>
                <a:gd name="connsiteY7" fmla="*/ 413285 h 846834"/>
                <a:gd name="connsiteX8" fmla="*/ 88657 w 665609"/>
                <a:gd name="connsiteY8" fmla="*/ 233929 h 846834"/>
                <a:gd name="connsiteX9" fmla="*/ 72221 w 665609"/>
                <a:gd name="connsiteY9" fmla="*/ 203652 h 846834"/>
                <a:gd name="connsiteX10" fmla="*/ 55560 w 665609"/>
                <a:gd name="connsiteY10" fmla="*/ 168283 h 846834"/>
                <a:gd name="connsiteX11" fmla="*/ 103217 w 665609"/>
                <a:gd name="connsiteY11" fmla="*/ 20551 h 846834"/>
                <a:gd name="connsiteX12" fmla="*/ 182480 w 665609"/>
                <a:gd name="connsiteY12" fmla="*/ 55035 h 846834"/>
                <a:gd name="connsiteX13" fmla="*/ 300101 w 665609"/>
                <a:gd name="connsiteY13" fmla="*/ 118301 h 846834"/>
                <a:gd name="connsiteX14" fmla="*/ 407150 w 665609"/>
                <a:gd name="connsiteY14" fmla="*/ 187324 h 846834"/>
                <a:gd name="connsiteX15" fmla="*/ 558204 w 665609"/>
                <a:gd name="connsiteY15" fmla="*/ 307214 h 846834"/>
                <a:gd name="connsiteX16" fmla="*/ 653160 w 665609"/>
                <a:gd name="connsiteY16" fmla="*/ 406506 h 846834"/>
                <a:gd name="connsiteX17" fmla="*/ 548600 w 665609"/>
                <a:gd name="connsiteY17" fmla="*/ 430610 h 846834"/>
                <a:gd name="connsiteX18" fmla="*/ 496027 w 665609"/>
                <a:gd name="connsiteY18" fmla="*/ 604595 h 846834"/>
                <a:gd name="connsiteX19" fmla="*/ 561649 w 665609"/>
                <a:gd name="connsiteY19" fmla="*/ 728699 h 846834"/>
                <a:gd name="connsiteX20" fmla="*/ 652516 w 665609"/>
                <a:gd name="connsiteY20" fmla="*/ 827245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5609" h="846834">
                  <a:moveTo>
                    <a:pt x="652516" y="827245"/>
                  </a:moveTo>
                  <a:cubicBezTo>
                    <a:pt x="695407" y="866811"/>
                    <a:pt x="625409" y="837371"/>
                    <a:pt x="551251" y="817961"/>
                  </a:cubicBezTo>
                  <a:cubicBezTo>
                    <a:pt x="477093" y="798551"/>
                    <a:pt x="432532" y="801045"/>
                    <a:pt x="417457" y="800370"/>
                  </a:cubicBezTo>
                  <a:cubicBezTo>
                    <a:pt x="402382" y="799695"/>
                    <a:pt x="360405" y="805286"/>
                    <a:pt x="335381" y="801115"/>
                  </a:cubicBezTo>
                  <a:cubicBezTo>
                    <a:pt x="310357" y="796944"/>
                    <a:pt x="286627" y="790863"/>
                    <a:pt x="267312" y="775344"/>
                  </a:cubicBezTo>
                  <a:cubicBezTo>
                    <a:pt x="247997" y="759825"/>
                    <a:pt x="240490" y="740153"/>
                    <a:pt x="219489" y="708000"/>
                  </a:cubicBezTo>
                  <a:cubicBezTo>
                    <a:pt x="198488" y="675847"/>
                    <a:pt x="156666" y="631547"/>
                    <a:pt x="141305" y="582428"/>
                  </a:cubicBezTo>
                  <a:cubicBezTo>
                    <a:pt x="125944" y="533309"/>
                    <a:pt x="130924" y="506939"/>
                    <a:pt x="127326" y="413285"/>
                  </a:cubicBezTo>
                  <a:cubicBezTo>
                    <a:pt x="124614" y="342490"/>
                    <a:pt x="122923" y="299947"/>
                    <a:pt x="88657" y="233929"/>
                  </a:cubicBezTo>
                  <a:cubicBezTo>
                    <a:pt x="84617" y="225184"/>
                    <a:pt x="77737" y="214593"/>
                    <a:pt x="72221" y="203652"/>
                  </a:cubicBezTo>
                  <a:cubicBezTo>
                    <a:pt x="66705" y="192711"/>
                    <a:pt x="61372" y="179796"/>
                    <a:pt x="55560" y="168283"/>
                  </a:cubicBezTo>
                  <a:cubicBezTo>
                    <a:pt x="-23094" y="11362"/>
                    <a:pt x="-27585" y="-30387"/>
                    <a:pt x="103217" y="20551"/>
                  </a:cubicBezTo>
                  <a:cubicBezTo>
                    <a:pt x="128218" y="30287"/>
                    <a:pt x="149666" y="38743"/>
                    <a:pt x="182480" y="55035"/>
                  </a:cubicBezTo>
                  <a:cubicBezTo>
                    <a:pt x="215294" y="71327"/>
                    <a:pt x="262656" y="96253"/>
                    <a:pt x="300101" y="118301"/>
                  </a:cubicBezTo>
                  <a:cubicBezTo>
                    <a:pt x="337546" y="140349"/>
                    <a:pt x="364133" y="155839"/>
                    <a:pt x="407150" y="187324"/>
                  </a:cubicBezTo>
                  <a:cubicBezTo>
                    <a:pt x="450167" y="218809"/>
                    <a:pt x="517202" y="270684"/>
                    <a:pt x="558204" y="307214"/>
                  </a:cubicBezTo>
                  <a:cubicBezTo>
                    <a:pt x="599206" y="343744"/>
                    <a:pt x="685263" y="416869"/>
                    <a:pt x="653160" y="406506"/>
                  </a:cubicBezTo>
                  <a:cubicBezTo>
                    <a:pt x="620374" y="401372"/>
                    <a:pt x="579930" y="404212"/>
                    <a:pt x="548600" y="430610"/>
                  </a:cubicBezTo>
                  <a:cubicBezTo>
                    <a:pt x="527146" y="448687"/>
                    <a:pt x="478789" y="509107"/>
                    <a:pt x="496027" y="604595"/>
                  </a:cubicBezTo>
                  <a:cubicBezTo>
                    <a:pt x="507658" y="654348"/>
                    <a:pt x="535568" y="691591"/>
                    <a:pt x="561649" y="728699"/>
                  </a:cubicBezTo>
                  <a:cubicBezTo>
                    <a:pt x="587730" y="765807"/>
                    <a:pt x="611917" y="788081"/>
                    <a:pt x="652516" y="827245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5A0AF955-85CA-4EDB-B5BE-E02B22EFB5B9}"/>
                </a:ext>
              </a:extLst>
            </p:cNvPr>
            <p:cNvSpPr/>
            <p:nvPr/>
          </p:nvSpPr>
          <p:spPr>
            <a:xfrm>
              <a:off x="815380" y="2616839"/>
              <a:ext cx="651541" cy="649929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48690 w 628608"/>
                <a:gd name="connsiteY15" fmla="*/ 486699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584668 w 628608"/>
                <a:gd name="connsiteY16" fmla="*/ 539283 h 630576"/>
                <a:gd name="connsiteX17" fmla="*/ 614004 w 628608"/>
                <a:gd name="connsiteY17" fmla="*/ 582568 h 630576"/>
                <a:gd name="connsiteX18" fmla="*/ 599889 w 628608"/>
                <a:gd name="connsiteY18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536532 w 628608"/>
                <a:gd name="connsiteY15" fmla="*/ 450864 h 630576"/>
                <a:gd name="connsiteX16" fmla="*/ 614004 w 628608"/>
                <a:gd name="connsiteY16" fmla="*/ 582568 h 630576"/>
                <a:gd name="connsiteX17" fmla="*/ 599889 w 628608"/>
                <a:gd name="connsiteY17" fmla="*/ 628011 h 630576"/>
                <a:gd name="connsiteX0" fmla="*/ 599889 w 629158"/>
                <a:gd name="connsiteY0" fmla="*/ 628011 h 633167"/>
                <a:gd name="connsiteX1" fmla="*/ 512047 w 629158"/>
                <a:gd name="connsiteY1" fmla="*/ 576645 h 633167"/>
                <a:gd name="connsiteX2" fmla="*/ 463560 w 629158"/>
                <a:gd name="connsiteY2" fmla="*/ 545261 h 633167"/>
                <a:gd name="connsiteX3" fmla="*/ 410312 w 629158"/>
                <a:gd name="connsiteY3" fmla="*/ 510777 h 633167"/>
                <a:gd name="connsiteX4" fmla="*/ 364647 w 629158"/>
                <a:gd name="connsiteY4" fmla="*/ 481939 h 633167"/>
                <a:gd name="connsiteX5" fmla="*/ 315551 w 629158"/>
                <a:gd name="connsiteY5" fmla="*/ 452991 h 633167"/>
                <a:gd name="connsiteX6" fmla="*/ 248410 w 629158"/>
                <a:gd name="connsiteY6" fmla="*/ 415463 h 633167"/>
                <a:gd name="connsiteX7" fmla="*/ 2817 w 629158"/>
                <a:gd name="connsiteY7" fmla="*/ 101899 h 633167"/>
                <a:gd name="connsiteX8" fmla="*/ 34423 w 629158"/>
                <a:gd name="connsiteY8" fmla="*/ 3429 h 633167"/>
                <a:gd name="connsiteX9" fmla="*/ 125088 w 629158"/>
                <a:gd name="connsiteY9" fmla="*/ 2820 h 633167"/>
                <a:gd name="connsiteX10" fmla="*/ 204351 w 629158"/>
                <a:gd name="connsiteY10" fmla="*/ 34813 h 633167"/>
                <a:gd name="connsiteX11" fmla="*/ 332544 w 629158"/>
                <a:gd name="connsiteY11" fmla="*/ 164778 h 633167"/>
                <a:gd name="connsiteX12" fmla="*/ 361658 w 629158"/>
                <a:gd name="connsiteY12" fmla="*/ 203357 h 633167"/>
                <a:gd name="connsiteX13" fmla="*/ 394758 w 629158"/>
                <a:gd name="connsiteY13" fmla="*/ 248524 h 633167"/>
                <a:gd name="connsiteX14" fmla="*/ 423818 w 629158"/>
                <a:gd name="connsiteY14" fmla="*/ 290203 h 633167"/>
                <a:gd name="connsiteX15" fmla="*/ 536532 w 629158"/>
                <a:gd name="connsiteY15" fmla="*/ 450864 h 633167"/>
                <a:gd name="connsiteX16" fmla="*/ 614004 w 629158"/>
                <a:gd name="connsiteY16" fmla="*/ 582568 h 633167"/>
                <a:gd name="connsiteX17" fmla="*/ 599889 w 629158"/>
                <a:gd name="connsiteY17" fmla="*/ 628011 h 633167"/>
                <a:gd name="connsiteX0" fmla="*/ 599889 w 629985"/>
                <a:gd name="connsiteY0" fmla="*/ 628011 h 633167"/>
                <a:gd name="connsiteX1" fmla="*/ 512047 w 629985"/>
                <a:gd name="connsiteY1" fmla="*/ 576645 h 633167"/>
                <a:gd name="connsiteX2" fmla="*/ 463560 w 629985"/>
                <a:gd name="connsiteY2" fmla="*/ 545261 h 633167"/>
                <a:gd name="connsiteX3" fmla="*/ 410312 w 629985"/>
                <a:gd name="connsiteY3" fmla="*/ 510777 h 633167"/>
                <a:gd name="connsiteX4" fmla="*/ 364647 w 629985"/>
                <a:gd name="connsiteY4" fmla="*/ 481939 h 633167"/>
                <a:gd name="connsiteX5" fmla="*/ 315551 w 629985"/>
                <a:gd name="connsiteY5" fmla="*/ 452991 h 633167"/>
                <a:gd name="connsiteX6" fmla="*/ 248410 w 629985"/>
                <a:gd name="connsiteY6" fmla="*/ 415463 h 633167"/>
                <a:gd name="connsiteX7" fmla="*/ 2817 w 629985"/>
                <a:gd name="connsiteY7" fmla="*/ 101899 h 633167"/>
                <a:gd name="connsiteX8" fmla="*/ 34423 w 629985"/>
                <a:gd name="connsiteY8" fmla="*/ 3429 h 633167"/>
                <a:gd name="connsiteX9" fmla="*/ 125088 w 629985"/>
                <a:gd name="connsiteY9" fmla="*/ 2820 h 633167"/>
                <a:gd name="connsiteX10" fmla="*/ 204351 w 629985"/>
                <a:gd name="connsiteY10" fmla="*/ 34813 h 633167"/>
                <a:gd name="connsiteX11" fmla="*/ 332544 w 629985"/>
                <a:gd name="connsiteY11" fmla="*/ 164778 h 633167"/>
                <a:gd name="connsiteX12" fmla="*/ 361658 w 629985"/>
                <a:gd name="connsiteY12" fmla="*/ 203357 h 633167"/>
                <a:gd name="connsiteX13" fmla="*/ 394758 w 629985"/>
                <a:gd name="connsiteY13" fmla="*/ 248524 h 633167"/>
                <a:gd name="connsiteX14" fmla="*/ 423818 w 629985"/>
                <a:gd name="connsiteY14" fmla="*/ 290203 h 633167"/>
                <a:gd name="connsiteX15" fmla="*/ 536532 w 629985"/>
                <a:gd name="connsiteY15" fmla="*/ 450864 h 633167"/>
                <a:gd name="connsiteX16" fmla="*/ 614004 w 629985"/>
                <a:gd name="connsiteY16" fmla="*/ 582568 h 633167"/>
                <a:gd name="connsiteX17" fmla="*/ 599889 w 629985"/>
                <a:gd name="connsiteY17" fmla="*/ 628011 h 633167"/>
                <a:gd name="connsiteX0" fmla="*/ 599889 w 633038"/>
                <a:gd name="connsiteY0" fmla="*/ 628011 h 633538"/>
                <a:gd name="connsiteX1" fmla="*/ 512047 w 633038"/>
                <a:gd name="connsiteY1" fmla="*/ 576645 h 633538"/>
                <a:gd name="connsiteX2" fmla="*/ 463560 w 633038"/>
                <a:gd name="connsiteY2" fmla="*/ 545261 h 633538"/>
                <a:gd name="connsiteX3" fmla="*/ 410312 w 633038"/>
                <a:gd name="connsiteY3" fmla="*/ 510777 h 633538"/>
                <a:gd name="connsiteX4" fmla="*/ 364647 w 633038"/>
                <a:gd name="connsiteY4" fmla="*/ 481939 h 633538"/>
                <a:gd name="connsiteX5" fmla="*/ 315551 w 633038"/>
                <a:gd name="connsiteY5" fmla="*/ 452991 h 633538"/>
                <a:gd name="connsiteX6" fmla="*/ 248410 w 633038"/>
                <a:gd name="connsiteY6" fmla="*/ 415463 h 633538"/>
                <a:gd name="connsiteX7" fmla="*/ 2817 w 633038"/>
                <a:gd name="connsiteY7" fmla="*/ 101899 h 633538"/>
                <a:gd name="connsiteX8" fmla="*/ 34423 w 633038"/>
                <a:gd name="connsiteY8" fmla="*/ 3429 h 633538"/>
                <a:gd name="connsiteX9" fmla="*/ 125088 w 633038"/>
                <a:gd name="connsiteY9" fmla="*/ 2820 h 633538"/>
                <a:gd name="connsiteX10" fmla="*/ 204351 w 633038"/>
                <a:gd name="connsiteY10" fmla="*/ 34813 h 633538"/>
                <a:gd name="connsiteX11" fmla="*/ 332544 w 633038"/>
                <a:gd name="connsiteY11" fmla="*/ 164778 h 633538"/>
                <a:gd name="connsiteX12" fmla="*/ 361658 w 633038"/>
                <a:gd name="connsiteY12" fmla="*/ 203357 h 633538"/>
                <a:gd name="connsiteX13" fmla="*/ 394758 w 633038"/>
                <a:gd name="connsiteY13" fmla="*/ 248524 h 633538"/>
                <a:gd name="connsiteX14" fmla="*/ 423818 w 633038"/>
                <a:gd name="connsiteY14" fmla="*/ 290203 h 633538"/>
                <a:gd name="connsiteX15" fmla="*/ 536532 w 633038"/>
                <a:gd name="connsiteY15" fmla="*/ 450864 h 633538"/>
                <a:gd name="connsiteX16" fmla="*/ 614004 w 633038"/>
                <a:gd name="connsiteY16" fmla="*/ 582568 h 633538"/>
                <a:gd name="connsiteX17" fmla="*/ 599889 w 633038"/>
                <a:gd name="connsiteY17" fmla="*/ 628011 h 6335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3677"/>
                <a:gd name="connsiteY0" fmla="*/ 628011 h 630438"/>
                <a:gd name="connsiteX1" fmla="*/ 512047 w 623677"/>
                <a:gd name="connsiteY1" fmla="*/ 576645 h 630438"/>
                <a:gd name="connsiteX2" fmla="*/ 463560 w 623677"/>
                <a:gd name="connsiteY2" fmla="*/ 545261 h 630438"/>
                <a:gd name="connsiteX3" fmla="*/ 410312 w 623677"/>
                <a:gd name="connsiteY3" fmla="*/ 510777 h 630438"/>
                <a:gd name="connsiteX4" fmla="*/ 364647 w 623677"/>
                <a:gd name="connsiteY4" fmla="*/ 481939 h 630438"/>
                <a:gd name="connsiteX5" fmla="*/ 315551 w 623677"/>
                <a:gd name="connsiteY5" fmla="*/ 452991 h 630438"/>
                <a:gd name="connsiteX6" fmla="*/ 248410 w 623677"/>
                <a:gd name="connsiteY6" fmla="*/ 415463 h 630438"/>
                <a:gd name="connsiteX7" fmla="*/ 2817 w 623677"/>
                <a:gd name="connsiteY7" fmla="*/ 101899 h 630438"/>
                <a:gd name="connsiteX8" fmla="*/ 34423 w 623677"/>
                <a:gd name="connsiteY8" fmla="*/ 3429 h 630438"/>
                <a:gd name="connsiteX9" fmla="*/ 125088 w 623677"/>
                <a:gd name="connsiteY9" fmla="*/ 2820 h 630438"/>
                <a:gd name="connsiteX10" fmla="*/ 204351 w 623677"/>
                <a:gd name="connsiteY10" fmla="*/ 34813 h 630438"/>
                <a:gd name="connsiteX11" fmla="*/ 332544 w 623677"/>
                <a:gd name="connsiteY11" fmla="*/ 164778 h 630438"/>
                <a:gd name="connsiteX12" fmla="*/ 361658 w 623677"/>
                <a:gd name="connsiteY12" fmla="*/ 203357 h 630438"/>
                <a:gd name="connsiteX13" fmla="*/ 394758 w 623677"/>
                <a:gd name="connsiteY13" fmla="*/ 248524 h 630438"/>
                <a:gd name="connsiteX14" fmla="*/ 423818 w 623677"/>
                <a:gd name="connsiteY14" fmla="*/ 290203 h 630438"/>
                <a:gd name="connsiteX15" fmla="*/ 525014 w 623677"/>
                <a:gd name="connsiteY15" fmla="*/ 434866 h 630438"/>
                <a:gd name="connsiteX16" fmla="*/ 614004 w 623677"/>
                <a:gd name="connsiteY16" fmla="*/ 582568 h 630438"/>
                <a:gd name="connsiteX17" fmla="*/ 599889 w 623677"/>
                <a:gd name="connsiteY17" fmla="*/ 628011 h 630438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394758 w 629903"/>
                <a:gd name="connsiteY13" fmla="*/ 248524 h 632696"/>
                <a:gd name="connsiteX14" fmla="*/ 423818 w 629903"/>
                <a:gd name="connsiteY14" fmla="*/ 290203 h 632696"/>
                <a:gd name="connsiteX15" fmla="*/ 525014 w 629903"/>
                <a:gd name="connsiteY15" fmla="*/ 434866 h 632696"/>
                <a:gd name="connsiteX16" fmla="*/ 614004 w 629903"/>
                <a:gd name="connsiteY16" fmla="*/ 582568 h 632696"/>
                <a:gd name="connsiteX17" fmla="*/ 599889 w 629903"/>
                <a:gd name="connsiteY17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361658 w 629903"/>
                <a:gd name="connsiteY12" fmla="*/ 203357 h 632696"/>
                <a:gd name="connsiteX13" fmla="*/ 423818 w 629903"/>
                <a:gd name="connsiteY13" fmla="*/ 290203 h 632696"/>
                <a:gd name="connsiteX14" fmla="*/ 525014 w 629903"/>
                <a:gd name="connsiteY14" fmla="*/ 434866 h 632696"/>
                <a:gd name="connsiteX15" fmla="*/ 614004 w 629903"/>
                <a:gd name="connsiteY15" fmla="*/ 582568 h 632696"/>
                <a:gd name="connsiteX16" fmla="*/ 599889 w 629903"/>
                <a:gd name="connsiteY16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8011 h 632696"/>
                <a:gd name="connsiteX1" fmla="*/ 512047 w 629903"/>
                <a:gd name="connsiteY1" fmla="*/ 576645 h 632696"/>
                <a:gd name="connsiteX2" fmla="*/ 463560 w 629903"/>
                <a:gd name="connsiteY2" fmla="*/ 545261 h 632696"/>
                <a:gd name="connsiteX3" fmla="*/ 410312 w 629903"/>
                <a:gd name="connsiteY3" fmla="*/ 510777 h 632696"/>
                <a:gd name="connsiteX4" fmla="*/ 364647 w 629903"/>
                <a:gd name="connsiteY4" fmla="*/ 481939 h 632696"/>
                <a:gd name="connsiteX5" fmla="*/ 315551 w 629903"/>
                <a:gd name="connsiteY5" fmla="*/ 452991 h 632696"/>
                <a:gd name="connsiteX6" fmla="*/ 248410 w 629903"/>
                <a:gd name="connsiteY6" fmla="*/ 415463 h 632696"/>
                <a:gd name="connsiteX7" fmla="*/ 2817 w 629903"/>
                <a:gd name="connsiteY7" fmla="*/ 101899 h 632696"/>
                <a:gd name="connsiteX8" fmla="*/ 34423 w 629903"/>
                <a:gd name="connsiteY8" fmla="*/ 3429 h 632696"/>
                <a:gd name="connsiteX9" fmla="*/ 125088 w 629903"/>
                <a:gd name="connsiteY9" fmla="*/ 2820 h 632696"/>
                <a:gd name="connsiteX10" fmla="*/ 204351 w 629903"/>
                <a:gd name="connsiteY10" fmla="*/ 34813 h 632696"/>
                <a:gd name="connsiteX11" fmla="*/ 332544 w 629903"/>
                <a:gd name="connsiteY11" fmla="*/ 164778 h 632696"/>
                <a:gd name="connsiteX12" fmla="*/ 423818 w 629903"/>
                <a:gd name="connsiteY12" fmla="*/ 290203 h 632696"/>
                <a:gd name="connsiteX13" fmla="*/ 525014 w 629903"/>
                <a:gd name="connsiteY13" fmla="*/ 434866 h 632696"/>
                <a:gd name="connsiteX14" fmla="*/ 614004 w 629903"/>
                <a:gd name="connsiteY14" fmla="*/ 582568 h 632696"/>
                <a:gd name="connsiteX15" fmla="*/ 599889 w 629903"/>
                <a:gd name="connsiteY15" fmla="*/ 628011 h 632696"/>
                <a:gd name="connsiteX0" fmla="*/ 599889 w 629903"/>
                <a:gd name="connsiteY0" fmla="*/ 629293 h 633978"/>
                <a:gd name="connsiteX1" fmla="*/ 512047 w 629903"/>
                <a:gd name="connsiteY1" fmla="*/ 577927 h 633978"/>
                <a:gd name="connsiteX2" fmla="*/ 463560 w 629903"/>
                <a:gd name="connsiteY2" fmla="*/ 546543 h 633978"/>
                <a:gd name="connsiteX3" fmla="*/ 410312 w 629903"/>
                <a:gd name="connsiteY3" fmla="*/ 512059 h 633978"/>
                <a:gd name="connsiteX4" fmla="*/ 364647 w 629903"/>
                <a:gd name="connsiteY4" fmla="*/ 483221 h 633978"/>
                <a:gd name="connsiteX5" fmla="*/ 315551 w 629903"/>
                <a:gd name="connsiteY5" fmla="*/ 454273 h 633978"/>
                <a:gd name="connsiteX6" fmla="*/ 248410 w 629903"/>
                <a:gd name="connsiteY6" fmla="*/ 416745 h 633978"/>
                <a:gd name="connsiteX7" fmla="*/ 2817 w 629903"/>
                <a:gd name="connsiteY7" fmla="*/ 103181 h 633978"/>
                <a:gd name="connsiteX8" fmla="*/ 34423 w 629903"/>
                <a:gd name="connsiteY8" fmla="*/ 4711 h 633978"/>
                <a:gd name="connsiteX9" fmla="*/ 125088 w 629903"/>
                <a:gd name="connsiteY9" fmla="*/ 4102 h 633978"/>
                <a:gd name="connsiteX10" fmla="*/ 204351 w 629903"/>
                <a:gd name="connsiteY10" fmla="*/ 36095 h 633978"/>
                <a:gd name="connsiteX11" fmla="*/ 332544 w 629903"/>
                <a:gd name="connsiteY11" fmla="*/ 166060 h 633978"/>
                <a:gd name="connsiteX12" fmla="*/ 423818 w 629903"/>
                <a:gd name="connsiteY12" fmla="*/ 291485 h 633978"/>
                <a:gd name="connsiteX13" fmla="*/ 525014 w 629903"/>
                <a:gd name="connsiteY13" fmla="*/ 436148 h 633978"/>
                <a:gd name="connsiteX14" fmla="*/ 614004 w 629903"/>
                <a:gd name="connsiteY14" fmla="*/ 583850 h 633978"/>
                <a:gd name="connsiteX15" fmla="*/ 599889 w 629903"/>
                <a:gd name="connsiteY15" fmla="*/ 629293 h 63397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60 w 629074"/>
                <a:gd name="connsiteY0" fmla="*/ 633443 h 638128"/>
                <a:gd name="connsiteX1" fmla="*/ 511218 w 629074"/>
                <a:gd name="connsiteY1" fmla="*/ 582077 h 638128"/>
                <a:gd name="connsiteX2" fmla="*/ 462731 w 629074"/>
                <a:gd name="connsiteY2" fmla="*/ 550693 h 638128"/>
                <a:gd name="connsiteX3" fmla="*/ 409483 w 629074"/>
                <a:gd name="connsiteY3" fmla="*/ 516209 h 638128"/>
                <a:gd name="connsiteX4" fmla="*/ 363818 w 629074"/>
                <a:gd name="connsiteY4" fmla="*/ 487371 h 638128"/>
                <a:gd name="connsiteX5" fmla="*/ 314722 w 629074"/>
                <a:gd name="connsiteY5" fmla="*/ 458423 h 638128"/>
                <a:gd name="connsiteX6" fmla="*/ 247581 w 629074"/>
                <a:gd name="connsiteY6" fmla="*/ 420895 h 638128"/>
                <a:gd name="connsiteX7" fmla="*/ 1988 w 629074"/>
                <a:gd name="connsiteY7" fmla="*/ 107331 h 638128"/>
                <a:gd name="connsiteX8" fmla="*/ 33594 w 629074"/>
                <a:gd name="connsiteY8" fmla="*/ 8861 h 638128"/>
                <a:gd name="connsiteX9" fmla="*/ 126819 w 629074"/>
                <a:gd name="connsiteY9" fmla="*/ 9532 h 638128"/>
                <a:gd name="connsiteX10" fmla="*/ 203522 w 629074"/>
                <a:gd name="connsiteY10" fmla="*/ 40245 h 638128"/>
                <a:gd name="connsiteX11" fmla="*/ 331715 w 629074"/>
                <a:gd name="connsiteY11" fmla="*/ 170210 h 638128"/>
                <a:gd name="connsiteX12" fmla="*/ 422989 w 629074"/>
                <a:gd name="connsiteY12" fmla="*/ 295635 h 638128"/>
                <a:gd name="connsiteX13" fmla="*/ 524185 w 629074"/>
                <a:gd name="connsiteY13" fmla="*/ 440298 h 638128"/>
                <a:gd name="connsiteX14" fmla="*/ 613175 w 629074"/>
                <a:gd name="connsiteY14" fmla="*/ 588000 h 638128"/>
                <a:gd name="connsiteX15" fmla="*/ 599060 w 629074"/>
                <a:gd name="connsiteY15" fmla="*/ 633443 h 638128"/>
                <a:gd name="connsiteX0" fmla="*/ 599080 w 629094"/>
                <a:gd name="connsiteY0" fmla="*/ 637802 h 642487"/>
                <a:gd name="connsiteX1" fmla="*/ 511238 w 629094"/>
                <a:gd name="connsiteY1" fmla="*/ 586436 h 642487"/>
                <a:gd name="connsiteX2" fmla="*/ 462751 w 629094"/>
                <a:gd name="connsiteY2" fmla="*/ 555052 h 642487"/>
                <a:gd name="connsiteX3" fmla="*/ 409503 w 629094"/>
                <a:gd name="connsiteY3" fmla="*/ 520568 h 642487"/>
                <a:gd name="connsiteX4" fmla="*/ 363838 w 629094"/>
                <a:gd name="connsiteY4" fmla="*/ 491730 h 642487"/>
                <a:gd name="connsiteX5" fmla="*/ 314742 w 629094"/>
                <a:gd name="connsiteY5" fmla="*/ 462782 h 642487"/>
                <a:gd name="connsiteX6" fmla="*/ 247601 w 629094"/>
                <a:gd name="connsiteY6" fmla="*/ 425254 h 642487"/>
                <a:gd name="connsiteX7" fmla="*/ 2008 w 629094"/>
                <a:gd name="connsiteY7" fmla="*/ 111690 h 642487"/>
                <a:gd name="connsiteX8" fmla="*/ 33614 w 629094"/>
                <a:gd name="connsiteY8" fmla="*/ 13220 h 642487"/>
                <a:gd name="connsiteX9" fmla="*/ 128759 w 629094"/>
                <a:gd name="connsiteY9" fmla="*/ 5572 h 642487"/>
                <a:gd name="connsiteX10" fmla="*/ 203542 w 629094"/>
                <a:gd name="connsiteY10" fmla="*/ 44604 h 642487"/>
                <a:gd name="connsiteX11" fmla="*/ 331735 w 629094"/>
                <a:gd name="connsiteY11" fmla="*/ 174569 h 642487"/>
                <a:gd name="connsiteX12" fmla="*/ 423009 w 629094"/>
                <a:gd name="connsiteY12" fmla="*/ 299994 h 642487"/>
                <a:gd name="connsiteX13" fmla="*/ 524205 w 629094"/>
                <a:gd name="connsiteY13" fmla="*/ 444657 h 642487"/>
                <a:gd name="connsiteX14" fmla="*/ 613195 w 629094"/>
                <a:gd name="connsiteY14" fmla="*/ 592359 h 642487"/>
                <a:gd name="connsiteX15" fmla="*/ 599080 w 629094"/>
                <a:gd name="connsiteY15" fmla="*/ 637802 h 642487"/>
                <a:gd name="connsiteX0" fmla="*/ 600207 w 630221"/>
                <a:gd name="connsiteY0" fmla="*/ 633109 h 637794"/>
                <a:gd name="connsiteX1" fmla="*/ 512365 w 630221"/>
                <a:gd name="connsiteY1" fmla="*/ 581743 h 637794"/>
                <a:gd name="connsiteX2" fmla="*/ 463878 w 630221"/>
                <a:gd name="connsiteY2" fmla="*/ 550359 h 637794"/>
                <a:gd name="connsiteX3" fmla="*/ 410630 w 630221"/>
                <a:gd name="connsiteY3" fmla="*/ 515875 h 637794"/>
                <a:gd name="connsiteX4" fmla="*/ 364965 w 630221"/>
                <a:gd name="connsiteY4" fmla="*/ 487037 h 637794"/>
                <a:gd name="connsiteX5" fmla="*/ 315869 w 630221"/>
                <a:gd name="connsiteY5" fmla="*/ 458089 h 637794"/>
                <a:gd name="connsiteX6" fmla="*/ 248728 w 630221"/>
                <a:gd name="connsiteY6" fmla="*/ 420561 h 637794"/>
                <a:gd name="connsiteX7" fmla="*/ 3135 w 630221"/>
                <a:gd name="connsiteY7" fmla="*/ 106997 h 637794"/>
                <a:gd name="connsiteX8" fmla="*/ 24502 w 630221"/>
                <a:gd name="connsiteY8" fmla="*/ 20685 h 637794"/>
                <a:gd name="connsiteX9" fmla="*/ 129886 w 630221"/>
                <a:gd name="connsiteY9" fmla="*/ 879 h 637794"/>
                <a:gd name="connsiteX10" fmla="*/ 204669 w 630221"/>
                <a:gd name="connsiteY10" fmla="*/ 39911 h 637794"/>
                <a:gd name="connsiteX11" fmla="*/ 332862 w 630221"/>
                <a:gd name="connsiteY11" fmla="*/ 169876 h 637794"/>
                <a:gd name="connsiteX12" fmla="*/ 424136 w 630221"/>
                <a:gd name="connsiteY12" fmla="*/ 295301 h 637794"/>
                <a:gd name="connsiteX13" fmla="*/ 525332 w 630221"/>
                <a:gd name="connsiteY13" fmla="*/ 439964 h 637794"/>
                <a:gd name="connsiteX14" fmla="*/ 614322 w 630221"/>
                <a:gd name="connsiteY14" fmla="*/ 587666 h 637794"/>
                <a:gd name="connsiteX15" fmla="*/ 600207 w 630221"/>
                <a:gd name="connsiteY15" fmla="*/ 633109 h 637794"/>
                <a:gd name="connsiteX0" fmla="*/ 599282 w 629296"/>
                <a:gd name="connsiteY0" fmla="*/ 634165 h 638850"/>
                <a:gd name="connsiteX1" fmla="*/ 511440 w 629296"/>
                <a:gd name="connsiteY1" fmla="*/ 582799 h 638850"/>
                <a:gd name="connsiteX2" fmla="*/ 462953 w 629296"/>
                <a:gd name="connsiteY2" fmla="*/ 551415 h 638850"/>
                <a:gd name="connsiteX3" fmla="*/ 409705 w 629296"/>
                <a:gd name="connsiteY3" fmla="*/ 516931 h 638850"/>
                <a:gd name="connsiteX4" fmla="*/ 364040 w 629296"/>
                <a:gd name="connsiteY4" fmla="*/ 488093 h 638850"/>
                <a:gd name="connsiteX5" fmla="*/ 314944 w 629296"/>
                <a:gd name="connsiteY5" fmla="*/ 459145 h 638850"/>
                <a:gd name="connsiteX6" fmla="*/ 247803 w 629296"/>
                <a:gd name="connsiteY6" fmla="*/ 421617 h 638850"/>
                <a:gd name="connsiteX7" fmla="*/ 2210 w 629296"/>
                <a:gd name="connsiteY7" fmla="*/ 108053 h 638850"/>
                <a:gd name="connsiteX8" fmla="*/ 23577 w 629296"/>
                <a:gd name="connsiteY8" fmla="*/ 21741 h 638850"/>
                <a:gd name="connsiteX9" fmla="*/ 128961 w 629296"/>
                <a:gd name="connsiteY9" fmla="*/ 1935 h 638850"/>
                <a:gd name="connsiteX10" fmla="*/ 203744 w 629296"/>
                <a:gd name="connsiteY10" fmla="*/ 40967 h 638850"/>
                <a:gd name="connsiteX11" fmla="*/ 331937 w 629296"/>
                <a:gd name="connsiteY11" fmla="*/ 170932 h 638850"/>
                <a:gd name="connsiteX12" fmla="*/ 423211 w 629296"/>
                <a:gd name="connsiteY12" fmla="*/ 296357 h 638850"/>
                <a:gd name="connsiteX13" fmla="*/ 524407 w 629296"/>
                <a:gd name="connsiteY13" fmla="*/ 441020 h 638850"/>
                <a:gd name="connsiteX14" fmla="*/ 613397 w 629296"/>
                <a:gd name="connsiteY14" fmla="*/ 588722 h 638850"/>
                <a:gd name="connsiteX15" fmla="*/ 599282 w 629296"/>
                <a:gd name="connsiteY15" fmla="*/ 634165 h 638850"/>
                <a:gd name="connsiteX0" fmla="*/ 599282 w 629296"/>
                <a:gd name="connsiteY0" fmla="*/ 641997 h 646682"/>
                <a:gd name="connsiteX1" fmla="*/ 511440 w 629296"/>
                <a:gd name="connsiteY1" fmla="*/ 590631 h 646682"/>
                <a:gd name="connsiteX2" fmla="*/ 462953 w 629296"/>
                <a:gd name="connsiteY2" fmla="*/ 559247 h 646682"/>
                <a:gd name="connsiteX3" fmla="*/ 409705 w 629296"/>
                <a:gd name="connsiteY3" fmla="*/ 524763 h 646682"/>
                <a:gd name="connsiteX4" fmla="*/ 364040 w 629296"/>
                <a:gd name="connsiteY4" fmla="*/ 495925 h 646682"/>
                <a:gd name="connsiteX5" fmla="*/ 314944 w 629296"/>
                <a:gd name="connsiteY5" fmla="*/ 466977 h 646682"/>
                <a:gd name="connsiteX6" fmla="*/ 247803 w 629296"/>
                <a:gd name="connsiteY6" fmla="*/ 429449 h 646682"/>
                <a:gd name="connsiteX7" fmla="*/ 2210 w 629296"/>
                <a:gd name="connsiteY7" fmla="*/ 115885 h 646682"/>
                <a:gd name="connsiteX8" fmla="*/ 23577 w 629296"/>
                <a:gd name="connsiteY8" fmla="*/ 14215 h 646682"/>
                <a:gd name="connsiteX9" fmla="*/ 128961 w 629296"/>
                <a:gd name="connsiteY9" fmla="*/ 9767 h 646682"/>
                <a:gd name="connsiteX10" fmla="*/ 203744 w 629296"/>
                <a:gd name="connsiteY10" fmla="*/ 48799 h 646682"/>
                <a:gd name="connsiteX11" fmla="*/ 331937 w 629296"/>
                <a:gd name="connsiteY11" fmla="*/ 178764 h 646682"/>
                <a:gd name="connsiteX12" fmla="*/ 423211 w 629296"/>
                <a:gd name="connsiteY12" fmla="*/ 304189 h 646682"/>
                <a:gd name="connsiteX13" fmla="*/ 524407 w 629296"/>
                <a:gd name="connsiteY13" fmla="*/ 448852 h 646682"/>
                <a:gd name="connsiteX14" fmla="*/ 613397 w 629296"/>
                <a:gd name="connsiteY14" fmla="*/ 596554 h 646682"/>
                <a:gd name="connsiteX15" fmla="*/ 599282 w 629296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3093 w 633107"/>
                <a:gd name="connsiteY0" fmla="*/ 641997 h 646682"/>
                <a:gd name="connsiteX1" fmla="*/ 515251 w 633107"/>
                <a:gd name="connsiteY1" fmla="*/ 590631 h 646682"/>
                <a:gd name="connsiteX2" fmla="*/ 466764 w 633107"/>
                <a:gd name="connsiteY2" fmla="*/ 559247 h 646682"/>
                <a:gd name="connsiteX3" fmla="*/ 413516 w 633107"/>
                <a:gd name="connsiteY3" fmla="*/ 524763 h 646682"/>
                <a:gd name="connsiteX4" fmla="*/ 367851 w 633107"/>
                <a:gd name="connsiteY4" fmla="*/ 495925 h 646682"/>
                <a:gd name="connsiteX5" fmla="*/ 318755 w 633107"/>
                <a:gd name="connsiteY5" fmla="*/ 466977 h 646682"/>
                <a:gd name="connsiteX6" fmla="*/ 251614 w 633107"/>
                <a:gd name="connsiteY6" fmla="*/ 429449 h 646682"/>
                <a:gd name="connsiteX7" fmla="*/ 6021 w 633107"/>
                <a:gd name="connsiteY7" fmla="*/ 115885 h 646682"/>
                <a:gd name="connsiteX8" fmla="*/ 27388 w 633107"/>
                <a:gd name="connsiteY8" fmla="*/ 14215 h 646682"/>
                <a:gd name="connsiteX9" fmla="*/ 132772 w 633107"/>
                <a:gd name="connsiteY9" fmla="*/ 9767 h 646682"/>
                <a:gd name="connsiteX10" fmla="*/ 207555 w 633107"/>
                <a:gd name="connsiteY10" fmla="*/ 48799 h 646682"/>
                <a:gd name="connsiteX11" fmla="*/ 335748 w 633107"/>
                <a:gd name="connsiteY11" fmla="*/ 178764 h 646682"/>
                <a:gd name="connsiteX12" fmla="*/ 427022 w 633107"/>
                <a:gd name="connsiteY12" fmla="*/ 304189 h 646682"/>
                <a:gd name="connsiteX13" fmla="*/ 528218 w 633107"/>
                <a:gd name="connsiteY13" fmla="*/ 448852 h 646682"/>
                <a:gd name="connsiteX14" fmla="*/ 617208 w 633107"/>
                <a:gd name="connsiteY14" fmla="*/ 596554 h 646682"/>
                <a:gd name="connsiteX15" fmla="*/ 603093 w 633107"/>
                <a:gd name="connsiteY15" fmla="*/ 641997 h 646682"/>
                <a:gd name="connsiteX0" fmla="*/ 604161 w 634175"/>
                <a:gd name="connsiteY0" fmla="*/ 641549 h 646234"/>
                <a:gd name="connsiteX1" fmla="*/ 516319 w 634175"/>
                <a:gd name="connsiteY1" fmla="*/ 590183 h 646234"/>
                <a:gd name="connsiteX2" fmla="*/ 467832 w 634175"/>
                <a:gd name="connsiteY2" fmla="*/ 558799 h 646234"/>
                <a:gd name="connsiteX3" fmla="*/ 414584 w 634175"/>
                <a:gd name="connsiteY3" fmla="*/ 524315 h 646234"/>
                <a:gd name="connsiteX4" fmla="*/ 368919 w 634175"/>
                <a:gd name="connsiteY4" fmla="*/ 495477 h 646234"/>
                <a:gd name="connsiteX5" fmla="*/ 319823 w 634175"/>
                <a:gd name="connsiteY5" fmla="*/ 466529 h 646234"/>
                <a:gd name="connsiteX6" fmla="*/ 252682 w 634175"/>
                <a:gd name="connsiteY6" fmla="*/ 429001 h 646234"/>
                <a:gd name="connsiteX7" fmla="*/ 2610 w 634175"/>
                <a:gd name="connsiteY7" fmla="*/ 155111 h 646234"/>
                <a:gd name="connsiteX8" fmla="*/ 28456 w 634175"/>
                <a:gd name="connsiteY8" fmla="*/ 13767 h 646234"/>
                <a:gd name="connsiteX9" fmla="*/ 133840 w 634175"/>
                <a:gd name="connsiteY9" fmla="*/ 9319 h 646234"/>
                <a:gd name="connsiteX10" fmla="*/ 208623 w 634175"/>
                <a:gd name="connsiteY10" fmla="*/ 48351 h 646234"/>
                <a:gd name="connsiteX11" fmla="*/ 336816 w 634175"/>
                <a:gd name="connsiteY11" fmla="*/ 178316 h 646234"/>
                <a:gd name="connsiteX12" fmla="*/ 428090 w 634175"/>
                <a:gd name="connsiteY12" fmla="*/ 303741 h 646234"/>
                <a:gd name="connsiteX13" fmla="*/ 529286 w 634175"/>
                <a:gd name="connsiteY13" fmla="*/ 448404 h 646234"/>
                <a:gd name="connsiteX14" fmla="*/ 618276 w 634175"/>
                <a:gd name="connsiteY14" fmla="*/ 596106 h 646234"/>
                <a:gd name="connsiteX15" fmla="*/ 604161 w 634175"/>
                <a:gd name="connsiteY15" fmla="*/ 641549 h 646234"/>
                <a:gd name="connsiteX0" fmla="*/ 616082 w 646096"/>
                <a:gd name="connsiteY0" fmla="*/ 639999 h 644684"/>
                <a:gd name="connsiteX1" fmla="*/ 528240 w 646096"/>
                <a:gd name="connsiteY1" fmla="*/ 588633 h 644684"/>
                <a:gd name="connsiteX2" fmla="*/ 479753 w 646096"/>
                <a:gd name="connsiteY2" fmla="*/ 557249 h 644684"/>
                <a:gd name="connsiteX3" fmla="*/ 426505 w 646096"/>
                <a:gd name="connsiteY3" fmla="*/ 522765 h 644684"/>
                <a:gd name="connsiteX4" fmla="*/ 380840 w 646096"/>
                <a:gd name="connsiteY4" fmla="*/ 493927 h 644684"/>
                <a:gd name="connsiteX5" fmla="*/ 331744 w 646096"/>
                <a:gd name="connsiteY5" fmla="*/ 464979 h 644684"/>
                <a:gd name="connsiteX6" fmla="*/ 264603 w 646096"/>
                <a:gd name="connsiteY6" fmla="*/ 427451 h 644684"/>
                <a:gd name="connsiteX7" fmla="*/ 1733 w 646096"/>
                <a:gd name="connsiteY7" fmla="*/ 131164 h 644684"/>
                <a:gd name="connsiteX8" fmla="*/ 40377 w 646096"/>
                <a:gd name="connsiteY8" fmla="*/ 12217 h 644684"/>
                <a:gd name="connsiteX9" fmla="*/ 145761 w 646096"/>
                <a:gd name="connsiteY9" fmla="*/ 7769 h 644684"/>
                <a:gd name="connsiteX10" fmla="*/ 220544 w 646096"/>
                <a:gd name="connsiteY10" fmla="*/ 46801 h 644684"/>
                <a:gd name="connsiteX11" fmla="*/ 348737 w 646096"/>
                <a:gd name="connsiteY11" fmla="*/ 176766 h 644684"/>
                <a:gd name="connsiteX12" fmla="*/ 440011 w 646096"/>
                <a:gd name="connsiteY12" fmla="*/ 302191 h 644684"/>
                <a:gd name="connsiteX13" fmla="*/ 541207 w 646096"/>
                <a:gd name="connsiteY13" fmla="*/ 446854 h 644684"/>
                <a:gd name="connsiteX14" fmla="*/ 630197 w 646096"/>
                <a:gd name="connsiteY14" fmla="*/ 594556 h 644684"/>
                <a:gd name="connsiteX15" fmla="*/ 616082 w 646096"/>
                <a:gd name="connsiteY15" fmla="*/ 639999 h 644684"/>
                <a:gd name="connsiteX0" fmla="*/ 617917 w 647931"/>
                <a:gd name="connsiteY0" fmla="*/ 639477 h 644162"/>
                <a:gd name="connsiteX1" fmla="*/ 530075 w 647931"/>
                <a:gd name="connsiteY1" fmla="*/ 588111 h 644162"/>
                <a:gd name="connsiteX2" fmla="*/ 481588 w 647931"/>
                <a:gd name="connsiteY2" fmla="*/ 556727 h 644162"/>
                <a:gd name="connsiteX3" fmla="*/ 428340 w 647931"/>
                <a:gd name="connsiteY3" fmla="*/ 522243 h 644162"/>
                <a:gd name="connsiteX4" fmla="*/ 382675 w 647931"/>
                <a:gd name="connsiteY4" fmla="*/ 493405 h 644162"/>
                <a:gd name="connsiteX5" fmla="*/ 333579 w 647931"/>
                <a:gd name="connsiteY5" fmla="*/ 464457 h 644162"/>
                <a:gd name="connsiteX6" fmla="*/ 266438 w 647931"/>
                <a:gd name="connsiteY6" fmla="*/ 426929 h 644162"/>
                <a:gd name="connsiteX7" fmla="*/ 1648 w 647931"/>
                <a:gd name="connsiteY7" fmla="*/ 122963 h 644162"/>
                <a:gd name="connsiteX8" fmla="*/ 42212 w 647931"/>
                <a:gd name="connsiteY8" fmla="*/ 11695 h 644162"/>
                <a:gd name="connsiteX9" fmla="*/ 147596 w 647931"/>
                <a:gd name="connsiteY9" fmla="*/ 7247 h 644162"/>
                <a:gd name="connsiteX10" fmla="*/ 222379 w 647931"/>
                <a:gd name="connsiteY10" fmla="*/ 46279 h 644162"/>
                <a:gd name="connsiteX11" fmla="*/ 350572 w 647931"/>
                <a:gd name="connsiteY11" fmla="*/ 176244 h 644162"/>
                <a:gd name="connsiteX12" fmla="*/ 441846 w 647931"/>
                <a:gd name="connsiteY12" fmla="*/ 301669 h 644162"/>
                <a:gd name="connsiteX13" fmla="*/ 543042 w 647931"/>
                <a:gd name="connsiteY13" fmla="*/ 446332 h 644162"/>
                <a:gd name="connsiteX14" fmla="*/ 632032 w 647931"/>
                <a:gd name="connsiteY14" fmla="*/ 594034 h 644162"/>
                <a:gd name="connsiteX15" fmla="*/ 617917 w 647931"/>
                <a:gd name="connsiteY15" fmla="*/ 639477 h 644162"/>
                <a:gd name="connsiteX0" fmla="*/ 617817 w 647831"/>
                <a:gd name="connsiteY0" fmla="*/ 640484 h 645169"/>
                <a:gd name="connsiteX1" fmla="*/ 529975 w 647831"/>
                <a:gd name="connsiteY1" fmla="*/ 589118 h 645169"/>
                <a:gd name="connsiteX2" fmla="*/ 481488 w 647831"/>
                <a:gd name="connsiteY2" fmla="*/ 557734 h 645169"/>
                <a:gd name="connsiteX3" fmla="*/ 428240 w 647831"/>
                <a:gd name="connsiteY3" fmla="*/ 523250 h 645169"/>
                <a:gd name="connsiteX4" fmla="*/ 382575 w 647831"/>
                <a:gd name="connsiteY4" fmla="*/ 494412 h 645169"/>
                <a:gd name="connsiteX5" fmla="*/ 333479 w 647831"/>
                <a:gd name="connsiteY5" fmla="*/ 465464 h 645169"/>
                <a:gd name="connsiteX6" fmla="*/ 266338 w 647831"/>
                <a:gd name="connsiteY6" fmla="*/ 427936 h 645169"/>
                <a:gd name="connsiteX7" fmla="*/ 1548 w 647831"/>
                <a:gd name="connsiteY7" fmla="*/ 123970 h 645169"/>
                <a:gd name="connsiteX8" fmla="*/ 42112 w 647831"/>
                <a:gd name="connsiteY8" fmla="*/ 12702 h 645169"/>
                <a:gd name="connsiteX9" fmla="*/ 134058 w 647831"/>
                <a:gd name="connsiteY9" fmla="*/ 6334 h 645169"/>
                <a:gd name="connsiteX10" fmla="*/ 222279 w 647831"/>
                <a:gd name="connsiteY10" fmla="*/ 47286 h 645169"/>
                <a:gd name="connsiteX11" fmla="*/ 350472 w 647831"/>
                <a:gd name="connsiteY11" fmla="*/ 177251 h 645169"/>
                <a:gd name="connsiteX12" fmla="*/ 441746 w 647831"/>
                <a:gd name="connsiteY12" fmla="*/ 302676 h 645169"/>
                <a:gd name="connsiteX13" fmla="*/ 542942 w 647831"/>
                <a:gd name="connsiteY13" fmla="*/ 447339 h 645169"/>
                <a:gd name="connsiteX14" fmla="*/ 631932 w 647831"/>
                <a:gd name="connsiteY14" fmla="*/ 595041 h 645169"/>
                <a:gd name="connsiteX15" fmla="*/ 617817 w 647831"/>
                <a:gd name="connsiteY15" fmla="*/ 640484 h 645169"/>
                <a:gd name="connsiteX0" fmla="*/ 617817 w 647831"/>
                <a:gd name="connsiteY0" fmla="*/ 640720 h 645405"/>
                <a:gd name="connsiteX1" fmla="*/ 529975 w 647831"/>
                <a:gd name="connsiteY1" fmla="*/ 589354 h 645405"/>
                <a:gd name="connsiteX2" fmla="*/ 481488 w 647831"/>
                <a:gd name="connsiteY2" fmla="*/ 557970 h 645405"/>
                <a:gd name="connsiteX3" fmla="*/ 428240 w 647831"/>
                <a:gd name="connsiteY3" fmla="*/ 523486 h 645405"/>
                <a:gd name="connsiteX4" fmla="*/ 382575 w 647831"/>
                <a:gd name="connsiteY4" fmla="*/ 494648 h 645405"/>
                <a:gd name="connsiteX5" fmla="*/ 333479 w 647831"/>
                <a:gd name="connsiteY5" fmla="*/ 465700 h 645405"/>
                <a:gd name="connsiteX6" fmla="*/ 266338 w 647831"/>
                <a:gd name="connsiteY6" fmla="*/ 428172 h 645405"/>
                <a:gd name="connsiteX7" fmla="*/ 1548 w 647831"/>
                <a:gd name="connsiteY7" fmla="*/ 124206 h 645405"/>
                <a:gd name="connsiteX8" fmla="*/ 42112 w 647831"/>
                <a:gd name="connsiteY8" fmla="*/ 12938 h 645405"/>
                <a:gd name="connsiteX9" fmla="*/ 134058 w 647831"/>
                <a:gd name="connsiteY9" fmla="*/ 6570 h 645405"/>
                <a:gd name="connsiteX10" fmla="*/ 222279 w 647831"/>
                <a:gd name="connsiteY10" fmla="*/ 47522 h 645405"/>
                <a:gd name="connsiteX11" fmla="*/ 350472 w 647831"/>
                <a:gd name="connsiteY11" fmla="*/ 177487 h 645405"/>
                <a:gd name="connsiteX12" fmla="*/ 441746 w 647831"/>
                <a:gd name="connsiteY12" fmla="*/ 302912 h 645405"/>
                <a:gd name="connsiteX13" fmla="*/ 542942 w 647831"/>
                <a:gd name="connsiteY13" fmla="*/ 447575 h 645405"/>
                <a:gd name="connsiteX14" fmla="*/ 631932 w 647831"/>
                <a:gd name="connsiteY14" fmla="*/ 595277 h 645405"/>
                <a:gd name="connsiteX15" fmla="*/ 617817 w 647831"/>
                <a:gd name="connsiteY15" fmla="*/ 640720 h 645405"/>
                <a:gd name="connsiteX0" fmla="*/ 631394 w 661408"/>
                <a:gd name="connsiteY0" fmla="*/ 634931 h 639616"/>
                <a:gd name="connsiteX1" fmla="*/ 543552 w 661408"/>
                <a:gd name="connsiteY1" fmla="*/ 583565 h 639616"/>
                <a:gd name="connsiteX2" fmla="*/ 495065 w 661408"/>
                <a:gd name="connsiteY2" fmla="*/ 552181 h 639616"/>
                <a:gd name="connsiteX3" fmla="*/ 441817 w 661408"/>
                <a:gd name="connsiteY3" fmla="*/ 517697 h 639616"/>
                <a:gd name="connsiteX4" fmla="*/ 396152 w 661408"/>
                <a:gd name="connsiteY4" fmla="*/ 488859 h 639616"/>
                <a:gd name="connsiteX5" fmla="*/ 347056 w 661408"/>
                <a:gd name="connsiteY5" fmla="*/ 459911 h 639616"/>
                <a:gd name="connsiteX6" fmla="*/ 279915 w 661408"/>
                <a:gd name="connsiteY6" fmla="*/ 422383 h 639616"/>
                <a:gd name="connsiteX7" fmla="*/ 15125 w 661408"/>
                <a:gd name="connsiteY7" fmla="*/ 118417 h 639616"/>
                <a:gd name="connsiteX8" fmla="*/ 44811 w 661408"/>
                <a:gd name="connsiteY8" fmla="*/ 23147 h 639616"/>
                <a:gd name="connsiteX9" fmla="*/ 147635 w 661408"/>
                <a:gd name="connsiteY9" fmla="*/ 781 h 639616"/>
                <a:gd name="connsiteX10" fmla="*/ 235856 w 661408"/>
                <a:gd name="connsiteY10" fmla="*/ 41733 h 639616"/>
                <a:gd name="connsiteX11" fmla="*/ 364049 w 661408"/>
                <a:gd name="connsiteY11" fmla="*/ 171698 h 639616"/>
                <a:gd name="connsiteX12" fmla="*/ 455323 w 661408"/>
                <a:gd name="connsiteY12" fmla="*/ 297123 h 639616"/>
                <a:gd name="connsiteX13" fmla="*/ 556519 w 661408"/>
                <a:gd name="connsiteY13" fmla="*/ 441786 h 639616"/>
                <a:gd name="connsiteX14" fmla="*/ 645509 w 661408"/>
                <a:gd name="connsiteY14" fmla="*/ 589488 h 639616"/>
                <a:gd name="connsiteX15" fmla="*/ 631394 w 661408"/>
                <a:gd name="connsiteY15" fmla="*/ 634931 h 639616"/>
                <a:gd name="connsiteX0" fmla="*/ 618805 w 648819"/>
                <a:gd name="connsiteY0" fmla="*/ 634931 h 639616"/>
                <a:gd name="connsiteX1" fmla="*/ 530963 w 648819"/>
                <a:gd name="connsiteY1" fmla="*/ 583565 h 639616"/>
                <a:gd name="connsiteX2" fmla="*/ 482476 w 648819"/>
                <a:gd name="connsiteY2" fmla="*/ 552181 h 639616"/>
                <a:gd name="connsiteX3" fmla="*/ 429228 w 648819"/>
                <a:gd name="connsiteY3" fmla="*/ 517697 h 639616"/>
                <a:gd name="connsiteX4" fmla="*/ 383563 w 648819"/>
                <a:gd name="connsiteY4" fmla="*/ 488859 h 639616"/>
                <a:gd name="connsiteX5" fmla="*/ 334467 w 648819"/>
                <a:gd name="connsiteY5" fmla="*/ 459911 h 639616"/>
                <a:gd name="connsiteX6" fmla="*/ 267326 w 648819"/>
                <a:gd name="connsiteY6" fmla="*/ 422383 h 639616"/>
                <a:gd name="connsiteX7" fmla="*/ 2536 w 648819"/>
                <a:gd name="connsiteY7" fmla="*/ 118417 h 639616"/>
                <a:gd name="connsiteX8" fmla="*/ 32222 w 648819"/>
                <a:gd name="connsiteY8" fmla="*/ 23147 h 639616"/>
                <a:gd name="connsiteX9" fmla="*/ 135046 w 648819"/>
                <a:gd name="connsiteY9" fmla="*/ 781 h 639616"/>
                <a:gd name="connsiteX10" fmla="*/ 223267 w 648819"/>
                <a:gd name="connsiteY10" fmla="*/ 41733 h 639616"/>
                <a:gd name="connsiteX11" fmla="*/ 351460 w 648819"/>
                <a:gd name="connsiteY11" fmla="*/ 171698 h 639616"/>
                <a:gd name="connsiteX12" fmla="*/ 442734 w 648819"/>
                <a:gd name="connsiteY12" fmla="*/ 297123 h 639616"/>
                <a:gd name="connsiteX13" fmla="*/ 543930 w 648819"/>
                <a:gd name="connsiteY13" fmla="*/ 441786 h 639616"/>
                <a:gd name="connsiteX14" fmla="*/ 632920 w 648819"/>
                <a:gd name="connsiteY14" fmla="*/ 589488 h 639616"/>
                <a:gd name="connsiteX15" fmla="*/ 618805 w 648819"/>
                <a:gd name="connsiteY15" fmla="*/ 634931 h 639616"/>
                <a:gd name="connsiteX0" fmla="*/ 620038 w 650052"/>
                <a:gd name="connsiteY0" fmla="*/ 634931 h 639616"/>
                <a:gd name="connsiteX1" fmla="*/ 532196 w 650052"/>
                <a:gd name="connsiteY1" fmla="*/ 583565 h 639616"/>
                <a:gd name="connsiteX2" fmla="*/ 483709 w 650052"/>
                <a:gd name="connsiteY2" fmla="*/ 552181 h 639616"/>
                <a:gd name="connsiteX3" fmla="*/ 430461 w 650052"/>
                <a:gd name="connsiteY3" fmla="*/ 517697 h 639616"/>
                <a:gd name="connsiteX4" fmla="*/ 384796 w 650052"/>
                <a:gd name="connsiteY4" fmla="*/ 488859 h 639616"/>
                <a:gd name="connsiteX5" fmla="*/ 335700 w 650052"/>
                <a:gd name="connsiteY5" fmla="*/ 459911 h 639616"/>
                <a:gd name="connsiteX6" fmla="*/ 268559 w 650052"/>
                <a:gd name="connsiteY6" fmla="*/ 422383 h 639616"/>
                <a:gd name="connsiteX7" fmla="*/ 3769 w 650052"/>
                <a:gd name="connsiteY7" fmla="*/ 118417 h 639616"/>
                <a:gd name="connsiteX8" fmla="*/ 33455 w 650052"/>
                <a:gd name="connsiteY8" fmla="*/ 23147 h 639616"/>
                <a:gd name="connsiteX9" fmla="*/ 136279 w 650052"/>
                <a:gd name="connsiteY9" fmla="*/ 781 h 639616"/>
                <a:gd name="connsiteX10" fmla="*/ 224500 w 650052"/>
                <a:gd name="connsiteY10" fmla="*/ 41733 h 639616"/>
                <a:gd name="connsiteX11" fmla="*/ 352693 w 650052"/>
                <a:gd name="connsiteY11" fmla="*/ 171698 h 639616"/>
                <a:gd name="connsiteX12" fmla="*/ 443967 w 650052"/>
                <a:gd name="connsiteY12" fmla="*/ 297123 h 639616"/>
                <a:gd name="connsiteX13" fmla="*/ 545163 w 650052"/>
                <a:gd name="connsiteY13" fmla="*/ 441786 h 639616"/>
                <a:gd name="connsiteX14" fmla="*/ 634153 w 650052"/>
                <a:gd name="connsiteY14" fmla="*/ 589488 h 639616"/>
                <a:gd name="connsiteX15" fmla="*/ 620038 w 650052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950 w 652964"/>
                <a:gd name="connsiteY0" fmla="*/ 634931 h 639616"/>
                <a:gd name="connsiteX1" fmla="*/ 535108 w 652964"/>
                <a:gd name="connsiteY1" fmla="*/ 583565 h 639616"/>
                <a:gd name="connsiteX2" fmla="*/ 486621 w 652964"/>
                <a:gd name="connsiteY2" fmla="*/ 552181 h 639616"/>
                <a:gd name="connsiteX3" fmla="*/ 433373 w 652964"/>
                <a:gd name="connsiteY3" fmla="*/ 517697 h 639616"/>
                <a:gd name="connsiteX4" fmla="*/ 387708 w 652964"/>
                <a:gd name="connsiteY4" fmla="*/ 488859 h 639616"/>
                <a:gd name="connsiteX5" fmla="*/ 338612 w 652964"/>
                <a:gd name="connsiteY5" fmla="*/ 459911 h 639616"/>
                <a:gd name="connsiteX6" fmla="*/ 153089 w 652964"/>
                <a:gd name="connsiteY6" fmla="*/ 314879 h 639616"/>
                <a:gd name="connsiteX7" fmla="*/ 6681 w 652964"/>
                <a:gd name="connsiteY7" fmla="*/ 118417 h 639616"/>
                <a:gd name="connsiteX8" fmla="*/ 36367 w 652964"/>
                <a:gd name="connsiteY8" fmla="*/ 23147 h 639616"/>
                <a:gd name="connsiteX9" fmla="*/ 139191 w 652964"/>
                <a:gd name="connsiteY9" fmla="*/ 781 h 639616"/>
                <a:gd name="connsiteX10" fmla="*/ 227412 w 652964"/>
                <a:gd name="connsiteY10" fmla="*/ 41733 h 639616"/>
                <a:gd name="connsiteX11" fmla="*/ 355605 w 652964"/>
                <a:gd name="connsiteY11" fmla="*/ 171698 h 639616"/>
                <a:gd name="connsiteX12" fmla="*/ 446879 w 652964"/>
                <a:gd name="connsiteY12" fmla="*/ 297123 h 639616"/>
                <a:gd name="connsiteX13" fmla="*/ 548075 w 652964"/>
                <a:gd name="connsiteY13" fmla="*/ 441786 h 639616"/>
                <a:gd name="connsiteX14" fmla="*/ 637065 w 652964"/>
                <a:gd name="connsiteY14" fmla="*/ 589488 h 639616"/>
                <a:gd name="connsiteX15" fmla="*/ 622950 w 652964"/>
                <a:gd name="connsiteY15" fmla="*/ 634931 h 639616"/>
                <a:gd name="connsiteX0" fmla="*/ 622287 w 652301"/>
                <a:gd name="connsiteY0" fmla="*/ 634931 h 639616"/>
                <a:gd name="connsiteX1" fmla="*/ 534445 w 652301"/>
                <a:gd name="connsiteY1" fmla="*/ 583565 h 639616"/>
                <a:gd name="connsiteX2" fmla="*/ 485958 w 652301"/>
                <a:gd name="connsiteY2" fmla="*/ 552181 h 639616"/>
                <a:gd name="connsiteX3" fmla="*/ 432710 w 652301"/>
                <a:gd name="connsiteY3" fmla="*/ 517697 h 639616"/>
                <a:gd name="connsiteX4" fmla="*/ 387045 w 652301"/>
                <a:gd name="connsiteY4" fmla="*/ 488859 h 639616"/>
                <a:gd name="connsiteX5" fmla="*/ 337949 w 652301"/>
                <a:gd name="connsiteY5" fmla="*/ 459911 h 639616"/>
                <a:gd name="connsiteX6" fmla="*/ 142828 w 652301"/>
                <a:gd name="connsiteY6" fmla="*/ 330877 h 639616"/>
                <a:gd name="connsiteX7" fmla="*/ 6018 w 652301"/>
                <a:gd name="connsiteY7" fmla="*/ 118417 h 639616"/>
                <a:gd name="connsiteX8" fmla="*/ 35704 w 652301"/>
                <a:gd name="connsiteY8" fmla="*/ 23147 h 639616"/>
                <a:gd name="connsiteX9" fmla="*/ 138528 w 652301"/>
                <a:gd name="connsiteY9" fmla="*/ 781 h 639616"/>
                <a:gd name="connsiteX10" fmla="*/ 226749 w 652301"/>
                <a:gd name="connsiteY10" fmla="*/ 41733 h 639616"/>
                <a:gd name="connsiteX11" fmla="*/ 354942 w 652301"/>
                <a:gd name="connsiteY11" fmla="*/ 171698 h 639616"/>
                <a:gd name="connsiteX12" fmla="*/ 446216 w 652301"/>
                <a:gd name="connsiteY12" fmla="*/ 297123 h 639616"/>
                <a:gd name="connsiteX13" fmla="*/ 547412 w 652301"/>
                <a:gd name="connsiteY13" fmla="*/ 441786 h 639616"/>
                <a:gd name="connsiteX14" fmla="*/ 636402 w 652301"/>
                <a:gd name="connsiteY14" fmla="*/ 589488 h 639616"/>
                <a:gd name="connsiteX15" fmla="*/ 622287 w 652301"/>
                <a:gd name="connsiteY15" fmla="*/ 634931 h 639616"/>
                <a:gd name="connsiteX0" fmla="*/ 621455 w 651469"/>
                <a:gd name="connsiteY0" fmla="*/ 634931 h 639616"/>
                <a:gd name="connsiteX1" fmla="*/ 533613 w 651469"/>
                <a:gd name="connsiteY1" fmla="*/ 583565 h 639616"/>
                <a:gd name="connsiteX2" fmla="*/ 485126 w 651469"/>
                <a:gd name="connsiteY2" fmla="*/ 552181 h 639616"/>
                <a:gd name="connsiteX3" fmla="*/ 431878 w 651469"/>
                <a:gd name="connsiteY3" fmla="*/ 517697 h 639616"/>
                <a:gd name="connsiteX4" fmla="*/ 386213 w 651469"/>
                <a:gd name="connsiteY4" fmla="*/ 488859 h 639616"/>
                <a:gd name="connsiteX5" fmla="*/ 337117 w 651469"/>
                <a:gd name="connsiteY5" fmla="*/ 459911 h 639616"/>
                <a:gd name="connsiteX6" fmla="*/ 129838 w 651469"/>
                <a:gd name="connsiteY6" fmla="*/ 320639 h 639616"/>
                <a:gd name="connsiteX7" fmla="*/ 5186 w 651469"/>
                <a:gd name="connsiteY7" fmla="*/ 118417 h 639616"/>
                <a:gd name="connsiteX8" fmla="*/ 34872 w 651469"/>
                <a:gd name="connsiteY8" fmla="*/ 23147 h 639616"/>
                <a:gd name="connsiteX9" fmla="*/ 137696 w 651469"/>
                <a:gd name="connsiteY9" fmla="*/ 781 h 639616"/>
                <a:gd name="connsiteX10" fmla="*/ 225917 w 651469"/>
                <a:gd name="connsiteY10" fmla="*/ 41733 h 639616"/>
                <a:gd name="connsiteX11" fmla="*/ 354110 w 651469"/>
                <a:gd name="connsiteY11" fmla="*/ 171698 h 639616"/>
                <a:gd name="connsiteX12" fmla="*/ 445384 w 651469"/>
                <a:gd name="connsiteY12" fmla="*/ 297123 h 639616"/>
                <a:gd name="connsiteX13" fmla="*/ 546580 w 651469"/>
                <a:gd name="connsiteY13" fmla="*/ 441786 h 639616"/>
                <a:gd name="connsiteX14" fmla="*/ 635570 w 651469"/>
                <a:gd name="connsiteY14" fmla="*/ 589488 h 639616"/>
                <a:gd name="connsiteX15" fmla="*/ 621455 w 651469"/>
                <a:gd name="connsiteY15" fmla="*/ 634931 h 639616"/>
                <a:gd name="connsiteX0" fmla="*/ 627383 w 657397"/>
                <a:gd name="connsiteY0" fmla="*/ 634931 h 639616"/>
                <a:gd name="connsiteX1" fmla="*/ 539541 w 657397"/>
                <a:gd name="connsiteY1" fmla="*/ 583565 h 639616"/>
                <a:gd name="connsiteX2" fmla="*/ 491054 w 657397"/>
                <a:gd name="connsiteY2" fmla="*/ 552181 h 639616"/>
                <a:gd name="connsiteX3" fmla="*/ 437806 w 657397"/>
                <a:gd name="connsiteY3" fmla="*/ 517697 h 639616"/>
                <a:gd name="connsiteX4" fmla="*/ 392141 w 657397"/>
                <a:gd name="connsiteY4" fmla="*/ 488859 h 639616"/>
                <a:gd name="connsiteX5" fmla="*/ 343045 w 657397"/>
                <a:gd name="connsiteY5" fmla="*/ 459911 h 639616"/>
                <a:gd name="connsiteX6" fmla="*/ 135766 w 657397"/>
                <a:gd name="connsiteY6" fmla="*/ 320639 h 639616"/>
                <a:gd name="connsiteX7" fmla="*/ 11114 w 657397"/>
                <a:gd name="connsiteY7" fmla="*/ 118417 h 639616"/>
                <a:gd name="connsiteX8" fmla="*/ 40800 w 657397"/>
                <a:gd name="connsiteY8" fmla="*/ 23147 h 639616"/>
                <a:gd name="connsiteX9" fmla="*/ 143624 w 657397"/>
                <a:gd name="connsiteY9" fmla="*/ 781 h 639616"/>
                <a:gd name="connsiteX10" fmla="*/ 231845 w 657397"/>
                <a:gd name="connsiteY10" fmla="*/ 41733 h 639616"/>
                <a:gd name="connsiteX11" fmla="*/ 360038 w 657397"/>
                <a:gd name="connsiteY11" fmla="*/ 171698 h 639616"/>
                <a:gd name="connsiteX12" fmla="*/ 451312 w 657397"/>
                <a:gd name="connsiteY12" fmla="*/ 297123 h 639616"/>
                <a:gd name="connsiteX13" fmla="*/ 552508 w 657397"/>
                <a:gd name="connsiteY13" fmla="*/ 441786 h 639616"/>
                <a:gd name="connsiteX14" fmla="*/ 641498 w 657397"/>
                <a:gd name="connsiteY14" fmla="*/ 589488 h 639616"/>
                <a:gd name="connsiteX15" fmla="*/ 627383 w 657397"/>
                <a:gd name="connsiteY15" fmla="*/ 634931 h 639616"/>
                <a:gd name="connsiteX0" fmla="*/ 613841 w 643855"/>
                <a:gd name="connsiteY0" fmla="*/ 636221 h 640906"/>
                <a:gd name="connsiteX1" fmla="*/ 525999 w 643855"/>
                <a:gd name="connsiteY1" fmla="*/ 584855 h 640906"/>
                <a:gd name="connsiteX2" fmla="*/ 477512 w 643855"/>
                <a:gd name="connsiteY2" fmla="*/ 553471 h 640906"/>
                <a:gd name="connsiteX3" fmla="*/ 424264 w 643855"/>
                <a:gd name="connsiteY3" fmla="*/ 518987 h 640906"/>
                <a:gd name="connsiteX4" fmla="*/ 378599 w 643855"/>
                <a:gd name="connsiteY4" fmla="*/ 490149 h 640906"/>
                <a:gd name="connsiteX5" fmla="*/ 329503 w 643855"/>
                <a:gd name="connsiteY5" fmla="*/ 461201 h 640906"/>
                <a:gd name="connsiteX6" fmla="*/ 122224 w 643855"/>
                <a:gd name="connsiteY6" fmla="*/ 321929 h 640906"/>
                <a:gd name="connsiteX7" fmla="*/ 14209 w 643855"/>
                <a:gd name="connsiteY7" fmla="*/ 177298 h 640906"/>
                <a:gd name="connsiteX8" fmla="*/ 27258 w 643855"/>
                <a:gd name="connsiteY8" fmla="*/ 24437 h 640906"/>
                <a:gd name="connsiteX9" fmla="*/ 130082 w 643855"/>
                <a:gd name="connsiteY9" fmla="*/ 2071 h 640906"/>
                <a:gd name="connsiteX10" fmla="*/ 218303 w 643855"/>
                <a:gd name="connsiteY10" fmla="*/ 43023 h 640906"/>
                <a:gd name="connsiteX11" fmla="*/ 346496 w 643855"/>
                <a:gd name="connsiteY11" fmla="*/ 172988 h 640906"/>
                <a:gd name="connsiteX12" fmla="*/ 437770 w 643855"/>
                <a:gd name="connsiteY12" fmla="*/ 298413 h 640906"/>
                <a:gd name="connsiteX13" fmla="*/ 538966 w 643855"/>
                <a:gd name="connsiteY13" fmla="*/ 443076 h 640906"/>
                <a:gd name="connsiteX14" fmla="*/ 627956 w 643855"/>
                <a:gd name="connsiteY14" fmla="*/ 590778 h 640906"/>
                <a:gd name="connsiteX15" fmla="*/ 613841 w 643855"/>
                <a:gd name="connsiteY15" fmla="*/ 636221 h 640906"/>
                <a:gd name="connsiteX0" fmla="*/ 622369 w 652383"/>
                <a:gd name="connsiteY0" fmla="*/ 636221 h 640906"/>
                <a:gd name="connsiteX1" fmla="*/ 534527 w 652383"/>
                <a:gd name="connsiteY1" fmla="*/ 584855 h 640906"/>
                <a:gd name="connsiteX2" fmla="*/ 486040 w 652383"/>
                <a:gd name="connsiteY2" fmla="*/ 553471 h 640906"/>
                <a:gd name="connsiteX3" fmla="*/ 432792 w 652383"/>
                <a:gd name="connsiteY3" fmla="*/ 518987 h 640906"/>
                <a:gd name="connsiteX4" fmla="*/ 387127 w 652383"/>
                <a:gd name="connsiteY4" fmla="*/ 490149 h 640906"/>
                <a:gd name="connsiteX5" fmla="*/ 338031 w 652383"/>
                <a:gd name="connsiteY5" fmla="*/ 461201 h 640906"/>
                <a:gd name="connsiteX6" fmla="*/ 130752 w 652383"/>
                <a:gd name="connsiteY6" fmla="*/ 321929 h 640906"/>
                <a:gd name="connsiteX7" fmla="*/ 22737 w 652383"/>
                <a:gd name="connsiteY7" fmla="*/ 177298 h 640906"/>
                <a:gd name="connsiteX8" fmla="*/ 35786 w 652383"/>
                <a:gd name="connsiteY8" fmla="*/ 24437 h 640906"/>
                <a:gd name="connsiteX9" fmla="*/ 138610 w 652383"/>
                <a:gd name="connsiteY9" fmla="*/ 2071 h 640906"/>
                <a:gd name="connsiteX10" fmla="*/ 226831 w 652383"/>
                <a:gd name="connsiteY10" fmla="*/ 43023 h 640906"/>
                <a:gd name="connsiteX11" fmla="*/ 355024 w 652383"/>
                <a:gd name="connsiteY11" fmla="*/ 172988 h 640906"/>
                <a:gd name="connsiteX12" fmla="*/ 446298 w 652383"/>
                <a:gd name="connsiteY12" fmla="*/ 298413 h 640906"/>
                <a:gd name="connsiteX13" fmla="*/ 547494 w 652383"/>
                <a:gd name="connsiteY13" fmla="*/ 443076 h 640906"/>
                <a:gd name="connsiteX14" fmla="*/ 636484 w 652383"/>
                <a:gd name="connsiteY14" fmla="*/ 590778 h 640906"/>
                <a:gd name="connsiteX15" fmla="*/ 622369 w 652383"/>
                <a:gd name="connsiteY15" fmla="*/ 636221 h 640906"/>
                <a:gd name="connsiteX0" fmla="*/ 620664 w 650678"/>
                <a:gd name="connsiteY0" fmla="*/ 636221 h 640906"/>
                <a:gd name="connsiteX1" fmla="*/ 532822 w 650678"/>
                <a:gd name="connsiteY1" fmla="*/ 584855 h 640906"/>
                <a:gd name="connsiteX2" fmla="*/ 484335 w 650678"/>
                <a:gd name="connsiteY2" fmla="*/ 553471 h 640906"/>
                <a:gd name="connsiteX3" fmla="*/ 431087 w 650678"/>
                <a:gd name="connsiteY3" fmla="*/ 518987 h 640906"/>
                <a:gd name="connsiteX4" fmla="*/ 385422 w 650678"/>
                <a:gd name="connsiteY4" fmla="*/ 490149 h 640906"/>
                <a:gd name="connsiteX5" fmla="*/ 336326 w 650678"/>
                <a:gd name="connsiteY5" fmla="*/ 461201 h 640906"/>
                <a:gd name="connsiteX6" fmla="*/ 129047 w 650678"/>
                <a:gd name="connsiteY6" fmla="*/ 321929 h 640906"/>
                <a:gd name="connsiteX7" fmla="*/ 21032 w 650678"/>
                <a:gd name="connsiteY7" fmla="*/ 177298 h 640906"/>
                <a:gd name="connsiteX8" fmla="*/ 34081 w 650678"/>
                <a:gd name="connsiteY8" fmla="*/ 24437 h 640906"/>
                <a:gd name="connsiteX9" fmla="*/ 136905 w 650678"/>
                <a:gd name="connsiteY9" fmla="*/ 2071 h 640906"/>
                <a:gd name="connsiteX10" fmla="*/ 225126 w 650678"/>
                <a:gd name="connsiteY10" fmla="*/ 43023 h 640906"/>
                <a:gd name="connsiteX11" fmla="*/ 353319 w 650678"/>
                <a:gd name="connsiteY11" fmla="*/ 172988 h 640906"/>
                <a:gd name="connsiteX12" fmla="*/ 444593 w 650678"/>
                <a:gd name="connsiteY12" fmla="*/ 298413 h 640906"/>
                <a:gd name="connsiteX13" fmla="*/ 545789 w 650678"/>
                <a:gd name="connsiteY13" fmla="*/ 443076 h 640906"/>
                <a:gd name="connsiteX14" fmla="*/ 634779 w 650678"/>
                <a:gd name="connsiteY14" fmla="*/ 590778 h 640906"/>
                <a:gd name="connsiteX15" fmla="*/ 620664 w 650678"/>
                <a:gd name="connsiteY15" fmla="*/ 636221 h 640906"/>
                <a:gd name="connsiteX0" fmla="*/ 622197 w 652211"/>
                <a:gd name="connsiteY0" fmla="*/ 635531 h 640216"/>
                <a:gd name="connsiteX1" fmla="*/ 534355 w 652211"/>
                <a:gd name="connsiteY1" fmla="*/ 584165 h 640216"/>
                <a:gd name="connsiteX2" fmla="*/ 485868 w 652211"/>
                <a:gd name="connsiteY2" fmla="*/ 552781 h 640216"/>
                <a:gd name="connsiteX3" fmla="*/ 432620 w 652211"/>
                <a:gd name="connsiteY3" fmla="*/ 518297 h 640216"/>
                <a:gd name="connsiteX4" fmla="*/ 386955 w 652211"/>
                <a:gd name="connsiteY4" fmla="*/ 489459 h 640216"/>
                <a:gd name="connsiteX5" fmla="*/ 337859 w 652211"/>
                <a:gd name="connsiteY5" fmla="*/ 460511 h 640216"/>
                <a:gd name="connsiteX6" fmla="*/ 130580 w 652211"/>
                <a:gd name="connsiteY6" fmla="*/ 321239 h 640216"/>
                <a:gd name="connsiteX7" fmla="*/ 22565 w 652211"/>
                <a:gd name="connsiteY7" fmla="*/ 176608 h 640216"/>
                <a:gd name="connsiteX8" fmla="*/ 35614 w 652211"/>
                <a:gd name="connsiteY8" fmla="*/ 23747 h 640216"/>
                <a:gd name="connsiteX9" fmla="*/ 138438 w 652211"/>
                <a:gd name="connsiteY9" fmla="*/ 1381 h 640216"/>
                <a:gd name="connsiteX10" fmla="*/ 226659 w 652211"/>
                <a:gd name="connsiteY10" fmla="*/ 42333 h 640216"/>
                <a:gd name="connsiteX11" fmla="*/ 354852 w 652211"/>
                <a:gd name="connsiteY11" fmla="*/ 172298 h 640216"/>
                <a:gd name="connsiteX12" fmla="*/ 446126 w 652211"/>
                <a:gd name="connsiteY12" fmla="*/ 297723 h 640216"/>
                <a:gd name="connsiteX13" fmla="*/ 547322 w 652211"/>
                <a:gd name="connsiteY13" fmla="*/ 442386 h 640216"/>
                <a:gd name="connsiteX14" fmla="*/ 636312 w 652211"/>
                <a:gd name="connsiteY14" fmla="*/ 590088 h 640216"/>
                <a:gd name="connsiteX15" fmla="*/ 622197 w 652211"/>
                <a:gd name="connsiteY15" fmla="*/ 635531 h 640216"/>
                <a:gd name="connsiteX0" fmla="*/ 622197 w 652211"/>
                <a:gd name="connsiteY0" fmla="*/ 638026 h 642711"/>
                <a:gd name="connsiteX1" fmla="*/ 534355 w 652211"/>
                <a:gd name="connsiteY1" fmla="*/ 586660 h 642711"/>
                <a:gd name="connsiteX2" fmla="*/ 485868 w 652211"/>
                <a:gd name="connsiteY2" fmla="*/ 555276 h 642711"/>
                <a:gd name="connsiteX3" fmla="*/ 432620 w 652211"/>
                <a:gd name="connsiteY3" fmla="*/ 520792 h 642711"/>
                <a:gd name="connsiteX4" fmla="*/ 386955 w 652211"/>
                <a:gd name="connsiteY4" fmla="*/ 491954 h 642711"/>
                <a:gd name="connsiteX5" fmla="*/ 337859 w 652211"/>
                <a:gd name="connsiteY5" fmla="*/ 463006 h 642711"/>
                <a:gd name="connsiteX6" fmla="*/ 130580 w 652211"/>
                <a:gd name="connsiteY6" fmla="*/ 323734 h 642711"/>
                <a:gd name="connsiteX7" fmla="*/ 22565 w 652211"/>
                <a:gd name="connsiteY7" fmla="*/ 179103 h 642711"/>
                <a:gd name="connsiteX8" fmla="*/ 35614 w 652211"/>
                <a:gd name="connsiteY8" fmla="*/ 26242 h 642711"/>
                <a:gd name="connsiteX9" fmla="*/ 138438 w 652211"/>
                <a:gd name="connsiteY9" fmla="*/ 3876 h 642711"/>
                <a:gd name="connsiteX10" fmla="*/ 226659 w 652211"/>
                <a:gd name="connsiteY10" fmla="*/ 44828 h 642711"/>
                <a:gd name="connsiteX11" fmla="*/ 354852 w 652211"/>
                <a:gd name="connsiteY11" fmla="*/ 174793 h 642711"/>
                <a:gd name="connsiteX12" fmla="*/ 446126 w 652211"/>
                <a:gd name="connsiteY12" fmla="*/ 300218 h 642711"/>
                <a:gd name="connsiteX13" fmla="*/ 547322 w 652211"/>
                <a:gd name="connsiteY13" fmla="*/ 444881 h 642711"/>
                <a:gd name="connsiteX14" fmla="*/ 636312 w 652211"/>
                <a:gd name="connsiteY14" fmla="*/ 592583 h 642711"/>
                <a:gd name="connsiteX15" fmla="*/ 622197 w 652211"/>
                <a:gd name="connsiteY15" fmla="*/ 638026 h 642711"/>
                <a:gd name="connsiteX0" fmla="*/ 610945 w 640959"/>
                <a:gd name="connsiteY0" fmla="*/ 638026 h 642711"/>
                <a:gd name="connsiteX1" fmla="*/ 523103 w 640959"/>
                <a:gd name="connsiteY1" fmla="*/ 586660 h 642711"/>
                <a:gd name="connsiteX2" fmla="*/ 474616 w 640959"/>
                <a:gd name="connsiteY2" fmla="*/ 555276 h 642711"/>
                <a:gd name="connsiteX3" fmla="*/ 421368 w 640959"/>
                <a:gd name="connsiteY3" fmla="*/ 520792 h 642711"/>
                <a:gd name="connsiteX4" fmla="*/ 375703 w 640959"/>
                <a:gd name="connsiteY4" fmla="*/ 491954 h 642711"/>
                <a:gd name="connsiteX5" fmla="*/ 326607 w 640959"/>
                <a:gd name="connsiteY5" fmla="*/ 463006 h 642711"/>
                <a:gd name="connsiteX6" fmla="*/ 119328 w 640959"/>
                <a:gd name="connsiteY6" fmla="*/ 323734 h 642711"/>
                <a:gd name="connsiteX7" fmla="*/ 11313 w 640959"/>
                <a:gd name="connsiteY7" fmla="*/ 179103 h 642711"/>
                <a:gd name="connsiteX8" fmla="*/ 24362 w 640959"/>
                <a:gd name="connsiteY8" fmla="*/ 26242 h 642711"/>
                <a:gd name="connsiteX9" fmla="*/ 127186 w 640959"/>
                <a:gd name="connsiteY9" fmla="*/ 3876 h 642711"/>
                <a:gd name="connsiteX10" fmla="*/ 215407 w 640959"/>
                <a:gd name="connsiteY10" fmla="*/ 44828 h 642711"/>
                <a:gd name="connsiteX11" fmla="*/ 343600 w 640959"/>
                <a:gd name="connsiteY11" fmla="*/ 174793 h 642711"/>
                <a:gd name="connsiteX12" fmla="*/ 434874 w 640959"/>
                <a:gd name="connsiteY12" fmla="*/ 300218 h 642711"/>
                <a:gd name="connsiteX13" fmla="*/ 536070 w 640959"/>
                <a:gd name="connsiteY13" fmla="*/ 444881 h 642711"/>
                <a:gd name="connsiteX14" fmla="*/ 625060 w 640959"/>
                <a:gd name="connsiteY14" fmla="*/ 592583 h 642711"/>
                <a:gd name="connsiteX15" fmla="*/ 610945 w 640959"/>
                <a:gd name="connsiteY15" fmla="*/ 638026 h 642711"/>
                <a:gd name="connsiteX0" fmla="*/ 614019 w 644033"/>
                <a:gd name="connsiteY0" fmla="*/ 638026 h 642711"/>
                <a:gd name="connsiteX1" fmla="*/ 526177 w 644033"/>
                <a:gd name="connsiteY1" fmla="*/ 586660 h 642711"/>
                <a:gd name="connsiteX2" fmla="*/ 477690 w 644033"/>
                <a:gd name="connsiteY2" fmla="*/ 555276 h 642711"/>
                <a:gd name="connsiteX3" fmla="*/ 424442 w 644033"/>
                <a:gd name="connsiteY3" fmla="*/ 520792 h 642711"/>
                <a:gd name="connsiteX4" fmla="*/ 378777 w 644033"/>
                <a:gd name="connsiteY4" fmla="*/ 491954 h 642711"/>
                <a:gd name="connsiteX5" fmla="*/ 329681 w 644033"/>
                <a:gd name="connsiteY5" fmla="*/ 463006 h 642711"/>
                <a:gd name="connsiteX6" fmla="*/ 122402 w 644033"/>
                <a:gd name="connsiteY6" fmla="*/ 323734 h 642711"/>
                <a:gd name="connsiteX7" fmla="*/ 14387 w 644033"/>
                <a:gd name="connsiteY7" fmla="*/ 179103 h 642711"/>
                <a:gd name="connsiteX8" fmla="*/ 27436 w 644033"/>
                <a:gd name="connsiteY8" fmla="*/ 26242 h 642711"/>
                <a:gd name="connsiteX9" fmla="*/ 130260 w 644033"/>
                <a:gd name="connsiteY9" fmla="*/ 3876 h 642711"/>
                <a:gd name="connsiteX10" fmla="*/ 218481 w 644033"/>
                <a:gd name="connsiteY10" fmla="*/ 44828 h 642711"/>
                <a:gd name="connsiteX11" fmla="*/ 346674 w 644033"/>
                <a:gd name="connsiteY11" fmla="*/ 174793 h 642711"/>
                <a:gd name="connsiteX12" fmla="*/ 437948 w 644033"/>
                <a:gd name="connsiteY12" fmla="*/ 300218 h 642711"/>
                <a:gd name="connsiteX13" fmla="*/ 539144 w 644033"/>
                <a:gd name="connsiteY13" fmla="*/ 444881 h 642711"/>
                <a:gd name="connsiteX14" fmla="*/ 628134 w 644033"/>
                <a:gd name="connsiteY14" fmla="*/ 592583 h 642711"/>
                <a:gd name="connsiteX15" fmla="*/ 614019 w 644033"/>
                <a:gd name="connsiteY15" fmla="*/ 638026 h 642711"/>
                <a:gd name="connsiteX0" fmla="*/ 614862 w 644876"/>
                <a:gd name="connsiteY0" fmla="*/ 638026 h 642711"/>
                <a:gd name="connsiteX1" fmla="*/ 527020 w 644876"/>
                <a:gd name="connsiteY1" fmla="*/ 586660 h 642711"/>
                <a:gd name="connsiteX2" fmla="*/ 478533 w 644876"/>
                <a:gd name="connsiteY2" fmla="*/ 555276 h 642711"/>
                <a:gd name="connsiteX3" fmla="*/ 425285 w 644876"/>
                <a:gd name="connsiteY3" fmla="*/ 520792 h 642711"/>
                <a:gd name="connsiteX4" fmla="*/ 379620 w 644876"/>
                <a:gd name="connsiteY4" fmla="*/ 491954 h 642711"/>
                <a:gd name="connsiteX5" fmla="*/ 330524 w 644876"/>
                <a:gd name="connsiteY5" fmla="*/ 463006 h 642711"/>
                <a:gd name="connsiteX6" fmla="*/ 123245 w 644876"/>
                <a:gd name="connsiteY6" fmla="*/ 323734 h 642711"/>
                <a:gd name="connsiteX7" fmla="*/ 15230 w 644876"/>
                <a:gd name="connsiteY7" fmla="*/ 179103 h 642711"/>
                <a:gd name="connsiteX8" fmla="*/ 28279 w 644876"/>
                <a:gd name="connsiteY8" fmla="*/ 26242 h 642711"/>
                <a:gd name="connsiteX9" fmla="*/ 131103 w 644876"/>
                <a:gd name="connsiteY9" fmla="*/ 3876 h 642711"/>
                <a:gd name="connsiteX10" fmla="*/ 219324 w 644876"/>
                <a:gd name="connsiteY10" fmla="*/ 44828 h 642711"/>
                <a:gd name="connsiteX11" fmla="*/ 347517 w 644876"/>
                <a:gd name="connsiteY11" fmla="*/ 174793 h 642711"/>
                <a:gd name="connsiteX12" fmla="*/ 438791 w 644876"/>
                <a:gd name="connsiteY12" fmla="*/ 300218 h 642711"/>
                <a:gd name="connsiteX13" fmla="*/ 539987 w 644876"/>
                <a:gd name="connsiteY13" fmla="*/ 444881 h 642711"/>
                <a:gd name="connsiteX14" fmla="*/ 628977 w 644876"/>
                <a:gd name="connsiteY14" fmla="*/ 592583 h 642711"/>
                <a:gd name="connsiteX15" fmla="*/ 614862 w 644876"/>
                <a:gd name="connsiteY15" fmla="*/ 638026 h 642711"/>
                <a:gd name="connsiteX0" fmla="*/ 609973 w 639987"/>
                <a:gd name="connsiteY0" fmla="*/ 638026 h 642711"/>
                <a:gd name="connsiteX1" fmla="*/ 522131 w 639987"/>
                <a:gd name="connsiteY1" fmla="*/ 586660 h 642711"/>
                <a:gd name="connsiteX2" fmla="*/ 473644 w 639987"/>
                <a:gd name="connsiteY2" fmla="*/ 555276 h 642711"/>
                <a:gd name="connsiteX3" fmla="*/ 420396 w 639987"/>
                <a:gd name="connsiteY3" fmla="*/ 520792 h 642711"/>
                <a:gd name="connsiteX4" fmla="*/ 374731 w 639987"/>
                <a:gd name="connsiteY4" fmla="*/ 491954 h 642711"/>
                <a:gd name="connsiteX5" fmla="*/ 325635 w 639987"/>
                <a:gd name="connsiteY5" fmla="*/ 463006 h 642711"/>
                <a:gd name="connsiteX6" fmla="*/ 127955 w 639987"/>
                <a:gd name="connsiteY6" fmla="*/ 330773 h 642711"/>
                <a:gd name="connsiteX7" fmla="*/ 10341 w 639987"/>
                <a:gd name="connsiteY7" fmla="*/ 179103 h 642711"/>
                <a:gd name="connsiteX8" fmla="*/ 23390 w 639987"/>
                <a:gd name="connsiteY8" fmla="*/ 26242 h 642711"/>
                <a:gd name="connsiteX9" fmla="*/ 126214 w 639987"/>
                <a:gd name="connsiteY9" fmla="*/ 3876 h 642711"/>
                <a:gd name="connsiteX10" fmla="*/ 214435 w 639987"/>
                <a:gd name="connsiteY10" fmla="*/ 44828 h 642711"/>
                <a:gd name="connsiteX11" fmla="*/ 342628 w 639987"/>
                <a:gd name="connsiteY11" fmla="*/ 174793 h 642711"/>
                <a:gd name="connsiteX12" fmla="*/ 433902 w 639987"/>
                <a:gd name="connsiteY12" fmla="*/ 300218 h 642711"/>
                <a:gd name="connsiteX13" fmla="*/ 535098 w 639987"/>
                <a:gd name="connsiteY13" fmla="*/ 444881 h 642711"/>
                <a:gd name="connsiteX14" fmla="*/ 624088 w 639987"/>
                <a:gd name="connsiteY14" fmla="*/ 592583 h 642711"/>
                <a:gd name="connsiteX15" fmla="*/ 609973 w 639987"/>
                <a:gd name="connsiteY15" fmla="*/ 638026 h 642711"/>
                <a:gd name="connsiteX0" fmla="*/ 614957 w 644971"/>
                <a:gd name="connsiteY0" fmla="*/ 638490 h 643175"/>
                <a:gd name="connsiteX1" fmla="*/ 527115 w 644971"/>
                <a:gd name="connsiteY1" fmla="*/ 587124 h 643175"/>
                <a:gd name="connsiteX2" fmla="*/ 478628 w 644971"/>
                <a:gd name="connsiteY2" fmla="*/ 555740 h 643175"/>
                <a:gd name="connsiteX3" fmla="*/ 425380 w 644971"/>
                <a:gd name="connsiteY3" fmla="*/ 521256 h 643175"/>
                <a:gd name="connsiteX4" fmla="*/ 379715 w 644971"/>
                <a:gd name="connsiteY4" fmla="*/ 492418 h 643175"/>
                <a:gd name="connsiteX5" fmla="*/ 330619 w 644971"/>
                <a:gd name="connsiteY5" fmla="*/ 463470 h 643175"/>
                <a:gd name="connsiteX6" fmla="*/ 132939 w 644971"/>
                <a:gd name="connsiteY6" fmla="*/ 331237 h 643175"/>
                <a:gd name="connsiteX7" fmla="*/ 7006 w 644971"/>
                <a:gd name="connsiteY7" fmla="*/ 171248 h 643175"/>
                <a:gd name="connsiteX8" fmla="*/ 28374 w 644971"/>
                <a:gd name="connsiteY8" fmla="*/ 26706 h 643175"/>
                <a:gd name="connsiteX9" fmla="*/ 131198 w 644971"/>
                <a:gd name="connsiteY9" fmla="*/ 4340 h 643175"/>
                <a:gd name="connsiteX10" fmla="*/ 219419 w 644971"/>
                <a:gd name="connsiteY10" fmla="*/ 45292 h 643175"/>
                <a:gd name="connsiteX11" fmla="*/ 347612 w 644971"/>
                <a:gd name="connsiteY11" fmla="*/ 175257 h 643175"/>
                <a:gd name="connsiteX12" fmla="*/ 438886 w 644971"/>
                <a:gd name="connsiteY12" fmla="*/ 300682 h 643175"/>
                <a:gd name="connsiteX13" fmla="*/ 540082 w 644971"/>
                <a:gd name="connsiteY13" fmla="*/ 445345 h 643175"/>
                <a:gd name="connsiteX14" fmla="*/ 629072 w 644971"/>
                <a:gd name="connsiteY14" fmla="*/ 593047 h 643175"/>
                <a:gd name="connsiteX15" fmla="*/ 614957 w 644971"/>
                <a:gd name="connsiteY15" fmla="*/ 638490 h 643175"/>
                <a:gd name="connsiteX0" fmla="*/ 620797 w 650811"/>
                <a:gd name="connsiteY0" fmla="*/ 634245 h 638930"/>
                <a:gd name="connsiteX1" fmla="*/ 532955 w 650811"/>
                <a:gd name="connsiteY1" fmla="*/ 582879 h 638930"/>
                <a:gd name="connsiteX2" fmla="*/ 484468 w 650811"/>
                <a:gd name="connsiteY2" fmla="*/ 551495 h 638930"/>
                <a:gd name="connsiteX3" fmla="*/ 431220 w 650811"/>
                <a:gd name="connsiteY3" fmla="*/ 517011 h 638930"/>
                <a:gd name="connsiteX4" fmla="*/ 385555 w 650811"/>
                <a:gd name="connsiteY4" fmla="*/ 488173 h 638930"/>
                <a:gd name="connsiteX5" fmla="*/ 336459 w 650811"/>
                <a:gd name="connsiteY5" fmla="*/ 459225 h 638930"/>
                <a:gd name="connsiteX6" fmla="*/ 138779 w 650811"/>
                <a:gd name="connsiteY6" fmla="*/ 326992 h 638930"/>
                <a:gd name="connsiteX7" fmla="*/ 12846 w 650811"/>
                <a:gd name="connsiteY7" fmla="*/ 167003 h 638930"/>
                <a:gd name="connsiteX8" fmla="*/ 18216 w 650811"/>
                <a:gd name="connsiteY8" fmla="*/ 34619 h 638930"/>
                <a:gd name="connsiteX9" fmla="*/ 137038 w 650811"/>
                <a:gd name="connsiteY9" fmla="*/ 95 h 638930"/>
                <a:gd name="connsiteX10" fmla="*/ 225259 w 650811"/>
                <a:gd name="connsiteY10" fmla="*/ 41047 h 638930"/>
                <a:gd name="connsiteX11" fmla="*/ 353452 w 650811"/>
                <a:gd name="connsiteY11" fmla="*/ 171012 h 638930"/>
                <a:gd name="connsiteX12" fmla="*/ 444726 w 650811"/>
                <a:gd name="connsiteY12" fmla="*/ 296437 h 638930"/>
                <a:gd name="connsiteX13" fmla="*/ 545922 w 650811"/>
                <a:gd name="connsiteY13" fmla="*/ 441100 h 638930"/>
                <a:gd name="connsiteX14" fmla="*/ 634912 w 650811"/>
                <a:gd name="connsiteY14" fmla="*/ 588802 h 638930"/>
                <a:gd name="connsiteX15" fmla="*/ 620797 w 650811"/>
                <a:gd name="connsiteY15" fmla="*/ 634245 h 638930"/>
                <a:gd name="connsiteX0" fmla="*/ 615866 w 645880"/>
                <a:gd name="connsiteY0" fmla="*/ 635296 h 639981"/>
                <a:gd name="connsiteX1" fmla="*/ 528024 w 645880"/>
                <a:gd name="connsiteY1" fmla="*/ 583930 h 639981"/>
                <a:gd name="connsiteX2" fmla="*/ 479537 w 645880"/>
                <a:gd name="connsiteY2" fmla="*/ 552546 h 639981"/>
                <a:gd name="connsiteX3" fmla="*/ 426289 w 645880"/>
                <a:gd name="connsiteY3" fmla="*/ 518062 h 639981"/>
                <a:gd name="connsiteX4" fmla="*/ 380624 w 645880"/>
                <a:gd name="connsiteY4" fmla="*/ 489224 h 639981"/>
                <a:gd name="connsiteX5" fmla="*/ 331528 w 645880"/>
                <a:gd name="connsiteY5" fmla="*/ 460276 h 639981"/>
                <a:gd name="connsiteX6" fmla="*/ 133848 w 645880"/>
                <a:gd name="connsiteY6" fmla="*/ 328043 h 639981"/>
                <a:gd name="connsiteX7" fmla="*/ 7915 w 645880"/>
                <a:gd name="connsiteY7" fmla="*/ 168054 h 639981"/>
                <a:gd name="connsiteX8" fmla="*/ 26083 w 645880"/>
                <a:gd name="connsiteY8" fmla="*/ 26071 h 639981"/>
                <a:gd name="connsiteX9" fmla="*/ 132107 w 645880"/>
                <a:gd name="connsiteY9" fmla="*/ 1146 h 639981"/>
                <a:gd name="connsiteX10" fmla="*/ 220328 w 645880"/>
                <a:gd name="connsiteY10" fmla="*/ 42098 h 639981"/>
                <a:gd name="connsiteX11" fmla="*/ 348521 w 645880"/>
                <a:gd name="connsiteY11" fmla="*/ 172063 h 639981"/>
                <a:gd name="connsiteX12" fmla="*/ 439795 w 645880"/>
                <a:gd name="connsiteY12" fmla="*/ 297488 h 639981"/>
                <a:gd name="connsiteX13" fmla="*/ 540991 w 645880"/>
                <a:gd name="connsiteY13" fmla="*/ 442151 h 639981"/>
                <a:gd name="connsiteX14" fmla="*/ 629981 w 645880"/>
                <a:gd name="connsiteY14" fmla="*/ 589853 h 639981"/>
                <a:gd name="connsiteX15" fmla="*/ 615866 w 645880"/>
                <a:gd name="connsiteY15" fmla="*/ 635296 h 639981"/>
                <a:gd name="connsiteX0" fmla="*/ 615803 w 645817"/>
                <a:gd name="connsiteY0" fmla="*/ 639362 h 644047"/>
                <a:gd name="connsiteX1" fmla="*/ 527961 w 645817"/>
                <a:gd name="connsiteY1" fmla="*/ 587996 h 644047"/>
                <a:gd name="connsiteX2" fmla="*/ 479474 w 645817"/>
                <a:gd name="connsiteY2" fmla="*/ 556612 h 644047"/>
                <a:gd name="connsiteX3" fmla="*/ 426226 w 645817"/>
                <a:gd name="connsiteY3" fmla="*/ 522128 h 644047"/>
                <a:gd name="connsiteX4" fmla="*/ 380561 w 645817"/>
                <a:gd name="connsiteY4" fmla="*/ 493290 h 644047"/>
                <a:gd name="connsiteX5" fmla="*/ 331465 w 645817"/>
                <a:gd name="connsiteY5" fmla="*/ 464342 h 644047"/>
                <a:gd name="connsiteX6" fmla="*/ 133785 w 645817"/>
                <a:gd name="connsiteY6" fmla="*/ 332109 h 644047"/>
                <a:gd name="connsiteX7" fmla="*/ 7852 w 645817"/>
                <a:gd name="connsiteY7" fmla="*/ 172120 h 644047"/>
                <a:gd name="connsiteX8" fmla="*/ 26020 w 645817"/>
                <a:gd name="connsiteY8" fmla="*/ 30137 h 644047"/>
                <a:gd name="connsiteX9" fmla="*/ 130124 w 645817"/>
                <a:gd name="connsiteY9" fmla="*/ 733 h 644047"/>
                <a:gd name="connsiteX10" fmla="*/ 220265 w 645817"/>
                <a:gd name="connsiteY10" fmla="*/ 46164 h 644047"/>
                <a:gd name="connsiteX11" fmla="*/ 348458 w 645817"/>
                <a:gd name="connsiteY11" fmla="*/ 176129 h 644047"/>
                <a:gd name="connsiteX12" fmla="*/ 439732 w 645817"/>
                <a:gd name="connsiteY12" fmla="*/ 301554 h 644047"/>
                <a:gd name="connsiteX13" fmla="*/ 540928 w 645817"/>
                <a:gd name="connsiteY13" fmla="*/ 446217 h 644047"/>
                <a:gd name="connsiteX14" fmla="*/ 629918 w 645817"/>
                <a:gd name="connsiteY14" fmla="*/ 593919 h 644047"/>
                <a:gd name="connsiteX15" fmla="*/ 615803 w 645817"/>
                <a:gd name="connsiteY15" fmla="*/ 639362 h 644047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1654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3387 w 647739"/>
                <a:gd name="connsiteY5" fmla="*/ 46373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82483 w 647739"/>
                <a:gd name="connsiteY4" fmla="*/ 492684 h 643441"/>
                <a:gd name="connsiteX5" fmla="*/ 332107 w 647739"/>
                <a:gd name="connsiteY5" fmla="*/ 465656 h 643441"/>
                <a:gd name="connsiteX6" fmla="*/ 135707 w 647739"/>
                <a:gd name="connsiteY6" fmla="*/ 331503 h 643441"/>
                <a:gd name="connsiteX7" fmla="*/ 9774 w 647739"/>
                <a:gd name="connsiteY7" fmla="*/ 171514 h 643441"/>
                <a:gd name="connsiteX8" fmla="*/ 22183 w 647739"/>
                <a:gd name="connsiteY8" fmla="*/ 37210 h 643441"/>
                <a:gd name="connsiteX9" fmla="*/ 132046 w 647739"/>
                <a:gd name="connsiteY9" fmla="*/ 127 h 643441"/>
                <a:gd name="connsiteX10" fmla="*/ 222187 w 647739"/>
                <a:gd name="connsiteY10" fmla="*/ 45558 h 643441"/>
                <a:gd name="connsiteX11" fmla="*/ 350380 w 647739"/>
                <a:gd name="connsiteY11" fmla="*/ 175523 h 643441"/>
                <a:gd name="connsiteX12" fmla="*/ 449333 w 647739"/>
                <a:gd name="connsiteY12" fmla="*/ 300948 h 643441"/>
                <a:gd name="connsiteX13" fmla="*/ 542850 w 647739"/>
                <a:gd name="connsiteY13" fmla="*/ 445611 h 643441"/>
                <a:gd name="connsiteX14" fmla="*/ 631840 w 647739"/>
                <a:gd name="connsiteY14" fmla="*/ 593313 h 643441"/>
                <a:gd name="connsiteX15" fmla="*/ 617725 w 647739"/>
                <a:gd name="connsiteY15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8148 w 647739"/>
                <a:gd name="connsiteY3" fmla="*/ 521522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6006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87390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47739"/>
                <a:gd name="connsiteY0" fmla="*/ 638756 h 643441"/>
                <a:gd name="connsiteX1" fmla="*/ 529883 w 647739"/>
                <a:gd name="connsiteY1" fmla="*/ 593149 h 643441"/>
                <a:gd name="connsiteX2" fmla="*/ 481396 w 647739"/>
                <a:gd name="connsiteY2" fmla="*/ 559205 h 643441"/>
                <a:gd name="connsiteX3" fmla="*/ 424949 w 647739"/>
                <a:gd name="connsiteY3" fmla="*/ 526001 h 643441"/>
                <a:gd name="connsiteX4" fmla="*/ 332107 w 647739"/>
                <a:gd name="connsiteY4" fmla="*/ 465656 h 643441"/>
                <a:gd name="connsiteX5" fmla="*/ 135707 w 647739"/>
                <a:gd name="connsiteY5" fmla="*/ 331503 h 643441"/>
                <a:gd name="connsiteX6" fmla="*/ 9774 w 647739"/>
                <a:gd name="connsiteY6" fmla="*/ 171514 h 643441"/>
                <a:gd name="connsiteX7" fmla="*/ 22183 w 647739"/>
                <a:gd name="connsiteY7" fmla="*/ 37210 h 643441"/>
                <a:gd name="connsiteX8" fmla="*/ 132046 w 647739"/>
                <a:gd name="connsiteY8" fmla="*/ 127 h 643441"/>
                <a:gd name="connsiteX9" fmla="*/ 222187 w 647739"/>
                <a:gd name="connsiteY9" fmla="*/ 45558 h 643441"/>
                <a:gd name="connsiteX10" fmla="*/ 350380 w 647739"/>
                <a:gd name="connsiteY10" fmla="*/ 175523 h 643441"/>
                <a:gd name="connsiteX11" fmla="*/ 449333 w 647739"/>
                <a:gd name="connsiteY11" fmla="*/ 300948 h 643441"/>
                <a:gd name="connsiteX12" fmla="*/ 542850 w 647739"/>
                <a:gd name="connsiteY12" fmla="*/ 445611 h 643441"/>
                <a:gd name="connsiteX13" fmla="*/ 631840 w 647739"/>
                <a:gd name="connsiteY13" fmla="*/ 593313 h 643441"/>
                <a:gd name="connsiteX14" fmla="*/ 617725 w 647739"/>
                <a:gd name="connsiteY14" fmla="*/ 638756 h 643441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81396 w 651374"/>
                <a:gd name="connsiteY2" fmla="*/ 55920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77556 w 651374"/>
                <a:gd name="connsiteY2" fmla="*/ 560485 h 647645"/>
                <a:gd name="connsiteX3" fmla="*/ 424949 w 651374"/>
                <a:gd name="connsiteY3" fmla="*/ 526001 h 647645"/>
                <a:gd name="connsiteX4" fmla="*/ 332107 w 651374"/>
                <a:gd name="connsiteY4" fmla="*/ 465656 h 647645"/>
                <a:gd name="connsiteX5" fmla="*/ 135707 w 651374"/>
                <a:gd name="connsiteY5" fmla="*/ 331503 h 647645"/>
                <a:gd name="connsiteX6" fmla="*/ 9774 w 651374"/>
                <a:gd name="connsiteY6" fmla="*/ 171514 h 647645"/>
                <a:gd name="connsiteX7" fmla="*/ 22183 w 651374"/>
                <a:gd name="connsiteY7" fmla="*/ 37210 h 647645"/>
                <a:gd name="connsiteX8" fmla="*/ 132046 w 651374"/>
                <a:gd name="connsiteY8" fmla="*/ 127 h 647645"/>
                <a:gd name="connsiteX9" fmla="*/ 222187 w 651374"/>
                <a:gd name="connsiteY9" fmla="*/ 45558 h 647645"/>
                <a:gd name="connsiteX10" fmla="*/ 350380 w 651374"/>
                <a:gd name="connsiteY10" fmla="*/ 175523 h 647645"/>
                <a:gd name="connsiteX11" fmla="*/ 449333 w 651374"/>
                <a:gd name="connsiteY11" fmla="*/ 300948 h 647645"/>
                <a:gd name="connsiteX12" fmla="*/ 542850 w 651374"/>
                <a:gd name="connsiteY12" fmla="*/ 445611 h 647645"/>
                <a:gd name="connsiteX13" fmla="*/ 631840 w 651374"/>
                <a:gd name="connsiteY13" fmla="*/ 593313 h 647645"/>
                <a:gd name="connsiteX14" fmla="*/ 617725 w 651374"/>
                <a:gd name="connsiteY14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494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3210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38756 h 647645"/>
                <a:gd name="connsiteX1" fmla="*/ 529883 w 651374"/>
                <a:gd name="connsiteY1" fmla="*/ 593149 h 647645"/>
                <a:gd name="connsiteX2" fmla="*/ 423029 w 651374"/>
                <a:gd name="connsiteY2" fmla="*/ 526001 h 647645"/>
                <a:gd name="connsiteX3" fmla="*/ 328267 w 651374"/>
                <a:gd name="connsiteY3" fmla="*/ 465656 h 647645"/>
                <a:gd name="connsiteX4" fmla="*/ 135707 w 651374"/>
                <a:gd name="connsiteY4" fmla="*/ 331503 h 647645"/>
                <a:gd name="connsiteX5" fmla="*/ 9774 w 651374"/>
                <a:gd name="connsiteY5" fmla="*/ 171514 h 647645"/>
                <a:gd name="connsiteX6" fmla="*/ 22183 w 651374"/>
                <a:gd name="connsiteY6" fmla="*/ 37210 h 647645"/>
                <a:gd name="connsiteX7" fmla="*/ 132046 w 651374"/>
                <a:gd name="connsiteY7" fmla="*/ 127 h 647645"/>
                <a:gd name="connsiteX8" fmla="*/ 222187 w 651374"/>
                <a:gd name="connsiteY8" fmla="*/ 45558 h 647645"/>
                <a:gd name="connsiteX9" fmla="*/ 350380 w 651374"/>
                <a:gd name="connsiteY9" fmla="*/ 175523 h 647645"/>
                <a:gd name="connsiteX10" fmla="*/ 449333 w 651374"/>
                <a:gd name="connsiteY10" fmla="*/ 300948 h 647645"/>
                <a:gd name="connsiteX11" fmla="*/ 542850 w 651374"/>
                <a:gd name="connsiteY11" fmla="*/ 445611 h 647645"/>
                <a:gd name="connsiteX12" fmla="*/ 631840 w 651374"/>
                <a:gd name="connsiteY12" fmla="*/ 593313 h 647645"/>
                <a:gd name="connsiteX13" fmla="*/ 617725 w 651374"/>
                <a:gd name="connsiteY13" fmla="*/ 638756 h 647645"/>
                <a:gd name="connsiteX0" fmla="*/ 617725 w 651374"/>
                <a:gd name="connsiteY0" fmla="*/ 640873 h 649762"/>
                <a:gd name="connsiteX1" fmla="*/ 529883 w 651374"/>
                <a:gd name="connsiteY1" fmla="*/ 595266 h 649762"/>
                <a:gd name="connsiteX2" fmla="*/ 423029 w 651374"/>
                <a:gd name="connsiteY2" fmla="*/ 528118 h 649762"/>
                <a:gd name="connsiteX3" fmla="*/ 328267 w 651374"/>
                <a:gd name="connsiteY3" fmla="*/ 467773 h 649762"/>
                <a:gd name="connsiteX4" fmla="*/ 135707 w 651374"/>
                <a:gd name="connsiteY4" fmla="*/ 333620 h 649762"/>
                <a:gd name="connsiteX5" fmla="*/ 9774 w 651374"/>
                <a:gd name="connsiteY5" fmla="*/ 173631 h 649762"/>
                <a:gd name="connsiteX6" fmla="*/ 22183 w 651374"/>
                <a:gd name="connsiteY6" fmla="*/ 39327 h 649762"/>
                <a:gd name="connsiteX7" fmla="*/ 132046 w 651374"/>
                <a:gd name="connsiteY7" fmla="*/ 2244 h 649762"/>
                <a:gd name="connsiteX8" fmla="*/ 222187 w 651374"/>
                <a:gd name="connsiteY8" fmla="*/ 47675 h 649762"/>
                <a:gd name="connsiteX9" fmla="*/ 350380 w 651374"/>
                <a:gd name="connsiteY9" fmla="*/ 177640 h 649762"/>
                <a:gd name="connsiteX10" fmla="*/ 449333 w 651374"/>
                <a:gd name="connsiteY10" fmla="*/ 303065 h 649762"/>
                <a:gd name="connsiteX11" fmla="*/ 542850 w 651374"/>
                <a:gd name="connsiteY11" fmla="*/ 447728 h 649762"/>
                <a:gd name="connsiteX12" fmla="*/ 631840 w 651374"/>
                <a:gd name="connsiteY12" fmla="*/ 595430 h 649762"/>
                <a:gd name="connsiteX13" fmla="*/ 617725 w 651374"/>
                <a:gd name="connsiteY13" fmla="*/ 640873 h 64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374" h="649762">
                  <a:moveTo>
                    <a:pt x="617725" y="640873"/>
                  </a:moveTo>
                  <a:cubicBezTo>
                    <a:pt x="573259" y="620225"/>
                    <a:pt x="562332" y="614058"/>
                    <a:pt x="529883" y="595266"/>
                  </a:cubicBezTo>
                  <a:cubicBezTo>
                    <a:pt x="497434" y="576474"/>
                    <a:pt x="456632" y="549367"/>
                    <a:pt x="423029" y="528118"/>
                  </a:cubicBezTo>
                  <a:cubicBezTo>
                    <a:pt x="389426" y="506869"/>
                    <a:pt x="376154" y="500189"/>
                    <a:pt x="328267" y="467773"/>
                  </a:cubicBezTo>
                  <a:cubicBezTo>
                    <a:pt x="280380" y="435357"/>
                    <a:pt x="188789" y="382644"/>
                    <a:pt x="135707" y="333620"/>
                  </a:cubicBezTo>
                  <a:cubicBezTo>
                    <a:pt x="82625" y="284596"/>
                    <a:pt x="28695" y="222680"/>
                    <a:pt x="9774" y="173631"/>
                  </a:cubicBezTo>
                  <a:cubicBezTo>
                    <a:pt x="-9147" y="124582"/>
                    <a:pt x="1804" y="67892"/>
                    <a:pt x="22183" y="39327"/>
                  </a:cubicBezTo>
                  <a:cubicBezTo>
                    <a:pt x="42562" y="10762"/>
                    <a:pt x="90180" y="-6399"/>
                    <a:pt x="132046" y="2244"/>
                  </a:cubicBezTo>
                  <a:cubicBezTo>
                    <a:pt x="164720" y="8989"/>
                    <a:pt x="184518" y="18442"/>
                    <a:pt x="222187" y="47675"/>
                  </a:cubicBezTo>
                  <a:cubicBezTo>
                    <a:pt x="259856" y="76908"/>
                    <a:pt x="320201" y="144034"/>
                    <a:pt x="350380" y="177640"/>
                  </a:cubicBezTo>
                  <a:cubicBezTo>
                    <a:pt x="380559" y="211246"/>
                    <a:pt x="417431" y="257925"/>
                    <a:pt x="449333" y="303065"/>
                  </a:cubicBezTo>
                  <a:cubicBezTo>
                    <a:pt x="482051" y="349360"/>
                    <a:pt x="512432" y="399001"/>
                    <a:pt x="542850" y="447728"/>
                  </a:cubicBezTo>
                  <a:cubicBezTo>
                    <a:pt x="573268" y="496456"/>
                    <a:pt x="604643" y="542762"/>
                    <a:pt x="631840" y="595430"/>
                  </a:cubicBezTo>
                  <a:cubicBezTo>
                    <a:pt x="659037" y="648098"/>
                    <a:pt x="660904" y="660712"/>
                    <a:pt x="617725" y="640873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64EB0690-4A38-4C34-8200-CA6876A6AC65}"/>
                </a:ext>
              </a:extLst>
            </p:cNvPr>
            <p:cNvSpPr/>
            <p:nvPr/>
          </p:nvSpPr>
          <p:spPr>
            <a:xfrm>
              <a:off x="552618" y="3008632"/>
              <a:ext cx="466674" cy="416627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  <a:gd name="connsiteX0" fmla="*/ 319487 w 374000"/>
                <a:gd name="connsiteY0" fmla="*/ 382834 h 385241"/>
                <a:gd name="connsiteX1" fmla="*/ 129854 w 374000"/>
                <a:gd name="connsiteY1" fmla="*/ 298977 h 385241"/>
                <a:gd name="connsiteX2" fmla="*/ 71846 w 374000"/>
                <a:gd name="connsiteY2" fmla="*/ 230010 h 385241"/>
                <a:gd name="connsiteX3" fmla="*/ 50370 w 374000"/>
                <a:gd name="connsiteY3" fmla="*/ 201670 h 385241"/>
                <a:gd name="connsiteX4" fmla="*/ 5148 w 374000"/>
                <a:gd name="connsiteY4" fmla="*/ 97167 h 385241"/>
                <a:gd name="connsiteX5" fmla="*/ 45499 w 374000"/>
                <a:gd name="connsiteY5" fmla="*/ 1077 h 385241"/>
                <a:gd name="connsiteX6" fmla="*/ 170039 w 374000"/>
                <a:gd name="connsiteY6" fmla="*/ 2406 h 385241"/>
                <a:gd name="connsiteX7" fmla="*/ 236461 w 374000"/>
                <a:gd name="connsiteY7" fmla="*/ 7941 h 385241"/>
                <a:gd name="connsiteX8" fmla="*/ 284893 w 374000"/>
                <a:gd name="connsiteY8" fmla="*/ 10709 h 385241"/>
                <a:gd name="connsiteX9" fmla="*/ 310520 w 374000"/>
                <a:gd name="connsiteY9" fmla="*/ 61189 h 385241"/>
                <a:gd name="connsiteX10" fmla="*/ 339524 w 374000"/>
                <a:gd name="connsiteY10" fmla="*/ 325711 h 385241"/>
                <a:gd name="connsiteX11" fmla="*/ 319487 w 374000"/>
                <a:gd name="connsiteY11" fmla="*/ 382834 h 385241"/>
                <a:gd name="connsiteX0" fmla="*/ 319487 w 373224"/>
                <a:gd name="connsiteY0" fmla="*/ 382834 h 389186"/>
                <a:gd name="connsiteX1" fmla="*/ 129854 w 373224"/>
                <a:gd name="connsiteY1" fmla="*/ 298977 h 389186"/>
                <a:gd name="connsiteX2" fmla="*/ 71846 w 373224"/>
                <a:gd name="connsiteY2" fmla="*/ 230010 h 389186"/>
                <a:gd name="connsiteX3" fmla="*/ 50370 w 373224"/>
                <a:gd name="connsiteY3" fmla="*/ 201670 h 389186"/>
                <a:gd name="connsiteX4" fmla="*/ 5148 w 373224"/>
                <a:gd name="connsiteY4" fmla="*/ 97167 h 389186"/>
                <a:gd name="connsiteX5" fmla="*/ 45499 w 373224"/>
                <a:gd name="connsiteY5" fmla="*/ 1077 h 389186"/>
                <a:gd name="connsiteX6" fmla="*/ 170039 w 373224"/>
                <a:gd name="connsiteY6" fmla="*/ 2406 h 389186"/>
                <a:gd name="connsiteX7" fmla="*/ 236461 w 373224"/>
                <a:gd name="connsiteY7" fmla="*/ 7941 h 389186"/>
                <a:gd name="connsiteX8" fmla="*/ 284893 w 373224"/>
                <a:gd name="connsiteY8" fmla="*/ 10709 h 389186"/>
                <a:gd name="connsiteX9" fmla="*/ 310520 w 373224"/>
                <a:gd name="connsiteY9" fmla="*/ 61189 h 389186"/>
                <a:gd name="connsiteX10" fmla="*/ 339524 w 373224"/>
                <a:gd name="connsiteY10" fmla="*/ 325711 h 389186"/>
                <a:gd name="connsiteX11" fmla="*/ 372934 w 373224"/>
                <a:gd name="connsiteY11" fmla="*/ 376867 h 389186"/>
                <a:gd name="connsiteX12" fmla="*/ 319487 w 373224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452"/>
                <a:gd name="connsiteY0" fmla="*/ 382834 h 389186"/>
                <a:gd name="connsiteX1" fmla="*/ 129854 w 411452"/>
                <a:gd name="connsiteY1" fmla="*/ 298977 h 389186"/>
                <a:gd name="connsiteX2" fmla="*/ 71846 w 411452"/>
                <a:gd name="connsiteY2" fmla="*/ 230010 h 389186"/>
                <a:gd name="connsiteX3" fmla="*/ 50370 w 411452"/>
                <a:gd name="connsiteY3" fmla="*/ 201670 h 389186"/>
                <a:gd name="connsiteX4" fmla="*/ 5148 w 411452"/>
                <a:gd name="connsiteY4" fmla="*/ 97167 h 389186"/>
                <a:gd name="connsiteX5" fmla="*/ 45499 w 411452"/>
                <a:gd name="connsiteY5" fmla="*/ 1077 h 389186"/>
                <a:gd name="connsiteX6" fmla="*/ 170039 w 411452"/>
                <a:gd name="connsiteY6" fmla="*/ 2406 h 389186"/>
                <a:gd name="connsiteX7" fmla="*/ 236461 w 411452"/>
                <a:gd name="connsiteY7" fmla="*/ 7941 h 389186"/>
                <a:gd name="connsiteX8" fmla="*/ 284893 w 411452"/>
                <a:gd name="connsiteY8" fmla="*/ 10709 h 389186"/>
                <a:gd name="connsiteX9" fmla="*/ 310520 w 411452"/>
                <a:gd name="connsiteY9" fmla="*/ 61189 h 389186"/>
                <a:gd name="connsiteX10" fmla="*/ 339524 w 411452"/>
                <a:gd name="connsiteY10" fmla="*/ 325711 h 389186"/>
                <a:gd name="connsiteX11" fmla="*/ 411328 w 411452"/>
                <a:gd name="connsiteY11" fmla="*/ 376867 h 389186"/>
                <a:gd name="connsiteX12" fmla="*/ 319487 w 411452"/>
                <a:gd name="connsiteY12" fmla="*/ 382834 h 389186"/>
                <a:gd name="connsiteX0" fmla="*/ 319487 w 411623"/>
                <a:gd name="connsiteY0" fmla="*/ 382834 h 389186"/>
                <a:gd name="connsiteX1" fmla="*/ 129854 w 411623"/>
                <a:gd name="connsiteY1" fmla="*/ 298977 h 389186"/>
                <a:gd name="connsiteX2" fmla="*/ 71846 w 411623"/>
                <a:gd name="connsiteY2" fmla="*/ 230010 h 389186"/>
                <a:gd name="connsiteX3" fmla="*/ 50370 w 411623"/>
                <a:gd name="connsiteY3" fmla="*/ 201670 h 389186"/>
                <a:gd name="connsiteX4" fmla="*/ 5148 w 411623"/>
                <a:gd name="connsiteY4" fmla="*/ 97167 h 389186"/>
                <a:gd name="connsiteX5" fmla="*/ 45499 w 411623"/>
                <a:gd name="connsiteY5" fmla="*/ 1077 h 389186"/>
                <a:gd name="connsiteX6" fmla="*/ 170039 w 411623"/>
                <a:gd name="connsiteY6" fmla="*/ 2406 h 389186"/>
                <a:gd name="connsiteX7" fmla="*/ 236461 w 411623"/>
                <a:gd name="connsiteY7" fmla="*/ 7941 h 389186"/>
                <a:gd name="connsiteX8" fmla="*/ 284893 w 411623"/>
                <a:gd name="connsiteY8" fmla="*/ 10709 h 389186"/>
                <a:gd name="connsiteX9" fmla="*/ 310520 w 411623"/>
                <a:gd name="connsiteY9" fmla="*/ 61189 h 389186"/>
                <a:gd name="connsiteX10" fmla="*/ 339524 w 411623"/>
                <a:gd name="connsiteY10" fmla="*/ 325711 h 389186"/>
                <a:gd name="connsiteX11" fmla="*/ 411328 w 411623"/>
                <a:gd name="connsiteY11" fmla="*/ 376867 h 389186"/>
                <a:gd name="connsiteX12" fmla="*/ 319487 w 411623"/>
                <a:gd name="connsiteY12" fmla="*/ 382834 h 389186"/>
                <a:gd name="connsiteX0" fmla="*/ 319487 w 411623"/>
                <a:gd name="connsiteY0" fmla="*/ 382834 h 389811"/>
                <a:gd name="connsiteX1" fmla="*/ 129854 w 411623"/>
                <a:gd name="connsiteY1" fmla="*/ 298977 h 389811"/>
                <a:gd name="connsiteX2" fmla="*/ 71846 w 411623"/>
                <a:gd name="connsiteY2" fmla="*/ 230010 h 389811"/>
                <a:gd name="connsiteX3" fmla="*/ 50370 w 411623"/>
                <a:gd name="connsiteY3" fmla="*/ 201670 h 389811"/>
                <a:gd name="connsiteX4" fmla="*/ 5148 w 411623"/>
                <a:gd name="connsiteY4" fmla="*/ 97167 h 389811"/>
                <a:gd name="connsiteX5" fmla="*/ 45499 w 411623"/>
                <a:gd name="connsiteY5" fmla="*/ 1077 h 389811"/>
                <a:gd name="connsiteX6" fmla="*/ 170039 w 411623"/>
                <a:gd name="connsiteY6" fmla="*/ 2406 h 389811"/>
                <a:gd name="connsiteX7" fmla="*/ 236461 w 411623"/>
                <a:gd name="connsiteY7" fmla="*/ 7941 h 389811"/>
                <a:gd name="connsiteX8" fmla="*/ 284893 w 411623"/>
                <a:gd name="connsiteY8" fmla="*/ 10709 h 389811"/>
                <a:gd name="connsiteX9" fmla="*/ 310520 w 411623"/>
                <a:gd name="connsiteY9" fmla="*/ 61189 h 389811"/>
                <a:gd name="connsiteX10" fmla="*/ 339524 w 411623"/>
                <a:gd name="connsiteY10" fmla="*/ 325711 h 389811"/>
                <a:gd name="connsiteX11" fmla="*/ 411328 w 411623"/>
                <a:gd name="connsiteY11" fmla="*/ 376867 h 389811"/>
                <a:gd name="connsiteX12" fmla="*/ 319487 w 411623"/>
                <a:gd name="connsiteY12" fmla="*/ 382834 h 389811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000"/>
                <a:gd name="connsiteX1" fmla="*/ 129854 w 411623"/>
                <a:gd name="connsiteY1" fmla="*/ 298977 h 385000"/>
                <a:gd name="connsiteX2" fmla="*/ 71846 w 411623"/>
                <a:gd name="connsiteY2" fmla="*/ 230010 h 385000"/>
                <a:gd name="connsiteX3" fmla="*/ 50370 w 411623"/>
                <a:gd name="connsiteY3" fmla="*/ 201670 h 385000"/>
                <a:gd name="connsiteX4" fmla="*/ 5148 w 411623"/>
                <a:gd name="connsiteY4" fmla="*/ 97167 h 385000"/>
                <a:gd name="connsiteX5" fmla="*/ 45499 w 411623"/>
                <a:gd name="connsiteY5" fmla="*/ 1077 h 385000"/>
                <a:gd name="connsiteX6" fmla="*/ 170039 w 411623"/>
                <a:gd name="connsiteY6" fmla="*/ 2406 h 385000"/>
                <a:gd name="connsiteX7" fmla="*/ 236461 w 411623"/>
                <a:gd name="connsiteY7" fmla="*/ 7941 h 385000"/>
                <a:gd name="connsiteX8" fmla="*/ 284893 w 411623"/>
                <a:gd name="connsiteY8" fmla="*/ 10709 h 385000"/>
                <a:gd name="connsiteX9" fmla="*/ 310520 w 411623"/>
                <a:gd name="connsiteY9" fmla="*/ 61189 h 385000"/>
                <a:gd name="connsiteX10" fmla="*/ 339524 w 411623"/>
                <a:gd name="connsiteY10" fmla="*/ 325711 h 385000"/>
                <a:gd name="connsiteX11" fmla="*/ 411328 w 411623"/>
                <a:gd name="connsiteY11" fmla="*/ 376867 h 385000"/>
                <a:gd name="connsiteX12" fmla="*/ 319487 w 411623"/>
                <a:gd name="connsiteY12" fmla="*/ 382834 h 385000"/>
                <a:gd name="connsiteX0" fmla="*/ 319487 w 411623"/>
                <a:gd name="connsiteY0" fmla="*/ 382834 h 385599"/>
                <a:gd name="connsiteX1" fmla="*/ 161209 w 411623"/>
                <a:gd name="connsiteY1" fmla="*/ 347610 h 385599"/>
                <a:gd name="connsiteX2" fmla="*/ 71846 w 411623"/>
                <a:gd name="connsiteY2" fmla="*/ 230010 h 385599"/>
                <a:gd name="connsiteX3" fmla="*/ 50370 w 411623"/>
                <a:gd name="connsiteY3" fmla="*/ 201670 h 385599"/>
                <a:gd name="connsiteX4" fmla="*/ 5148 w 411623"/>
                <a:gd name="connsiteY4" fmla="*/ 97167 h 385599"/>
                <a:gd name="connsiteX5" fmla="*/ 45499 w 411623"/>
                <a:gd name="connsiteY5" fmla="*/ 1077 h 385599"/>
                <a:gd name="connsiteX6" fmla="*/ 170039 w 411623"/>
                <a:gd name="connsiteY6" fmla="*/ 2406 h 385599"/>
                <a:gd name="connsiteX7" fmla="*/ 236461 w 411623"/>
                <a:gd name="connsiteY7" fmla="*/ 7941 h 385599"/>
                <a:gd name="connsiteX8" fmla="*/ 284893 w 411623"/>
                <a:gd name="connsiteY8" fmla="*/ 10709 h 385599"/>
                <a:gd name="connsiteX9" fmla="*/ 310520 w 411623"/>
                <a:gd name="connsiteY9" fmla="*/ 61189 h 385599"/>
                <a:gd name="connsiteX10" fmla="*/ 339524 w 411623"/>
                <a:gd name="connsiteY10" fmla="*/ 325711 h 385599"/>
                <a:gd name="connsiteX11" fmla="*/ 411328 w 411623"/>
                <a:gd name="connsiteY11" fmla="*/ 376867 h 385599"/>
                <a:gd name="connsiteX12" fmla="*/ 319487 w 411623"/>
                <a:gd name="connsiteY12" fmla="*/ 382834 h 385599"/>
                <a:gd name="connsiteX0" fmla="*/ 302850 w 411623"/>
                <a:gd name="connsiteY0" fmla="*/ 392432 h 393633"/>
                <a:gd name="connsiteX1" fmla="*/ 161209 w 411623"/>
                <a:gd name="connsiteY1" fmla="*/ 347610 h 393633"/>
                <a:gd name="connsiteX2" fmla="*/ 71846 w 411623"/>
                <a:gd name="connsiteY2" fmla="*/ 230010 h 393633"/>
                <a:gd name="connsiteX3" fmla="*/ 50370 w 411623"/>
                <a:gd name="connsiteY3" fmla="*/ 201670 h 393633"/>
                <a:gd name="connsiteX4" fmla="*/ 5148 w 411623"/>
                <a:gd name="connsiteY4" fmla="*/ 97167 h 393633"/>
                <a:gd name="connsiteX5" fmla="*/ 45499 w 411623"/>
                <a:gd name="connsiteY5" fmla="*/ 1077 h 393633"/>
                <a:gd name="connsiteX6" fmla="*/ 170039 w 411623"/>
                <a:gd name="connsiteY6" fmla="*/ 2406 h 393633"/>
                <a:gd name="connsiteX7" fmla="*/ 236461 w 411623"/>
                <a:gd name="connsiteY7" fmla="*/ 7941 h 393633"/>
                <a:gd name="connsiteX8" fmla="*/ 284893 w 411623"/>
                <a:gd name="connsiteY8" fmla="*/ 10709 h 393633"/>
                <a:gd name="connsiteX9" fmla="*/ 310520 w 411623"/>
                <a:gd name="connsiteY9" fmla="*/ 61189 h 393633"/>
                <a:gd name="connsiteX10" fmla="*/ 339524 w 411623"/>
                <a:gd name="connsiteY10" fmla="*/ 325711 h 393633"/>
                <a:gd name="connsiteX11" fmla="*/ 411328 w 411623"/>
                <a:gd name="connsiteY11" fmla="*/ 376867 h 393633"/>
                <a:gd name="connsiteX12" fmla="*/ 302850 w 411623"/>
                <a:gd name="connsiteY12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480"/>
                <a:gd name="connsiteY0" fmla="*/ 392432 h 393633"/>
                <a:gd name="connsiteX1" fmla="*/ 161209 w 411480"/>
                <a:gd name="connsiteY1" fmla="*/ 347610 h 393633"/>
                <a:gd name="connsiteX2" fmla="*/ 71846 w 411480"/>
                <a:gd name="connsiteY2" fmla="*/ 230010 h 393633"/>
                <a:gd name="connsiteX3" fmla="*/ 50370 w 411480"/>
                <a:gd name="connsiteY3" fmla="*/ 201670 h 393633"/>
                <a:gd name="connsiteX4" fmla="*/ 5148 w 411480"/>
                <a:gd name="connsiteY4" fmla="*/ 97167 h 393633"/>
                <a:gd name="connsiteX5" fmla="*/ 45499 w 411480"/>
                <a:gd name="connsiteY5" fmla="*/ 1077 h 393633"/>
                <a:gd name="connsiteX6" fmla="*/ 170039 w 411480"/>
                <a:gd name="connsiteY6" fmla="*/ 2406 h 393633"/>
                <a:gd name="connsiteX7" fmla="*/ 236461 w 411480"/>
                <a:gd name="connsiteY7" fmla="*/ 7941 h 393633"/>
                <a:gd name="connsiteX8" fmla="*/ 284893 w 411480"/>
                <a:gd name="connsiteY8" fmla="*/ 10709 h 393633"/>
                <a:gd name="connsiteX9" fmla="*/ 310520 w 411480"/>
                <a:gd name="connsiteY9" fmla="*/ 61189 h 393633"/>
                <a:gd name="connsiteX10" fmla="*/ 273749 w 411480"/>
                <a:gd name="connsiteY10" fmla="*/ 178497 h 393633"/>
                <a:gd name="connsiteX11" fmla="*/ 339524 w 411480"/>
                <a:gd name="connsiteY11" fmla="*/ 325711 h 393633"/>
                <a:gd name="connsiteX12" fmla="*/ 411328 w 411480"/>
                <a:gd name="connsiteY12" fmla="*/ 376867 h 393633"/>
                <a:gd name="connsiteX13" fmla="*/ 302850 w 411480"/>
                <a:gd name="connsiteY13" fmla="*/ 392432 h 393633"/>
                <a:gd name="connsiteX0" fmla="*/ 302850 w 411503"/>
                <a:gd name="connsiteY0" fmla="*/ 392432 h 393633"/>
                <a:gd name="connsiteX1" fmla="*/ 161209 w 411503"/>
                <a:gd name="connsiteY1" fmla="*/ 347610 h 393633"/>
                <a:gd name="connsiteX2" fmla="*/ 71846 w 411503"/>
                <a:gd name="connsiteY2" fmla="*/ 230010 h 393633"/>
                <a:gd name="connsiteX3" fmla="*/ 50370 w 411503"/>
                <a:gd name="connsiteY3" fmla="*/ 201670 h 393633"/>
                <a:gd name="connsiteX4" fmla="*/ 5148 w 411503"/>
                <a:gd name="connsiteY4" fmla="*/ 97167 h 393633"/>
                <a:gd name="connsiteX5" fmla="*/ 45499 w 411503"/>
                <a:gd name="connsiteY5" fmla="*/ 1077 h 393633"/>
                <a:gd name="connsiteX6" fmla="*/ 170039 w 411503"/>
                <a:gd name="connsiteY6" fmla="*/ 2406 h 393633"/>
                <a:gd name="connsiteX7" fmla="*/ 236461 w 411503"/>
                <a:gd name="connsiteY7" fmla="*/ 7941 h 393633"/>
                <a:gd name="connsiteX8" fmla="*/ 284893 w 411503"/>
                <a:gd name="connsiteY8" fmla="*/ 10709 h 393633"/>
                <a:gd name="connsiteX9" fmla="*/ 310520 w 411503"/>
                <a:gd name="connsiteY9" fmla="*/ 61189 h 393633"/>
                <a:gd name="connsiteX10" fmla="*/ 231515 w 411503"/>
                <a:gd name="connsiteY10" fmla="*/ 172098 h 393633"/>
                <a:gd name="connsiteX11" fmla="*/ 339524 w 411503"/>
                <a:gd name="connsiteY11" fmla="*/ 325711 h 393633"/>
                <a:gd name="connsiteX12" fmla="*/ 411328 w 411503"/>
                <a:gd name="connsiteY12" fmla="*/ 376867 h 393633"/>
                <a:gd name="connsiteX13" fmla="*/ 302850 w 411503"/>
                <a:gd name="connsiteY13" fmla="*/ 392432 h 393633"/>
                <a:gd name="connsiteX0" fmla="*/ 302850 w 411490"/>
                <a:gd name="connsiteY0" fmla="*/ 392432 h 393633"/>
                <a:gd name="connsiteX1" fmla="*/ 161209 w 411490"/>
                <a:gd name="connsiteY1" fmla="*/ 347610 h 393633"/>
                <a:gd name="connsiteX2" fmla="*/ 71846 w 411490"/>
                <a:gd name="connsiteY2" fmla="*/ 230010 h 393633"/>
                <a:gd name="connsiteX3" fmla="*/ 50370 w 411490"/>
                <a:gd name="connsiteY3" fmla="*/ 201670 h 393633"/>
                <a:gd name="connsiteX4" fmla="*/ 5148 w 411490"/>
                <a:gd name="connsiteY4" fmla="*/ 97167 h 393633"/>
                <a:gd name="connsiteX5" fmla="*/ 45499 w 411490"/>
                <a:gd name="connsiteY5" fmla="*/ 1077 h 393633"/>
                <a:gd name="connsiteX6" fmla="*/ 170039 w 411490"/>
                <a:gd name="connsiteY6" fmla="*/ 2406 h 393633"/>
                <a:gd name="connsiteX7" fmla="*/ 236461 w 411490"/>
                <a:gd name="connsiteY7" fmla="*/ 7941 h 393633"/>
                <a:gd name="connsiteX8" fmla="*/ 284893 w 411490"/>
                <a:gd name="connsiteY8" fmla="*/ 10709 h 393633"/>
                <a:gd name="connsiteX9" fmla="*/ 310520 w 411490"/>
                <a:gd name="connsiteY9" fmla="*/ 61189 h 393633"/>
                <a:gd name="connsiteX10" fmla="*/ 254552 w 411490"/>
                <a:gd name="connsiteY10" fmla="*/ 172098 h 393633"/>
                <a:gd name="connsiteX11" fmla="*/ 339524 w 411490"/>
                <a:gd name="connsiteY11" fmla="*/ 325711 h 393633"/>
                <a:gd name="connsiteX12" fmla="*/ 411328 w 411490"/>
                <a:gd name="connsiteY12" fmla="*/ 376867 h 393633"/>
                <a:gd name="connsiteX13" fmla="*/ 302850 w 411490"/>
                <a:gd name="connsiteY13" fmla="*/ 392432 h 393633"/>
                <a:gd name="connsiteX0" fmla="*/ 302850 w 411412"/>
                <a:gd name="connsiteY0" fmla="*/ 392432 h 393633"/>
                <a:gd name="connsiteX1" fmla="*/ 161209 w 411412"/>
                <a:gd name="connsiteY1" fmla="*/ 347610 h 393633"/>
                <a:gd name="connsiteX2" fmla="*/ 71846 w 411412"/>
                <a:gd name="connsiteY2" fmla="*/ 230010 h 393633"/>
                <a:gd name="connsiteX3" fmla="*/ 50370 w 411412"/>
                <a:gd name="connsiteY3" fmla="*/ 201670 h 393633"/>
                <a:gd name="connsiteX4" fmla="*/ 5148 w 411412"/>
                <a:gd name="connsiteY4" fmla="*/ 97167 h 393633"/>
                <a:gd name="connsiteX5" fmla="*/ 45499 w 411412"/>
                <a:gd name="connsiteY5" fmla="*/ 1077 h 393633"/>
                <a:gd name="connsiteX6" fmla="*/ 170039 w 411412"/>
                <a:gd name="connsiteY6" fmla="*/ 2406 h 393633"/>
                <a:gd name="connsiteX7" fmla="*/ 236461 w 411412"/>
                <a:gd name="connsiteY7" fmla="*/ 7941 h 393633"/>
                <a:gd name="connsiteX8" fmla="*/ 284893 w 411412"/>
                <a:gd name="connsiteY8" fmla="*/ 10709 h 393633"/>
                <a:gd name="connsiteX9" fmla="*/ 310520 w 411412"/>
                <a:gd name="connsiteY9" fmla="*/ 61189 h 393633"/>
                <a:gd name="connsiteX10" fmla="*/ 254552 w 411412"/>
                <a:gd name="connsiteY10" fmla="*/ 172098 h 393633"/>
                <a:gd name="connsiteX11" fmla="*/ 291531 w 411412"/>
                <a:gd name="connsiteY11" fmla="*/ 280918 h 393633"/>
                <a:gd name="connsiteX12" fmla="*/ 411328 w 411412"/>
                <a:gd name="connsiteY12" fmla="*/ 376867 h 393633"/>
                <a:gd name="connsiteX13" fmla="*/ 302850 w 411412"/>
                <a:gd name="connsiteY13" fmla="*/ 392432 h 393633"/>
                <a:gd name="connsiteX0" fmla="*/ 302850 w 411419"/>
                <a:gd name="connsiteY0" fmla="*/ 392432 h 393633"/>
                <a:gd name="connsiteX1" fmla="*/ 161209 w 411419"/>
                <a:gd name="connsiteY1" fmla="*/ 347610 h 393633"/>
                <a:gd name="connsiteX2" fmla="*/ 71846 w 411419"/>
                <a:gd name="connsiteY2" fmla="*/ 230010 h 393633"/>
                <a:gd name="connsiteX3" fmla="*/ 50370 w 411419"/>
                <a:gd name="connsiteY3" fmla="*/ 201670 h 393633"/>
                <a:gd name="connsiteX4" fmla="*/ 5148 w 411419"/>
                <a:gd name="connsiteY4" fmla="*/ 97167 h 393633"/>
                <a:gd name="connsiteX5" fmla="*/ 45499 w 411419"/>
                <a:gd name="connsiteY5" fmla="*/ 1077 h 393633"/>
                <a:gd name="connsiteX6" fmla="*/ 170039 w 411419"/>
                <a:gd name="connsiteY6" fmla="*/ 2406 h 393633"/>
                <a:gd name="connsiteX7" fmla="*/ 236461 w 411419"/>
                <a:gd name="connsiteY7" fmla="*/ 7941 h 393633"/>
                <a:gd name="connsiteX8" fmla="*/ 284893 w 411419"/>
                <a:gd name="connsiteY8" fmla="*/ 10709 h 393633"/>
                <a:gd name="connsiteX9" fmla="*/ 310520 w 411419"/>
                <a:gd name="connsiteY9" fmla="*/ 61189 h 393633"/>
                <a:gd name="connsiteX10" fmla="*/ 254552 w 411419"/>
                <a:gd name="connsiteY10" fmla="*/ 172098 h 393633"/>
                <a:gd name="connsiteX11" fmla="*/ 299210 w 411419"/>
                <a:gd name="connsiteY11" fmla="*/ 288597 h 393633"/>
                <a:gd name="connsiteX12" fmla="*/ 411328 w 411419"/>
                <a:gd name="connsiteY12" fmla="*/ 376867 h 393633"/>
                <a:gd name="connsiteX13" fmla="*/ 302850 w 411419"/>
                <a:gd name="connsiteY13" fmla="*/ 392432 h 393633"/>
                <a:gd name="connsiteX0" fmla="*/ 302850 w 411328"/>
                <a:gd name="connsiteY0" fmla="*/ 392432 h 393633"/>
                <a:gd name="connsiteX1" fmla="*/ 161209 w 411328"/>
                <a:gd name="connsiteY1" fmla="*/ 347610 h 393633"/>
                <a:gd name="connsiteX2" fmla="*/ 71846 w 411328"/>
                <a:gd name="connsiteY2" fmla="*/ 230010 h 393633"/>
                <a:gd name="connsiteX3" fmla="*/ 50370 w 411328"/>
                <a:gd name="connsiteY3" fmla="*/ 201670 h 393633"/>
                <a:gd name="connsiteX4" fmla="*/ 5148 w 411328"/>
                <a:gd name="connsiteY4" fmla="*/ 97167 h 393633"/>
                <a:gd name="connsiteX5" fmla="*/ 45499 w 411328"/>
                <a:gd name="connsiteY5" fmla="*/ 1077 h 393633"/>
                <a:gd name="connsiteX6" fmla="*/ 170039 w 411328"/>
                <a:gd name="connsiteY6" fmla="*/ 2406 h 393633"/>
                <a:gd name="connsiteX7" fmla="*/ 236461 w 411328"/>
                <a:gd name="connsiteY7" fmla="*/ 7941 h 393633"/>
                <a:gd name="connsiteX8" fmla="*/ 284893 w 411328"/>
                <a:gd name="connsiteY8" fmla="*/ 10709 h 393633"/>
                <a:gd name="connsiteX9" fmla="*/ 310520 w 411328"/>
                <a:gd name="connsiteY9" fmla="*/ 61189 h 393633"/>
                <a:gd name="connsiteX10" fmla="*/ 254552 w 411328"/>
                <a:gd name="connsiteY10" fmla="*/ 172098 h 393633"/>
                <a:gd name="connsiteX11" fmla="*/ 299210 w 411328"/>
                <a:gd name="connsiteY11" fmla="*/ 288597 h 393633"/>
                <a:gd name="connsiteX12" fmla="*/ 411328 w 411328"/>
                <a:gd name="connsiteY12" fmla="*/ 376867 h 393633"/>
                <a:gd name="connsiteX13" fmla="*/ 302850 w 411328"/>
                <a:gd name="connsiteY13" fmla="*/ 392432 h 39363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10520 w 423701"/>
                <a:gd name="connsiteY9" fmla="*/ 61189 h 395543"/>
                <a:gd name="connsiteX10" fmla="*/ 254552 w 423701"/>
                <a:gd name="connsiteY10" fmla="*/ 172098 h 395543"/>
                <a:gd name="connsiteX11" fmla="*/ 299210 w 423701"/>
                <a:gd name="connsiteY11" fmla="*/ 288597 h 395543"/>
                <a:gd name="connsiteX12" fmla="*/ 411328 w 423701"/>
                <a:gd name="connsiteY12" fmla="*/ 376867 h 395543"/>
                <a:gd name="connsiteX13" fmla="*/ 302850 w 423701"/>
                <a:gd name="connsiteY13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44778 w 423701"/>
                <a:gd name="connsiteY9" fmla="*/ 29399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10709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10520 w 423701"/>
                <a:gd name="connsiteY10" fmla="*/ 61189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284284 w 423701"/>
                <a:gd name="connsiteY10" fmla="*/ 573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75493 w 423701"/>
                <a:gd name="connsiteY9" fmla="*/ 19801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45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299210 w 423701"/>
                <a:gd name="connsiteY12" fmla="*/ 288597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2098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7752 w 423701"/>
                <a:gd name="connsiteY11" fmla="*/ 179137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3701"/>
                <a:gd name="connsiteY0" fmla="*/ 392432 h 395543"/>
                <a:gd name="connsiteX1" fmla="*/ 161209 w 423701"/>
                <a:gd name="connsiteY1" fmla="*/ 347610 h 395543"/>
                <a:gd name="connsiteX2" fmla="*/ 71846 w 423701"/>
                <a:gd name="connsiteY2" fmla="*/ 230010 h 395543"/>
                <a:gd name="connsiteX3" fmla="*/ 50370 w 423701"/>
                <a:gd name="connsiteY3" fmla="*/ 201670 h 395543"/>
                <a:gd name="connsiteX4" fmla="*/ 5148 w 423701"/>
                <a:gd name="connsiteY4" fmla="*/ 97167 h 395543"/>
                <a:gd name="connsiteX5" fmla="*/ 45499 w 423701"/>
                <a:gd name="connsiteY5" fmla="*/ 1077 h 395543"/>
                <a:gd name="connsiteX6" fmla="*/ 170039 w 423701"/>
                <a:gd name="connsiteY6" fmla="*/ 2406 h 395543"/>
                <a:gd name="connsiteX7" fmla="*/ 236461 w 423701"/>
                <a:gd name="connsiteY7" fmla="*/ 7941 h 395543"/>
                <a:gd name="connsiteX8" fmla="*/ 284893 w 423701"/>
                <a:gd name="connsiteY8" fmla="*/ 4950 h 395543"/>
                <a:gd name="connsiteX9" fmla="*/ 362695 w 423701"/>
                <a:gd name="connsiteY9" fmla="*/ 30040 h 395543"/>
                <a:gd name="connsiteX10" fmla="*/ 302201 w 423701"/>
                <a:gd name="connsiteY10" fmla="*/ 60550 h 395543"/>
                <a:gd name="connsiteX11" fmla="*/ 250073 w 423701"/>
                <a:gd name="connsiteY11" fmla="*/ 155461 h 395543"/>
                <a:gd name="connsiteX12" fmla="*/ 306889 w 423701"/>
                <a:gd name="connsiteY12" fmla="*/ 294996 h 395543"/>
                <a:gd name="connsiteX13" fmla="*/ 411328 w 423701"/>
                <a:gd name="connsiteY13" fmla="*/ 376867 h 395543"/>
                <a:gd name="connsiteX14" fmla="*/ 302850 w 42370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306889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4091 w 427891"/>
                <a:gd name="connsiteY12" fmla="*/ 294996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302201 w 427891"/>
                <a:gd name="connsiteY10" fmla="*/ 6055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27891"/>
                <a:gd name="connsiteY0" fmla="*/ 392432 h 395543"/>
                <a:gd name="connsiteX1" fmla="*/ 161209 w 427891"/>
                <a:gd name="connsiteY1" fmla="*/ 347610 h 395543"/>
                <a:gd name="connsiteX2" fmla="*/ 71846 w 427891"/>
                <a:gd name="connsiteY2" fmla="*/ 230010 h 395543"/>
                <a:gd name="connsiteX3" fmla="*/ 50370 w 427891"/>
                <a:gd name="connsiteY3" fmla="*/ 201670 h 395543"/>
                <a:gd name="connsiteX4" fmla="*/ 5148 w 427891"/>
                <a:gd name="connsiteY4" fmla="*/ 97167 h 395543"/>
                <a:gd name="connsiteX5" fmla="*/ 45499 w 427891"/>
                <a:gd name="connsiteY5" fmla="*/ 1077 h 395543"/>
                <a:gd name="connsiteX6" fmla="*/ 170039 w 427891"/>
                <a:gd name="connsiteY6" fmla="*/ 2406 h 395543"/>
                <a:gd name="connsiteX7" fmla="*/ 236461 w 427891"/>
                <a:gd name="connsiteY7" fmla="*/ 7941 h 395543"/>
                <a:gd name="connsiteX8" fmla="*/ 284893 w 427891"/>
                <a:gd name="connsiteY8" fmla="*/ 4950 h 395543"/>
                <a:gd name="connsiteX9" fmla="*/ 362695 w 427891"/>
                <a:gd name="connsiteY9" fmla="*/ 30040 h 395543"/>
                <a:gd name="connsiteX10" fmla="*/ 299002 w 427891"/>
                <a:gd name="connsiteY10" fmla="*/ 58630 h 395543"/>
                <a:gd name="connsiteX11" fmla="*/ 250073 w 427891"/>
                <a:gd name="connsiteY11" fmla="*/ 155461 h 395543"/>
                <a:gd name="connsiteX12" fmla="*/ 299850 w 427891"/>
                <a:gd name="connsiteY12" fmla="*/ 289237 h 395543"/>
                <a:gd name="connsiteX13" fmla="*/ 415807 w 427891"/>
                <a:gd name="connsiteY13" fmla="*/ 376867 h 395543"/>
                <a:gd name="connsiteX14" fmla="*/ 302850 w 427891"/>
                <a:gd name="connsiteY14" fmla="*/ 392432 h 395543"/>
                <a:gd name="connsiteX0" fmla="*/ 302850 w 452059"/>
                <a:gd name="connsiteY0" fmla="*/ 392432 h 395543"/>
                <a:gd name="connsiteX1" fmla="*/ 161209 w 452059"/>
                <a:gd name="connsiteY1" fmla="*/ 347610 h 395543"/>
                <a:gd name="connsiteX2" fmla="*/ 71846 w 452059"/>
                <a:gd name="connsiteY2" fmla="*/ 230010 h 395543"/>
                <a:gd name="connsiteX3" fmla="*/ 50370 w 452059"/>
                <a:gd name="connsiteY3" fmla="*/ 201670 h 395543"/>
                <a:gd name="connsiteX4" fmla="*/ 5148 w 452059"/>
                <a:gd name="connsiteY4" fmla="*/ 97167 h 395543"/>
                <a:gd name="connsiteX5" fmla="*/ 45499 w 452059"/>
                <a:gd name="connsiteY5" fmla="*/ 1077 h 395543"/>
                <a:gd name="connsiteX6" fmla="*/ 170039 w 452059"/>
                <a:gd name="connsiteY6" fmla="*/ 2406 h 395543"/>
                <a:gd name="connsiteX7" fmla="*/ 236461 w 452059"/>
                <a:gd name="connsiteY7" fmla="*/ 7941 h 395543"/>
                <a:gd name="connsiteX8" fmla="*/ 284893 w 452059"/>
                <a:gd name="connsiteY8" fmla="*/ 4950 h 395543"/>
                <a:gd name="connsiteX9" fmla="*/ 362695 w 452059"/>
                <a:gd name="connsiteY9" fmla="*/ 30040 h 395543"/>
                <a:gd name="connsiteX10" fmla="*/ 299002 w 452059"/>
                <a:gd name="connsiteY10" fmla="*/ 58630 h 395543"/>
                <a:gd name="connsiteX11" fmla="*/ 250073 w 452059"/>
                <a:gd name="connsiteY11" fmla="*/ 155461 h 395543"/>
                <a:gd name="connsiteX12" fmla="*/ 299850 w 452059"/>
                <a:gd name="connsiteY12" fmla="*/ 289237 h 395543"/>
                <a:gd name="connsiteX13" fmla="*/ 441403 w 452059"/>
                <a:gd name="connsiteY13" fmla="*/ 376867 h 395543"/>
                <a:gd name="connsiteX14" fmla="*/ 302850 w 452059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9850 w 434501"/>
                <a:gd name="connsiteY12" fmla="*/ 289237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0073 w 434501"/>
                <a:gd name="connsiteY11" fmla="*/ 155461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53912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2695 w 434501"/>
                <a:gd name="connsiteY9" fmla="*/ 30040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86371 w 434501"/>
                <a:gd name="connsiteY9" fmla="*/ 26201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3335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284893 w 434501"/>
                <a:gd name="connsiteY8" fmla="*/ 4950 h 395543"/>
                <a:gd name="connsiteX9" fmla="*/ 369094 w 434501"/>
                <a:gd name="connsiteY9" fmla="*/ 21082 h 395543"/>
                <a:gd name="connsiteX10" fmla="*/ 299002 w 434501"/>
                <a:gd name="connsiteY10" fmla="*/ 58630 h 395543"/>
                <a:gd name="connsiteX11" fmla="*/ 248153 w 434501"/>
                <a:gd name="connsiteY11" fmla="*/ 151622 h 395543"/>
                <a:gd name="connsiteX12" fmla="*/ 293451 w 434501"/>
                <a:gd name="connsiteY12" fmla="*/ 281558 h 395543"/>
                <a:gd name="connsiteX13" fmla="*/ 422846 w 434501"/>
                <a:gd name="connsiteY13" fmla="*/ 376867 h 395543"/>
                <a:gd name="connsiteX14" fmla="*/ 302850 w 434501"/>
                <a:gd name="connsiteY14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432 h 395543"/>
                <a:gd name="connsiteX1" fmla="*/ 161209 w 434501"/>
                <a:gd name="connsiteY1" fmla="*/ 347610 h 395543"/>
                <a:gd name="connsiteX2" fmla="*/ 71846 w 434501"/>
                <a:gd name="connsiteY2" fmla="*/ 230010 h 395543"/>
                <a:gd name="connsiteX3" fmla="*/ 50370 w 434501"/>
                <a:gd name="connsiteY3" fmla="*/ 201670 h 395543"/>
                <a:gd name="connsiteX4" fmla="*/ 5148 w 434501"/>
                <a:gd name="connsiteY4" fmla="*/ 97167 h 395543"/>
                <a:gd name="connsiteX5" fmla="*/ 45499 w 434501"/>
                <a:gd name="connsiteY5" fmla="*/ 1077 h 395543"/>
                <a:gd name="connsiteX6" fmla="*/ 170039 w 434501"/>
                <a:gd name="connsiteY6" fmla="*/ 2406 h 395543"/>
                <a:gd name="connsiteX7" fmla="*/ 236461 w 434501"/>
                <a:gd name="connsiteY7" fmla="*/ 7941 h 395543"/>
                <a:gd name="connsiteX8" fmla="*/ 369094 w 434501"/>
                <a:gd name="connsiteY8" fmla="*/ 21082 h 395543"/>
                <a:gd name="connsiteX9" fmla="*/ 299002 w 434501"/>
                <a:gd name="connsiteY9" fmla="*/ 58630 h 395543"/>
                <a:gd name="connsiteX10" fmla="*/ 248153 w 434501"/>
                <a:gd name="connsiteY10" fmla="*/ 151622 h 395543"/>
                <a:gd name="connsiteX11" fmla="*/ 293451 w 434501"/>
                <a:gd name="connsiteY11" fmla="*/ 281558 h 395543"/>
                <a:gd name="connsiteX12" fmla="*/ 422846 w 434501"/>
                <a:gd name="connsiteY12" fmla="*/ 376867 h 395543"/>
                <a:gd name="connsiteX13" fmla="*/ 302850 w 434501"/>
                <a:gd name="connsiteY13" fmla="*/ 392432 h 395543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2850 w 434501"/>
                <a:gd name="connsiteY0" fmla="*/ 392287 h 395398"/>
                <a:gd name="connsiteX1" fmla="*/ 161209 w 434501"/>
                <a:gd name="connsiteY1" fmla="*/ 347465 h 395398"/>
                <a:gd name="connsiteX2" fmla="*/ 71846 w 434501"/>
                <a:gd name="connsiteY2" fmla="*/ 229865 h 395398"/>
                <a:gd name="connsiteX3" fmla="*/ 50370 w 434501"/>
                <a:gd name="connsiteY3" fmla="*/ 201525 h 395398"/>
                <a:gd name="connsiteX4" fmla="*/ 5148 w 434501"/>
                <a:gd name="connsiteY4" fmla="*/ 97022 h 395398"/>
                <a:gd name="connsiteX5" fmla="*/ 45499 w 434501"/>
                <a:gd name="connsiteY5" fmla="*/ 932 h 395398"/>
                <a:gd name="connsiteX6" fmla="*/ 170039 w 434501"/>
                <a:gd name="connsiteY6" fmla="*/ 2261 h 395398"/>
                <a:gd name="connsiteX7" fmla="*/ 236461 w 434501"/>
                <a:gd name="connsiteY7" fmla="*/ 2677 h 395398"/>
                <a:gd name="connsiteX8" fmla="*/ 369094 w 434501"/>
                <a:gd name="connsiteY8" fmla="*/ 20937 h 395398"/>
                <a:gd name="connsiteX9" fmla="*/ 299002 w 434501"/>
                <a:gd name="connsiteY9" fmla="*/ 58485 h 395398"/>
                <a:gd name="connsiteX10" fmla="*/ 248153 w 434501"/>
                <a:gd name="connsiteY10" fmla="*/ 151477 h 395398"/>
                <a:gd name="connsiteX11" fmla="*/ 293451 w 434501"/>
                <a:gd name="connsiteY11" fmla="*/ 281413 h 395398"/>
                <a:gd name="connsiteX12" fmla="*/ 422846 w 434501"/>
                <a:gd name="connsiteY12" fmla="*/ 376722 h 395398"/>
                <a:gd name="connsiteX13" fmla="*/ 302850 w 434501"/>
                <a:gd name="connsiteY13" fmla="*/ 392287 h 395398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1200 w 432851"/>
                <a:gd name="connsiteY0" fmla="*/ 399964 h 403075"/>
                <a:gd name="connsiteX1" fmla="*/ 159559 w 432851"/>
                <a:gd name="connsiteY1" fmla="*/ 355142 h 403075"/>
                <a:gd name="connsiteX2" fmla="*/ 70196 w 432851"/>
                <a:gd name="connsiteY2" fmla="*/ 237542 h 403075"/>
                <a:gd name="connsiteX3" fmla="*/ 48720 w 432851"/>
                <a:gd name="connsiteY3" fmla="*/ 209202 h 403075"/>
                <a:gd name="connsiteX4" fmla="*/ 3498 w 432851"/>
                <a:gd name="connsiteY4" fmla="*/ 104699 h 403075"/>
                <a:gd name="connsiteX5" fmla="*/ 43849 w 432851"/>
                <a:gd name="connsiteY5" fmla="*/ 8609 h 403075"/>
                <a:gd name="connsiteX6" fmla="*/ 137034 w 432851"/>
                <a:gd name="connsiteY6" fmla="*/ 4819 h 403075"/>
                <a:gd name="connsiteX7" fmla="*/ 234811 w 432851"/>
                <a:gd name="connsiteY7" fmla="*/ 10354 h 403075"/>
                <a:gd name="connsiteX8" fmla="*/ 367444 w 432851"/>
                <a:gd name="connsiteY8" fmla="*/ 28614 h 403075"/>
                <a:gd name="connsiteX9" fmla="*/ 297352 w 432851"/>
                <a:gd name="connsiteY9" fmla="*/ 66162 h 403075"/>
                <a:gd name="connsiteX10" fmla="*/ 246503 w 432851"/>
                <a:gd name="connsiteY10" fmla="*/ 159154 h 403075"/>
                <a:gd name="connsiteX11" fmla="*/ 291801 w 432851"/>
                <a:gd name="connsiteY11" fmla="*/ 289090 h 403075"/>
                <a:gd name="connsiteX12" fmla="*/ 421196 w 432851"/>
                <a:gd name="connsiteY12" fmla="*/ 384399 h 403075"/>
                <a:gd name="connsiteX13" fmla="*/ 301200 w 432851"/>
                <a:gd name="connsiteY13" fmla="*/ 399964 h 40307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75260 w 440667"/>
                <a:gd name="connsiteY8" fmla="*/ 25734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7084 h 400195"/>
                <a:gd name="connsiteX1" fmla="*/ 167375 w 440667"/>
                <a:gd name="connsiteY1" fmla="*/ 352262 h 400195"/>
                <a:gd name="connsiteX2" fmla="*/ 78012 w 440667"/>
                <a:gd name="connsiteY2" fmla="*/ 234662 h 400195"/>
                <a:gd name="connsiteX3" fmla="*/ 56536 w 440667"/>
                <a:gd name="connsiteY3" fmla="*/ 206322 h 400195"/>
                <a:gd name="connsiteX4" fmla="*/ 11314 w 440667"/>
                <a:gd name="connsiteY4" fmla="*/ 101819 h 400195"/>
                <a:gd name="connsiteX5" fmla="*/ 11991 w 440667"/>
                <a:gd name="connsiteY5" fmla="*/ 10208 h 400195"/>
                <a:gd name="connsiteX6" fmla="*/ 144850 w 440667"/>
                <a:gd name="connsiteY6" fmla="*/ 1939 h 400195"/>
                <a:gd name="connsiteX7" fmla="*/ 242627 w 440667"/>
                <a:gd name="connsiteY7" fmla="*/ 7474 h 400195"/>
                <a:gd name="connsiteX8" fmla="*/ 366941 w 440667"/>
                <a:gd name="connsiteY8" fmla="*/ 30213 h 400195"/>
                <a:gd name="connsiteX9" fmla="*/ 305168 w 440667"/>
                <a:gd name="connsiteY9" fmla="*/ 63282 h 400195"/>
                <a:gd name="connsiteX10" fmla="*/ 254319 w 440667"/>
                <a:gd name="connsiteY10" fmla="*/ 156274 h 400195"/>
                <a:gd name="connsiteX11" fmla="*/ 299617 w 440667"/>
                <a:gd name="connsiteY11" fmla="*/ 286210 h 400195"/>
                <a:gd name="connsiteX12" fmla="*/ 429012 w 440667"/>
                <a:gd name="connsiteY12" fmla="*/ 381519 h 400195"/>
                <a:gd name="connsiteX13" fmla="*/ 309016 w 440667"/>
                <a:gd name="connsiteY13" fmla="*/ 397084 h 400195"/>
                <a:gd name="connsiteX0" fmla="*/ 309016 w 440667"/>
                <a:gd name="connsiteY0" fmla="*/ 398219 h 401330"/>
                <a:gd name="connsiteX1" fmla="*/ 167375 w 440667"/>
                <a:gd name="connsiteY1" fmla="*/ 353397 h 401330"/>
                <a:gd name="connsiteX2" fmla="*/ 78012 w 440667"/>
                <a:gd name="connsiteY2" fmla="*/ 235797 h 401330"/>
                <a:gd name="connsiteX3" fmla="*/ 56536 w 440667"/>
                <a:gd name="connsiteY3" fmla="*/ 207457 h 401330"/>
                <a:gd name="connsiteX4" fmla="*/ 11314 w 440667"/>
                <a:gd name="connsiteY4" fmla="*/ 102954 h 401330"/>
                <a:gd name="connsiteX5" fmla="*/ 11991 w 440667"/>
                <a:gd name="connsiteY5" fmla="*/ 11343 h 401330"/>
                <a:gd name="connsiteX6" fmla="*/ 144850 w 440667"/>
                <a:gd name="connsiteY6" fmla="*/ 3074 h 401330"/>
                <a:gd name="connsiteX7" fmla="*/ 245187 w 440667"/>
                <a:gd name="connsiteY7" fmla="*/ 2210 h 401330"/>
                <a:gd name="connsiteX8" fmla="*/ 366941 w 440667"/>
                <a:gd name="connsiteY8" fmla="*/ 31348 h 401330"/>
                <a:gd name="connsiteX9" fmla="*/ 305168 w 440667"/>
                <a:gd name="connsiteY9" fmla="*/ 64417 h 401330"/>
                <a:gd name="connsiteX10" fmla="*/ 254319 w 440667"/>
                <a:gd name="connsiteY10" fmla="*/ 157409 h 401330"/>
                <a:gd name="connsiteX11" fmla="*/ 299617 w 440667"/>
                <a:gd name="connsiteY11" fmla="*/ 287345 h 401330"/>
                <a:gd name="connsiteX12" fmla="*/ 429012 w 440667"/>
                <a:gd name="connsiteY12" fmla="*/ 382654 h 401330"/>
                <a:gd name="connsiteX13" fmla="*/ 309016 w 440667"/>
                <a:gd name="connsiteY13" fmla="*/ 398219 h 401330"/>
                <a:gd name="connsiteX0" fmla="*/ 307188 w 438839"/>
                <a:gd name="connsiteY0" fmla="*/ 400138 h 403249"/>
                <a:gd name="connsiteX1" fmla="*/ 165547 w 438839"/>
                <a:gd name="connsiteY1" fmla="*/ 355316 h 403249"/>
                <a:gd name="connsiteX2" fmla="*/ 76184 w 438839"/>
                <a:gd name="connsiteY2" fmla="*/ 237716 h 403249"/>
                <a:gd name="connsiteX3" fmla="*/ 54708 w 438839"/>
                <a:gd name="connsiteY3" fmla="*/ 209376 h 403249"/>
                <a:gd name="connsiteX4" fmla="*/ 9486 w 438839"/>
                <a:gd name="connsiteY4" fmla="*/ 104873 h 403249"/>
                <a:gd name="connsiteX5" fmla="*/ 10163 w 438839"/>
                <a:gd name="connsiteY5" fmla="*/ 13262 h 403249"/>
                <a:gd name="connsiteX6" fmla="*/ 117426 w 438839"/>
                <a:gd name="connsiteY6" fmla="*/ 1153 h 403249"/>
                <a:gd name="connsiteX7" fmla="*/ 243359 w 438839"/>
                <a:gd name="connsiteY7" fmla="*/ 4129 h 403249"/>
                <a:gd name="connsiteX8" fmla="*/ 365113 w 438839"/>
                <a:gd name="connsiteY8" fmla="*/ 33267 h 403249"/>
                <a:gd name="connsiteX9" fmla="*/ 303340 w 438839"/>
                <a:gd name="connsiteY9" fmla="*/ 66336 h 403249"/>
                <a:gd name="connsiteX10" fmla="*/ 252491 w 438839"/>
                <a:gd name="connsiteY10" fmla="*/ 159328 h 403249"/>
                <a:gd name="connsiteX11" fmla="*/ 297789 w 438839"/>
                <a:gd name="connsiteY11" fmla="*/ 289264 h 403249"/>
                <a:gd name="connsiteX12" fmla="*/ 427184 w 438839"/>
                <a:gd name="connsiteY12" fmla="*/ 384573 h 403249"/>
                <a:gd name="connsiteX13" fmla="*/ 307188 w 438839"/>
                <a:gd name="connsiteY13" fmla="*/ 400138 h 403249"/>
                <a:gd name="connsiteX0" fmla="*/ 307188 w 438839"/>
                <a:gd name="connsiteY0" fmla="*/ 413840 h 416951"/>
                <a:gd name="connsiteX1" fmla="*/ 165547 w 438839"/>
                <a:gd name="connsiteY1" fmla="*/ 369018 h 416951"/>
                <a:gd name="connsiteX2" fmla="*/ 76184 w 438839"/>
                <a:gd name="connsiteY2" fmla="*/ 251418 h 416951"/>
                <a:gd name="connsiteX3" fmla="*/ 54708 w 438839"/>
                <a:gd name="connsiteY3" fmla="*/ 223078 h 416951"/>
                <a:gd name="connsiteX4" fmla="*/ 9486 w 438839"/>
                <a:gd name="connsiteY4" fmla="*/ 118575 h 416951"/>
                <a:gd name="connsiteX5" fmla="*/ 10163 w 438839"/>
                <a:gd name="connsiteY5" fmla="*/ 26964 h 416951"/>
                <a:gd name="connsiteX6" fmla="*/ 117426 w 438839"/>
                <a:gd name="connsiteY6" fmla="*/ 137 h 416951"/>
                <a:gd name="connsiteX7" fmla="*/ 243359 w 438839"/>
                <a:gd name="connsiteY7" fmla="*/ 17831 h 416951"/>
                <a:gd name="connsiteX8" fmla="*/ 365113 w 438839"/>
                <a:gd name="connsiteY8" fmla="*/ 46969 h 416951"/>
                <a:gd name="connsiteX9" fmla="*/ 303340 w 438839"/>
                <a:gd name="connsiteY9" fmla="*/ 80038 h 416951"/>
                <a:gd name="connsiteX10" fmla="*/ 252491 w 438839"/>
                <a:gd name="connsiteY10" fmla="*/ 173030 h 416951"/>
                <a:gd name="connsiteX11" fmla="*/ 297789 w 438839"/>
                <a:gd name="connsiteY11" fmla="*/ 302966 h 416951"/>
                <a:gd name="connsiteX12" fmla="*/ 427184 w 438839"/>
                <a:gd name="connsiteY12" fmla="*/ 398275 h 416951"/>
                <a:gd name="connsiteX13" fmla="*/ 307188 w 438839"/>
                <a:gd name="connsiteY13" fmla="*/ 413840 h 416951"/>
                <a:gd name="connsiteX0" fmla="*/ 307097 w 438748"/>
                <a:gd name="connsiteY0" fmla="*/ 405071 h 408182"/>
                <a:gd name="connsiteX1" fmla="*/ 165456 w 438748"/>
                <a:gd name="connsiteY1" fmla="*/ 360249 h 408182"/>
                <a:gd name="connsiteX2" fmla="*/ 76093 w 438748"/>
                <a:gd name="connsiteY2" fmla="*/ 242649 h 408182"/>
                <a:gd name="connsiteX3" fmla="*/ 54617 w 438748"/>
                <a:gd name="connsiteY3" fmla="*/ 214309 h 408182"/>
                <a:gd name="connsiteX4" fmla="*/ 9395 w 438748"/>
                <a:gd name="connsiteY4" fmla="*/ 109806 h 408182"/>
                <a:gd name="connsiteX5" fmla="*/ 10072 w 438748"/>
                <a:gd name="connsiteY5" fmla="*/ 18195 h 408182"/>
                <a:gd name="connsiteX6" fmla="*/ 116055 w 438748"/>
                <a:gd name="connsiteY6" fmla="*/ 327 h 408182"/>
                <a:gd name="connsiteX7" fmla="*/ 243268 w 438748"/>
                <a:gd name="connsiteY7" fmla="*/ 9062 h 408182"/>
                <a:gd name="connsiteX8" fmla="*/ 365022 w 438748"/>
                <a:gd name="connsiteY8" fmla="*/ 38200 h 408182"/>
                <a:gd name="connsiteX9" fmla="*/ 303249 w 438748"/>
                <a:gd name="connsiteY9" fmla="*/ 71269 h 408182"/>
                <a:gd name="connsiteX10" fmla="*/ 252400 w 438748"/>
                <a:gd name="connsiteY10" fmla="*/ 164261 h 408182"/>
                <a:gd name="connsiteX11" fmla="*/ 297698 w 438748"/>
                <a:gd name="connsiteY11" fmla="*/ 294197 h 408182"/>
                <a:gd name="connsiteX12" fmla="*/ 427093 w 438748"/>
                <a:gd name="connsiteY12" fmla="*/ 389506 h 408182"/>
                <a:gd name="connsiteX13" fmla="*/ 307097 w 438748"/>
                <a:gd name="connsiteY13" fmla="*/ 405071 h 408182"/>
                <a:gd name="connsiteX0" fmla="*/ 311731 w 443382"/>
                <a:gd name="connsiteY0" fmla="*/ 405599 h 408710"/>
                <a:gd name="connsiteX1" fmla="*/ 170090 w 443382"/>
                <a:gd name="connsiteY1" fmla="*/ 360777 h 408710"/>
                <a:gd name="connsiteX2" fmla="*/ 80727 w 443382"/>
                <a:gd name="connsiteY2" fmla="*/ 243177 h 408710"/>
                <a:gd name="connsiteX3" fmla="*/ 59251 w 443382"/>
                <a:gd name="connsiteY3" fmla="*/ 214837 h 408710"/>
                <a:gd name="connsiteX4" fmla="*/ 14029 w 443382"/>
                <a:gd name="connsiteY4" fmla="*/ 110334 h 408710"/>
                <a:gd name="connsiteX5" fmla="*/ 8307 w 443382"/>
                <a:gd name="connsiteY5" fmla="*/ 27682 h 408710"/>
                <a:gd name="connsiteX6" fmla="*/ 120689 w 443382"/>
                <a:gd name="connsiteY6" fmla="*/ 855 h 408710"/>
                <a:gd name="connsiteX7" fmla="*/ 247902 w 443382"/>
                <a:gd name="connsiteY7" fmla="*/ 9590 h 408710"/>
                <a:gd name="connsiteX8" fmla="*/ 369656 w 443382"/>
                <a:gd name="connsiteY8" fmla="*/ 38728 h 408710"/>
                <a:gd name="connsiteX9" fmla="*/ 307883 w 443382"/>
                <a:gd name="connsiteY9" fmla="*/ 71797 h 408710"/>
                <a:gd name="connsiteX10" fmla="*/ 257034 w 443382"/>
                <a:gd name="connsiteY10" fmla="*/ 164789 h 408710"/>
                <a:gd name="connsiteX11" fmla="*/ 302332 w 443382"/>
                <a:gd name="connsiteY11" fmla="*/ 294725 h 408710"/>
                <a:gd name="connsiteX12" fmla="*/ 431727 w 443382"/>
                <a:gd name="connsiteY12" fmla="*/ 390034 h 408710"/>
                <a:gd name="connsiteX13" fmla="*/ 311731 w 443382"/>
                <a:gd name="connsiteY13" fmla="*/ 405599 h 408710"/>
                <a:gd name="connsiteX0" fmla="*/ 313987 w 445638"/>
                <a:gd name="connsiteY0" fmla="*/ 405599 h 408710"/>
                <a:gd name="connsiteX1" fmla="*/ 172346 w 445638"/>
                <a:gd name="connsiteY1" fmla="*/ 360777 h 408710"/>
                <a:gd name="connsiteX2" fmla="*/ 82983 w 445638"/>
                <a:gd name="connsiteY2" fmla="*/ 243177 h 408710"/>
                <a:gd name="connsiteX3" fmla="*/ 61507 w 445638"/>
                <a:gd name="connsiteY3" fmla="*/ 214837 h 408710"/>
                <a:gd name="connsiteX4" fmla="*/ 10526 w 445638"/>
                <a:gd name="connsiteY4" fmla="*/ 139130 h 408710"/>
                <a:gd name="connsiteX5" fmla="*/ 10563 w 445638"/>
                <a:gd name="connsiteY5" fmla="*/ 27682 h 408710"/>
                <a:gd name="connsiteX6" fmla="*/ 122945 w 445638"/>
                <a:gd name="connsiteY6" fmla="*/ 855 h 408710"/>
                <a:gd name="connsiteX7" fmla="*/ 250158 w 445638"/>
                <a:gd name="connsiteY7" fmla="*/ 9590 h 408710"/>
                <a:gd name="connsiteX8" fmla="*/ 371912 w 445638"/>
                <a:gd name="connsiteY8" fmla="*/ 38728 h 408710"/>
                <a:gd name="connsiteX9" fmla="*/ 310139 w 445638"/>
                <a:gd name="connsiteY9" fmla="*/ 71797 h 408710"/>
                <a:gd name="connsiteX10" fmla="*/ 259290 w 445638"/>
                <a:gd name="connsiteY10" fmla="*/ 164789 h 408710"/>
                <a:gd name="connsiteX11" fmla="*/ 304588 w 445638"/>
                <a:gd name="connsiteY11" fmla="*/ 294725 h 408710"/>
                <a:gd name="connsiteX12" fmla="*/ 433983 w 445638"/>
                <a:gd name="connsiteY12" fmla="*/ 390034 h 408710"/>
                <a:gd name="connsiteX13" fmla="*/ 313987 w 445638"/>
                <a:gd name="connsiteY13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5124 w 446775"/>
                <a:gd name="connsiteY0" fmla="*/ 405599 h 408710"/>
                <a:gd name="connsiteX1" fmla="*/ 173483 w 446775"/>
                <a:gd name="connsiteY1" fmla="*/ 360777 h 408710"/>
                <a:gd name="connsiteX2" fmla="*/ 84120 w 446775"/>
                <a:gd name="connsiteY2" fmla="*/ 243177 h 408710"/>
                <a:gd name="connsiteX3" fmla="*/ 11663 w 446775"/>
                <a:gd name="connsiteY3" fmla="*/ 139130 h 408710"/>
                <a:gd name="connsiteX4" fmla="*/ 11700 w 446775"/>
                <a:gd name="connsiteY4" fmla="*/ 27682 h 408710"/>
                <a:gd name="connsiteX5" fmla="*/ 124082 w 446775"/>
                <a:gd name="connsiteY5" fmla="*/ 855 h 408710"/>
                <a:gd name="connsiteX6" fmla="*/ 251295 w 446775"/>
                <a:gd name="connsiteY6" fmla="*/ 9590 h 408710"/>
                <a:gd name="connsiteX7" fmla="*/ 373049 w 446775"/>
                <a:gd name="connsiteY7" fmla="*/ 38728 h 408710"/>
                <a:gd name="connsiteX8" fmla="*/ 311276 w 446775"/>
                <a:gd name="connsiteY8" fmla="*/ 71797 h 408710"/>
                <a:gd name="connsiteX9" fmla="*/ 260427 w 446775"/>
                <a:gd name="connsiteY9" fmla="*/ 164789 h 408710"/>
                <a:gd name="connsiteX10" fmla="*/ 305725 w 446775"/>
                <a:gd name="connsiteY10" fmla="*/ 294725 h 408710"/>
                <a:gd name="connsiteX11" fmla="*/ 435120 w 446775"/>
                <a:gd name="connsiteY11" fmla="*/ 390034 h 408710"/>
                <a:gd name="connsiteX12" fmla="*/ 315124 w 446775"/>
                <a:gd name="connsiteY12" fmla="*/ 405599 h 408710"/>
                <a:gd name="connsiteX0" fmla="*/ 314267 w 445918"/>
                <a:gd name="connsiteY0" fmla="*/ 405599 h 408710"/>
                <a:gd name="connsiteX1" fmla="*/ 172626 w 445918"/>
                <a:gd name="connsiteY1" fmla="*/ 360777 h 408710"/>
                <a:gd name="connsiteX2" fmla="*/ 67265 w 445918"/>
                <a:gd name="connsiteY2" fmla="*/ 266214 h 408710"/>
                <a:gd name="connsiteX3" fmla="*/ 10806 w 445918"/>
                <a:gd name="connsiteY3" fmla="*/ 139130 h 408710"/>
                <a:gd name="connsiteX4" fmla="*/ 10843 w 445918"/>
                <a:gd name="connsiteY4" fmla="*/ 27682 h 408710"/>
                <a:gd name="connsiteX5" fmla="*/ 123225 w 445918"/>
                <a:gd name="connsiteY5" fmla="*/ 855 h 408710"/>
                <a:gd name="connsiteX6" fmla="*/ 250438 w 445918"/>
                <a:gd name="connsiteY6" fmla="*/ 9590 h 408710"/>
                <a:gd name="connsiteX7" fmla="*/ 372192 w 445918"/>
                <a:gd name="connsiteY7" fmla="*/ 38728 h 408710"/>
                <a:gd name="connsiteX8" fmla="*/ 310419 w 445918"/>
                <a:gd name="connsiteY8" fmla="*/ 71797 h 408710"/>
                <a:gd name="connsiteX9" fmla="*/ 259570 w 445918"/>
                <a:gd name="connsiteY9" fmla="*/ 164789 h 408710"/>
                <a:gd name="connsiteX10" fmla="*/ 304868 w 445918"/>
                <a:gd name="connsiteY10" fmla="*/ 294725 h 408710"/>
                <a:gd name="connsiteX11" fmla="*/ 434263 w 445918"/>
                <a:gd name="connsiteY11" fmla="*/ 390034 h 408710"/>
                <a:gd name="connsiteX12" fmla="*/ 314267 w 445918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11524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17075 w 452574"/>
                <a:gd name="connsiteY8" fmla="*/ 71797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64789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0467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80116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6226 w 452574"/>
                <a:gd name="connsiteY9" fmla="*/ 176947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302357 w 452574"/>
                <a:gd name="connsiteY8" fmla="*/ 71797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472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07685 w 452574"/>
                <a:gd name="connsiteY10" fmla="*/ 292805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2574"/>
                <a:gd name="connsiteY0" fmla="*/ 405599 h 408710"/>
                <a:gd name="connsiteX1" fmla="*/ 179282 w 452574"/>
                <a:gd name="connsiteY1" fmla="*/ 360777 h 408710"/>
                <a:gd name="connsiteX2" fmla="*/ 73921 w 452574"/>
                <a:gd name="connsiteY2" fmla="*/ 266214 h 408710"/>
                <a:gd name="connsiteX3" fmla="*/ 5944 w 452574"/>
                <a:gd name="connsiteY3" fmla="*/ 139130 h 408710"/>
                <a:gd name="connsiteX4" fmla="*/ 17499 w 452574"/>
                <a:gd name="connsiteY4" fmla="*/ 27682 h 408710"/>
                <a:gd name="connsiteX5" fmla="*/ 129881 w 452574"/>
                <a:gd name="connsiteY5" fmla="*/ 855 h 408710"/>
                <a:gd name="connsiteX6" fmla="*/ 257094 w 452574"/>
                <a:gd name="connsiteY6" fmla="*/ 9590 h 408710"/>
                <a:gd name="connsiteX7" fmla="*/ 378848 w 452574"/>
                <a:gd name="connsiteY7" fmla="*/ 38728 h 408710"/>
                <a:gd name="connsiteX8" fmla="*/ 293398 w 452574"/>
                <a:gd name="connsiteY8" fmla="*/ 83955 h 408710"/>
                <a:gd name="connsiteX9" fmla="*/ 260467 w 452574"/>
                <a:gd name="connsiteY9" fmla="*/ 182706 h 408710"/>
                <a:gd name="connsiteX10" fmla="*/ 313444 w 452574"/>
                <a:gd name="connsiteY10" fmla="*/ 304963 h 408710"/>
                <a:gd name="connsiteX11" fmla="*/ 440919 w 452574"/>
                <a:gd name="connsiteY11" fmla="*/ 390034 h 408710"/>
                <a:gd name="connsiteX12" fmla="*/ 320923 w 452574"/>
                <a:gd name="connsiteY12" fmla="*/ 405599 h 408710"/>
                <a:gd name="connsiteX0" fmla="*/ 320923 w 459818"/>
                <a:gd name="connsiteY0" fmla="*/ 405599 h 418623"/>
                <a:gd name="connsiteX1" fmla="*/ 179282 w 459818"/>
                <a:gd name="connsiteY1" fmla="*/ 360777 h 418623"/>
                <a:gd name="connsiteX2" fmla="*/ 73921 w 459818"/>
                <a:gd name="connsiteY2" fmla="*/ 266214 h 418623"/>
                <a:gd name="connsiteX3" fmla="*/ 5944 w 459818"/>
                <a:gd name="connsiteY3" fmla="*/ 139130 h 418623"/>
                <a:gd name="connsiteX4" fmla="*/ 17499 w 459818"/>
                <a:gd name="connsiteY4" fmla="*/ 27682 h 418623"/>
                <a:gd name="connsiteX5" fmla="*/ 129881 w 459818"/>
                <a:gd name="connsiteY5" fmla="*/ 855 h 418623"/>
                <a:gd name="connsiteX6" fmla="*/ 257094 w 459818"/>
                <a:gd name="connsiteY6" fmla="*/ 9590 h 418623"/>
                <a:gd name="connsiteX7" fmla="*/ 378848 w 459818"/>
                <a:gd name="connsiteY7" fmla="*/ 38728 h 418623"/>
                <a:gd name="connsiteX8" fmla="*/ 293398 w 459818"/>
                <a:gd name="connsiteY8" fmla="*/ 83955 h 418623"/>
                <a:gd name="connsiteX9" fmla="*/ 260467 w 459818"/>
                <a:gd name="connsiteY9" fmla="*/ 182706 h 418623"/>
                <a:gd name="connsiteX10" fmla="*/ 313444 w 459818"/>
                <a:gd name="connsiteY10" fmla="*/ 304963 h 418623"/>
                <a:gd name="connsiteX11" fmla="*/ 448598 w 459818"/>
                <a:gd name="connsiteY11" fmla="*/ 407312 h 418623"/>
                <a:gd name="connsiteX12" fmla="*/ 320923 w 459818"/>
                <a:gd name="connsiteY12" fmla="*/ 405599 h 418623"/>
                <a:gd name="connsiteX0" fmla="*/ 320923 w 447764"/>
                <a:gd name="connsiteY0" fmla="*/ 405599 h 408710"/>
                <a:gd name="connsiteX1" fmla="*/ 179282 w 447764"/>
                <a:gd name="connsiteY1" fmla="*/ 360777 h 408710"/>
                <a:gd name="connsiteX2" fmla="*/ 73921 w 447764"/>
                <a:gd name="connsiteY2" fmla="*/ 266214 h 408710"/>
                <a:gd name="connsiteX3" fmla="*/ 5944 w 447764"/>
                <a:gd name="connsiteY3" fmla="*/ 139130 h 408710"/>
                <a:gd name="connsiteX4" fmla="*/ 17499 w 447764"/>
                <a:gd name="connsiteY4" fmla="*/ 27682 h 408710"/>
                <a:gd name="connsiteX5" fmla="*/ 129881 w 447764"/>
                <a:gd name="connsiteY5" fmla="*/ 855 h 408710"/>
                <a:gd name="connsiteX6" fmla="*/ 257094 w 447764"/>
                <a:gd name="connsiteY6" fmla="*/ 9590 h 408710"/>
                <a:gd name="connsiteX7" fmla="*/ 378848 w 447764"/>
                <a:gd name="connsiteY7" fmla="*/ 38728 h 408710"/>
                <a:gd name="connsiteX8" fmla="*/ 293398 w 447764"/>
                <a:gd name="connsiteY8" fmla="*/ 83955 h 408710"/>
                <a:gd name="connsiteX9" fmla="*/ 260467 w 447764"/>
                <a:gd name="connsiteY9" fmla="*/ 182706 h 408710"/>
                <a:gd name="connsiteX10" fmla="*/ 313444 w 447764"/>
                <a:gd name="connsiteY10" fmla="*/ 304963 h 408710"/>
                <a:gd name="connsiteX11" fmla="*/ 435800 w 447764"/>
                <a:gd name="connsiteY11" fmla="*/ 390035 h 408710"/>
                <a:gd name="connsiteX12" fmla="*/ 320923 w 447764"/>
                <a:gd name="connsiteY12" fmla="*/ 405599 h 408710"/>
                <a:gd name="connsiteX0" fmla="*/ 320923 w 447764"/>
                <a:gd name="connsiteY0" fmla="*/ 405599 h 409468"/>
                <a:gd name="connsiteX1" fmla="*/ 179282 w 447764"/>
                <a:gd name="connsiteY1" fmla="*/ 360777 h 409468"/>
                <a:gd name="connsiteX2" fmla="*/ 73921 w 447764"/>
                <a:gd name="connsiteY2" fmla="*/ 266214 h 409468"/>
                <a:gd name="connsiteX3" fmla="*/ 5944 w 447764"/>
                <a:gd name="connsiteY3" fmla="*/ 139130 h 409468"/>
                <a:gd name="connsiteX4" fmla="*/ 17499 w 447764"/>
                <a:gd name="connsiteY4" fmla="*/ 27682 h 409468"/>
                <a:gd name="connsiteX5" fmla="*/ 129881 w 447764"/>
                <a:gd name="connsiteY5" fmla="*/ 855 h 409468"/>
                <a:gd name="connsiteX6" fmla="*/ 257094 w 447764"/>
                <a:gd name="connsiteY6" fmla="*/ 9590 h 409468"/>
                <a:gd name="connsiteX7" fmla="*/ 378848 w 447764"/>
                <a:gd name="connsiteY7" fmla="*/ 38728 h 409468"/>
                <a:gd name="connsiteX8" fmla="*/ 293398 w 447764"/>
                <a:gd name="connsiteY8" fmla="*/ 83955 h 409468"/>
                <a:gd name="connsiteX9" fmla="*/ 260467 w 447764"/>
                <a:gd name="connsiteY9" fmla="*/ 182706 h 409468"/>
                <a:gd name="connsiteX10" fmla="*/ 313444 w 447764"/>
                <a:gd name="connsiteY10" fmla="*/ 304963 h 409468"/>
                <a:gd name="connsiteX11" fmla="*/ 435800 w 447764"/>
                <a:gd name="connsiteY11" fmla="*/ 391955 h 409468"/>
                <a:gd name="connsiteX12" fmla="*/ 320923 w 447764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1177"/>
                <a:gd name="connsiteY0" fmla="*/ 405599 h 409468"/>
                <a:gd name="connsiteX1" fmla="*/ 179282 w 441177"/>
                <a:gd name="connsiteY1" fmla="*/ 360777 h 409468"/>
                <a:gd name="connsiteX2" fmla="*/ 73921 w 441177"/>
                <a:gd name="connsiteY2" fmla="*/ 266214 h 409468"/>
                <a:gd name="connsiteX3" fmla="*/ 5944 w 441177"/>
                <a:gd name="connsiteY3" fmla="*/ 139130 h 409468"/>
                <a:gd name="connsiteX4" fmla="*/ 17499 w 441177"/>
                <a:gd name="connsiteY4" fmla="*/ 27682 h 409468"/>
                <a:gd name="connsiteX5" fmla="*/ 129881 w 441177"/>
                <a:gd name="connsiteY5" fmla="*/ 855 h 409468"/>
                <a:gd name="connsiteX6" fmla="*/ 257094 w 441177"/>
                <a:gd name="connsiteY6" fmla="*/ 9590 h 409468"/>
                <a:gd name="connsiteX7" fmla="*/ 378848 w 441177"/>
                <a:gd name="connsiteY7" fmla="*/ 38728 h 409468"/>
                <a:gd name="connsiteX8" fmla="*/ 293398 w 441177"/>
                <a:gd name="connsiteY8" fmla="*/ 83955 h 409468"/>
                <a:gd name="connsiteX9" fmla="*/ 260467 w 441177"/>
                <a:gd name="connsiteY9" fmla="*/ 182706 h 409468"/>
                <a:gd name="connsiteX10" fmla="*/ 313444 w 441177"/>
                <a:gd name="connsiteY10" fmla="*/ 304963 h 409468"/>
                <a:gd name="connsiteX11" fmla="*/ 428761 w 441177"/>
                <a:gd name="connsiteY11" fmla="*/ 391955 h 409468"/>
                <a:gd name="connsiteX12" fmla="*/ 320923 w 441177"/>
                <a:gd name="connsiteY12" fmla="*/ 405599 h 409468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13444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6046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6627 w 445370"/>
                <a:gd name="connsiteY9" fmla="*/ 182706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87639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599 h 407632"/>
                <a:gd name="connsiteX1" fmla="*/ 179282 w 445370"/>
                <a:gd name="connsiteY1" fmla="*/ 360777 h 407632"/>
                <a:gd name="connsiteX2" fmla="*/ 73921 w 445370"/>
                <a:gd name="connsiteY2" fmla="*/ 266214 h 407632"/>
                <a:gd name="connsiteX3" fmla="*/ 5944 w 445370"/>
                <a:gd name="connsiteY3" fmla="*/ 139130 h 407632"/>
                <a:gd name="connsiteX4" fmla="*/ 17499 w 445370"/>
                <a:gd name="connsiteY4" fmla="*/ 27682 h 407632"/>
                <a:gd name="connsiteX5" fmla="*/ 129881 w 445370"/>
                <a:gd name="connsiteY5" fmla="*/ 855 h 407632"/>
                <a:gd name="connsiteX6" fmla="*/ 257094 w 445370"/>
                <a:gd name="connsiteY6" fmla="*/ 9590 h 407632"/>
                <a:gd name="connsiteX7" fmla="*/ 378848 w 445370"/>
                <a:gd name="connsiteY7" fmla="*/ 38728 h 407632"/>
                <a:gd name="connsiteX8" fmla="*/ 293398 w 445370"/>
                <a:gd name="connsiteY8" fmla="*/ 83955 h 407632"/>
                <a:gd name="connsiteX9" fmla="*/ 257907 w 445370"/>
                <a:gd name="connsiteY9" fmla="*/ 190385 h 407632"/>
                <a:gd name="connsiteX10" fmla="*/ 307045 w 445370"/>
                <a:gd name="connsiteY10" fmla="*/ 304963 h 407632"/>
                <a:gd name="connsiteX11" fmla="*/ 428761 w 445370"/>
                <a:gd name="connsiteY11" fmla="*/ 391955 h 407632"/>
                <a:gd name="connsiteX12" fmla="*/ 320923 w 445370"/>
                <a:gd name="connsiteY12" fmla="*/ 405599 h 407632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5464 h 407497"/>
                <a:gd name="connsiteX1" fmla="*/ 179282 w 445370"/>
                <a:gd name="connsiteY1" fmla="*/ 360642 h 407497"/>
                <a:gd name="connsiteX2" fmla="*/ 73921 w 445370"/>
                <a:gd name="connsiteY2" fmla="*/ 266079 h 407497"/>
                <a:gd name="connsiteX3" fmla="*/ 5944 w 445370"/>
                <a:gd name="connsiteY3" fmla="*/ 138995 h 407497"/>
                <a:gd name="connsiteX4" fmla="*/ 17499 w 445370"/>
                <a:gd name="connsiteY4" fmla="*/ 27547 h 407497"/>
                <a:gd name="connsiteX5" fmla="*/ 129881 w 445370"/>
                <a:gd name="connsiteY5" fmla="*/ 720 h 407497"/>
                <a:gd name="connsiteX6" fmla="*/ 257094 w 445370"/>
                <a:gd name="connsiteY6" fmla="*/ 9455 h 407497"/>
                <a:gd name="connsiteX7" fmla="*/ 371169 w 445370"/>
                <a:gd name="connsiteY7" fmla="*/ 28354 h 407497"/>
                <a:gd name="connsiteX8" fmla="*/ 293398 w 445370"/>
                <a:gd name="connsiteY8" fmla="*/ 83820 h 407497"/>
                <a:gd name="connsiteX9" fmla="*/ 257907 w 445370"/>
                <a:gd name="connsiteY9" fmla="*/ 190250 h 407497"/>
                <a:gd name="connsiteX10" fmla="*/ 307045 w 445370"/>
                <a:gd name="connsiteY10" fmla="*/ 304828 h 407497"/>
                <a:gd name="connsiteX11" fmla="*/ 428761 w 445370"/>
                <a:gd name="connsiteY11" fmla="*/ 391820 h 407497"/>
                <a:gd name="connsiteX12" fmla="*/ 320923 w 445370"/>
                <a:gd name="connsiteY12" fmla="*/ 405464 h 407497"/>
                <a:gd name="connsiteX0" fmla="*/ 320923 w 445370"/>
                <a:gd name="connsiteY0" fmla="*/ 406024 h 408057"/>
                <a:gd name="connsiteX1" fmla="*/ 179282 w 445370"/>
                <a:gd name="connsiteY1" fmla="*/ 361202 h 408057"/>
                <a:gd name="connsiteX2" fmla="*/ 73921 w 445370"/>
                <a:gd name="connsiteY2" fmla="*/ 266639 h 408057"/>
                <a:gd name="connsiteX3" fmla="*/ 5944 w 445370"/>
                <a:gd name="connsiteY3" fmla="*/ 139555 h 408057"/>
                <a:gd name="connsiteX4" fmla="*/ 17499 w 445370"/>
                <a:gd name="connsiteY4" fmla="*/ 28107 h 408057"/>
                <a:gd name="connsiteX5" fmla="*/ 129881 w 445370"/>
                <a:gd name="connsiteY5" fmla="*/ 1280 h 408057"/>
                <a:gd name="connsiteX6" fmla="*/ 250695 w 445370"/>
                <a:gd name="connsiteY6" fmla="*/ 6816 h 408057"/>
                <a:gd name="connsiteX7" fmla="*/ 371169 w 445370"/>
                <a:gd name="connsiteY7" fmla="*/ 28914 h 408057"/>
                <a:gd name="connsiteX8" fmla="*/ 293398 w 445370"/>
                <a:gd name="connsiteY8" fmla="*/ 84380 h 408057"/>
                <a:gd name="connsiteX9" fmla="*/ 257907 w 445370"/>
                <a:gd name="connsiteY9" fmla="*/ 190810 h 408057"/>
                <a:gd name="connsiteX10" fmla="*/ 307045 w 445370"/>
                <a:gd name="connsiteY10" fmla="*/ 305388 h 408057"/>
                <a:gd name="connsiteX11" fmla="*/ 428761 w 445370"/>
                <a:gd name="connsiteY11" fmla="*/ 392380 h 408057"/>
                <a:gd name="connsiteX12" fmla="*/ 320923 w 445370"/>
                <a:gd name="connsiteY12" fmla="*/ 406024 h 408057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0113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19640 w 444087"/>
                <a:gd name="connsiteY0" fmla="*/ 406582 h 408615"/>
                <a:gd name="connsiteX1" fmla="*/ 177999 w 444087"/>
                <a:gd name="connsiteY1" fmla="*/ 361760 h 408615"/>
                <a:gd name="connsiteX2" fmla="*/ 72638 w 444087"/>
                <a:gd name="connsiteY2" fmla="*/ 267197 h 408615"/>
                <a:gd name="connsiteX3" fmla="*/ 4661 w 444087"/>
                <a:gd name="connsiteY3" fmla="*/ 145232 h 408615"/>
                <a:gd name="connsiteX4" fmla="*/ 16216 w 444087"/>
                <a:gd name="connsiteY4" fmla="*/ 28665 h 408615"/>
                <a:gd name="connsiteX5" fmla="*/ 98523 w 444087"/>
                <a:gd name="connsiteY5" fmla="*/ 1198 h 408615"/>
                <a:gd name="connsiteX6" fmla="*/ 249412 w 444087"/>
                <a:gd name="connsiteY6" fmla="*/ 7374 h 408615"/>
                <a:gd name="connsiteX7" fmla="*/ 369886 w 444087"/>
                <a:gd name="connsiteY7" fmla="*/ 29472 h 408615"/>
                <a:gd name="connsiteX8" fmla="*/ 292115 w 444087"/>
                <a:gd name="connsiteY8" fmla="*/ 84938 h 408615"/>
                <a:gd name="connsiteX9" fmla="*/ 256624 w 444087"/>
                <a:gd name="connsiteY9" fmla="*/ 191368 h 408615"/>
                <a:gd name="connsiteX10" fmla="*/ 305762 w 444087"/>
                <a:gd name="connsiteY10" fmla="*/ 305946 h 408615"/>
                <a:gd name="connsiteX11" fmla="*/ 427478 w 444087"/>
                <a:gd name="connsiteY11" fmla="*/ 392938 h 408615"/>
                <a:gd name="connsiteX12" fmla="*/ 319640 w 444087"/>
                <a:gd name="connsiteY12" fmla="*/ 406582 h 408615"/>
                <a:gd name="connsiteX0" fmla="*/ 325135 w 449582"/>
                <a:gd name="connsiteY0" fmla="*/ 406582 h 408615"/>
                <a:gd name="connsiteX1" fmla="*/ 183494 w 449582"/>
                <a:gd name="connsiteY1" fmla="*/ 361760 h 408615"/>
                <a:gd name="connsiteX2" fmla="*/ 78133 w 449582"/>
                <a:gd name="connsiteY2" fmla="*/ 267197 h 408615"/>
                <a:gd name="connsiteX3" fmla="*/ 10156 w 449582"/>
                <a:gd name="connsiteY3" fmla="*/ 145232 h 408615"/>
                <a:gd name="connsiteX4" fmla="*/ 10193 w 449582"/>
                <a:gd name="connsiteY4" fmla="*/ 28665 h 408615"/>
                <a:gd name="connsiteX5" fmla="*/ 104018 w 449582"/>
                <a:gd name="connsiteY5" fmla="*/ 1198 h 408615"/>
                <a:gd name="connsiteX6" fmla="*/ 254907 w 449582"/>
                <a:gd name="connsiteY6" fmla="*/ 7374 h 408615"/>
                <a:gd name="connsiteX7" fmla="*/ 375381 w 449582"/>
                <a:gd name="connsiteY7" fmla="*/ 29472 h 408615"/>
                <a:gd name="connsiteX8" fmla="*/ 297610 w 449582"/>
                <a:gd name="connsiteY8" fmla="*/ 84938 h 408615"/>
                <a:gd name="connsiteX9" fmla="*/ 262119 w 449582"/>
                <a:gd name="connsiteY9" fmla="*/ 191368 h 408615"/>
                <a:gd name="connsiteX10" fmla="*/ 311257 w 449582"/>
                <a:gd name="connsiteY10" fmla="*/ 305946 h 408615"/>
                <a:gd name="connsiteX11" fmla="*/ 432973 w 449582"/>
                <a:gd name="connsiteY11" fmla="*/ 392938 h 408615"/>
                <a:gd name="connsiteX12" fmla="*/ 325135 w 449582"/>
                <a:gd name="connsiteY12" fmla="*/ 406582 h 408615"/>
                <a:gd name="connsiteX0" fmla="*/ 323622 w 448069"/>
                <a:gd name="connsiteY0" fmla="*/ 406582 h 408615"/>
                <a:gd name="connsiteX1" fmla="*/ 181981 w 448069"/>
                <a:gd name="connsiteY1" fmla="*/ 361760 h 408615"/>
                <a:gd name="connsiteX2" fmla="*/ 76620 w 448069"/>
                <a:gd name="connsiteY2" fmla="*/ 267197 h 408615"/>
                <a:gd name="connsiteX3" fmla="*/ 11842 w 448069"/>
                <a:gd name="connsiteY3" fmla="*/ 157390 h 408615"/>
                <a:gd name="connsiteX4" fmla="*/ 8680 w 448069"/>
                <a:gd name="connsiteY4" fmla="*/ 28665 h 408615"/>
                <a:gd name="connsiteX5" fmla="*/ 102505 w 448069"/>
                <a:gd name="connsiteY5" fmla="*/ 1198 h 408615"/>
                <a:gd name="connsiteX6" fmla="*/ 253394 w 448069"/>
                <a:gd name="connsiteY6" fmla="*/ 7374 h 408615"/>
                <a:gd name="connsiteX7" fmla="*/ 373868 w 448069"/>
                <a:gd name="connsiteY7" fmla="*/ 29472 h 408615"/>
                <a:gd name="connsiteX8" fmla="*/ 296097 w 448069"/>
                <a:gd name="connsiteY8" fmla="*/ 84938 h 408615"/>
                <a:gd name="connsiteX9" fmla="*/ 260606 w 448069"/>
                <a:gd name="connsiteY9" fmla="*/ 191368 h 408615"/>
                <a:gd name="connsiteX10" fmla="*/ 309744 w 448069"/>
                <a:gd name="connsiteY10" fmla="*/ 305946 h 408615"/>
                <a:gd name="connsiteX11" fmla="*/ 431460 w 448069"/>
                <a:gd name="connsiteY11" fmla="*/ 392938 h 408615"/>
                <a:gd name="connsiteX12" fmla="*/ 323622 w 448069"/>
                <a:gd name="connsiteY12" fmla="*/ 406582 h 408615"/>
                <a:gd name="connsiteX0" fmla="*/ 323591 w 448038"/>
                <a:gd name="connsiteY0" fmla="*/ 406582 h 408615"/>
                <a:gd name="connsiteX1" fmla="*/ 181950 w 448038"/>
                <a:gd name="connsiteY1" fmla="*/ 361760 h 408615"/>
                <a:gd name="connsiteX2" fmla="*/ 75949 w 448038"/>
                <a:gd name="connsiteY2" fmla="*/ 272956 h 408615"/>
                <a:gd name="connsiteX3" fmla="*/ 11811 w 448038"/>
                <a:gd name="connsiteY3" fmla="*/ 157390 h 408615"/>
                <a:gd name="connsiteX4" fmla="*/ 8649 w 448038"/>
                <a:gd name="connsiteY4" fmla="*/ 28665 h 408615"/>
                <a:gd name="connsiteX5" fmla="*/ 102474 w 448038"/>
                <a:gd name="connsiteY5" fmla="*/ 1198 h 408615"/>
                <a:gd name="connsiteX6" fmla="*/ 253363 w 448038"/>
                <a:gd name="connsiteY6" fmla="*/ 7374 h 408615"/>
                <a:gd name="connsiteX7" fmla="*/ 373837 w 448038"/>
                <a:gd name="connsiteY7" fmla="*/ 29472 h 408615"/>
                <a:gd name="connsiteX8" fmla="*/ 296066 w 448038"/>
                <a:gd name="connsiteY8" fmla="*/ 84938 h 408615"/>
                <a:gd name="connsiteX9" fmla="*/ 260575 w 448038"/>
                <a:gd name="connsiteY9" fmla="*/ 191368 h 408615"/>
                <a:gd name="connsiteX10" fmla="*/ 309713 w 448038"/>
                <a:gd name="connsiteY10" fmla="*/ 305946 h 408615"/>
                <a:gd name="connsiteX11" fmla="*/ 431429 w 448038"/>
                <a:gd name="connsiteY11" fmla="*/ 392938 h 408615"/>
                <a:gd name="connsiteX12" fmla="*/ 323591 w 448038"/>
                <a:gd name="connsiteY12" fmla="*/ 406582 h 408615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582 h 408116"/>
                <a:gd name="connsiteX1" fmla="*/ 191549 w 447900"/>
                <a:gd name="connsiteY1" fmla="*/ 368799 h 408116"/>
                <a:gd name="connsiteX2" fmla="*/ 75949 w 447900"/>
                <a:gd name="connsiteY2" fmla="*/ 272956 h 408116"/>
                <a:gd name="connsiteX3" fmla="*/ 11811 w 447900"/>
                <a:gd name="connsiteY3" fmla="*/ 157390 h 408116"/>
                <a:gd name="connsiteX4" fmla="*/ 8649 w 447900"/>
                <a:gd name="connsiteY4" fmla="*/ 28665 h 408116"/>
                <a:gd name="connsiteX5" fmla="*/ 102474 w 447900"/>
                <a:gd name="connsiteY5" fmla="*/ 1198 h 408116"/>
                <a:gd name="connsiteX6" fmla="*/ 253363 w 447900"/>
                <a:gd name="connsiteY6" fmla="*/ 7374 h 408116"/>
                <a:gd name="connsiteX7" fmla="*/ 373837 w 447900"/>
                <a:gd name="connsiteY7" fmla="*/ 29472 h 408116"/>
                <a:gd name="connsiteX8" fmla="*/ 296066 w 447900"/>
                <a:gd name="connsiteY8" fmla="*/ 84938 h 408116"/>
                <a:gd name="connsiteX9" fmla="*/ 260575 w 447900"/>
                <a:gd name="connsiteY9" fmla="*/ 191368 h 408116"/>
                <a:gd name="connsiteX10" fmla="*/ 309713 w 447900"/>
                <a:gd name="connsiteY10" fmla="*/ 305946 h 408116"/>
                <a:gd name="connsiteX11" fmla="*/ 431429 w 447900"/>
                <a:gd name="connsiteY11" fmla="*/ 392938 h 408116"/>
                <a:gd name="connsiteX12" fmla="*/ 323591 w 447900"/>
                <a:gd name="connsiteY12" fmla="*/ 406582 h 408116"/>
                <a:gd name="connsiteX0" fmla="*/ 323591 w 447900"/>
                <a:gd name="connsiteY0" fmla="*/ 406715 h 408249"/>
                <a:gd name="connsiteX1" fmla="*/ 191549 w 447900"/>
                <a:gd name="connsiteY1" fmla="*/ 368932 h 408249"/>
                <a:gd name="connsiteX2" fmla="*/ 75949 w 447900"/>
                <a:gd name="connsiteY2" fmla="*/ 273089 h 408249"/>
                <a:gd name="connsiteX3" fmla="*/ 11811 w 447900"/>
                <a:gd name="connsiteY3" fmla="*/ 157523 h 408249"/>
                <a:gd name="connsiteX4" fmla="*/ 8649 w 447900"/>
                <a:gd name="connsiteY4" fmla="*/ 28798 h 408249"/>
                <a:gd name="connsiteX5" fmla="*/ 102474 w 447900"/>
                <a:gd name="connsiteY5" fmla="*/ 1331 h 408249"/>
                <a:gd name="connsiteX6" fmla="*/ 253363 w 447900"/>
                <a:gd name="connsiteY6" fmla="*/ 7507 h 408249"/>
                <a:gd name="connsiteX7" fmla="*/ 389195 w 447900"/>
                <a:gd name="connsiteY7" fmla="*/ 35364 h 408249"/>
                <a:gd name="connsiteX8" fmla="*/ 296066 w 447900"/>
                <a:gd name="connsiteY8" fmla="*/ 85071 h 408249"/>
                <a:gd name="connsiteX9" fmla="*/ 260575 w 447900"/>
                <a:gd name="connsiteY9" fmla="*/ 191501 h 408249"/>
                <a:gd name="connsiteX10" fmla="*/ 309713 w 447900"/>
                <a:gd name="connsiteY10" fmla="*/ 306079 h 408249"/>
                <a:gd name="connsiteX11" fmla="*/ 431429 w 447900"/>
                <a:gd name="connsiteY11" fmla="*/ 393071 h 408249"/>
                <a:gd name="connsiteX12" fmla="*/ 323591 w 447900"/>
                <a:gd name="connsiteY12" fmla="*/ 406715 h 408249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8009 h 409543"/>
                <a:gd name="connsiteX1" fmla="*/ 191549 w 447900"/>
                <a:gd name="connsiteY1" fmla="*/ 370226 h 409543"/>
                <a:gd name="connsiteX2" fmla="*/ 75949 w 447900"/>
                <a:gd name="connsiteY2" fmla="*/ 274383 h 409543"/>
                <a:gd name="connsiteX3" fmla="*/ 11811 w 447900"/>
                <a:gd name="connsiteY3" fmla="*/ 158817 h 409543"/>
                <a:gd name="connsiteX4" fmla="*/ 8649 w 447900"/>
                <a:gd name="connsiteY4" fmla="*/ 30092 h 409543"/>
                <a:gd name="connsiteX5" fmla="*/ 102474 w 447900"/>
                <a:gd name="connsiteY5" fmla="*/ 2625 h 409543"/>
                <a:gd name="connsiteX6" fmla="*/ 251443 w 447900"/>
                <a:gd name="connsiteY6" fmla="*/ 4962 h 409543"/>
                <a:gd name="connsiteX7" fmla="*/ 389195 w 447900"/>
                <a:gd name="connsiteY7" fmla="*/ 36658 h 409543"/>
                <a:gd name="connsiteX8" fmla="*/ 296066 w 447900"/>
                <a:gd name="connsiteY8" fmla="*/ 86365 h 409543"/>
                <a:gd name="connsiteX9" fmla="*/ 260575 w 447900"/>
                <a:gd name="connsiteY9" fmla="*/ 192795 h 409543"/>
                <a:gd name="connsiteX10" fmla="*/ 309713 w 447900"/>
                <a:gd name="connsiteY10" fmla="*/ 307373 h 409543"/>
                <a:gd name="connsiteX11" fmla="*/ 431429 w 447900"/>
                <a:gd name="connsiteY11" fmla="*/ 394365 h 409543"/>
                <a:gd name="connsiteX12" fmla="*/ 323591 w 447900"/>
                <a:gd name="connsiteY12" fmla="*/ 408009 h 409543"/>
                <a:gd name="connsiteX0" fmla="*/ 323591 w 447900"/>
                <a:gd name="connsiteY0" fmla="*/ 407213 h 408747"/>
                <a:gd name="connsiteX1" fmla="*/ 191549 w 447900"/>
                <a:gd name="connsiteY1" fmla="*/ 369430 h 408747"/>
                <a:gd name="connsiteX2" fmla="*/ 75949 w 447900"/>
                <a:gd name="connsiteY2" fmla="*/ 273587 h 408747"/>
                <a:gd name="connsiteX3" fmla="*/ 11811 w 447900"/>
                <a:gd name="connsiteY3" fmla="*/ 158021 h 408747"/>
                <a:gd name="connsiteX4" fmla="*/ 8649 w 447900"/>
                <a:gd name="connsiteY4" fmla="*/ 29296 h 408747"/>
                <a:gd name="connsiteX5" fmla="*/ 102474 w 447900"/>
                <a:gd name="connsiteY5" fmla="*/ 1829 h 408747"/>
                <a:gd name="connsiteX6" fmla="*/ 251443 w 447900"/>
                <a:gd name="connsiteY6" fmla="*/ 4166 h 408747"/>
                <a:gd name="connsiteX7" fmla="*/ 389195 w 447900"/>
                <a:gd name="connsiteY7" fmla="*/ 35862 h 408747"/>
                <a:gd name="connsiteX8" fmla="*/ 296066 w 447900"/>
                <a:gd name="connsiteY8" fmla="*/ 85569 h 408747"/>
                <a:gd name="connsiteX9" fmla="*/ 260575 w 447900"/>
                <a:gd name="connsiteY9" fmla="*/ 191999 h 408747"/>
                <a:gd name="connsiteX10" fmla="*/ 309713 w 447900"/>
                <a:gd name="connsiteY10" fmla="*/ 306577 h 408747"/>
                <a:gd name="connsiteX11" fmla="*/ 431429 w 447900"/>
                <a:gd name="connsiteY11" fmla="*/ 393569 h 408747"/>
                <a:gd name="connsiteX12" fmla="*/ 323591 w 447900"/>
                <a:gd name="connsiteY12" fmla="*/ 407213 h 408747"/>
                <a:gd name="connsiteX0" fmla="*/ 323591 w 447900"/>
                <a:gd name="connsiteY0" fmla="*/ 408542 h 410076"/>
                <a:gd name="connsiteX1" fmla="*/ 191549 w 447900"/>
                <a:gd name="connsiteY1" fmla="*/ 370759 h 410076"/>
                <a:gd name="connsiteX2" fmla="*/ 75949 w 447900"/>
                <a:gd name="connsiteY2" fmla="*/ 274916 h 410076"/>
                <a:gd name="connsiteX3" fmla="*/ 11811 w 447900"/>
                <a:gd name="connsiteY3" fmla="*/ 159350 h 410076"/>
                <a:gd name="connsiteX4" fmla="*/ 8649 w 447900"/>
                <a:gd name="connsiteY4" fmla="*/ 30625 h 410076"/>
                <a:gd name="connsiteX5" fmla="*/ 102474 w 447900"/>
                <a:gd name="connsiteY5" fmla="*/ 1238 h 410076"/>
                <a:gd name="connsiteX6" fmla="*/ 251443 w 447900"/>
                <a:gd name="connsiteY6" fmla="*/ 5495 h 410076"/>
                <a:gd name="connsiteX7" fmla="*/ 389195 w 447900"/>
                <a:gd name="connsiteY7" fmla="*/ 37191 h 410076"/>
                <a:gd name="connsiteX8" fmla="*/ 296066 w 447900"/>
                <a:gd name="connsiteY8" fmla="*/ 86898 h 410076"/>
                <a:gd name="connsiteX9" fmla="*/ 260575 w 447900"/>
                <a:gd name="connsiteY9" fmla="*/ 193328 h 410076"/>
                <a:gd name="connsiteX10" fmla="*/ 309713 w 447900"/>
                <a:gd name="connsiteY10" fmla="*/ 307906 h 410076"/>
                <a:gd name="connsiteX11" fmla="*/ 431429 w 447900"/>
                <a:gd name="connsiteY11" fmla="*/ 394898 h 410076"/>
                <a:gd name="connsiteX12" fmla="*/ 323591 w 447900"/>
                <a:gd name="connsiteY12" fmla="*/ 408542 h 410076"/>
                <a:gd name="connsiteX0" fmla="*/ 323591 w 447900"/>
                <a:gd name="connsiteY0" fmla="*/ 410104 h 411638"/>
                <a:gd name="connsiteX1" fmla="*/ 191549 w 447900"/>
                <a:gd name="connsiteY1" fmla="*/ 372321 h 411638"/>
                <a:gd name="connsiteX2" fmla="*/ 75949 w 447900"/>
                <a:gd name="connsiteY2" fmla="*/ 276478 h 411638"/>
                <a:gd name="connsiteX3" fmla="*/ 11811 w 447900"/>
                <a:gd name="connsiteY3" fmla="*/ 160912 h 411638"/>
                <a:gd name="connsiteX4" fmla="*/ 8649 w 447900"/>
                <a:gd name="connsiteY4" fmla="*/ 32187 h 411638"/>
                <a:gd name="connsiteX5" fmla="*/ 102474 w 447900"/>
                <a:gd name="connsiteY5" fmla="*/ 880 h 411638"/>
                <a:gd name="connsiteX6" fmla="*/ 251443 w 447900"/>
                <a:gd name="connsiteY6" fmla="*/ 7057 h 411638"/>
                <a:gd name="connsiteX7" fmla="*/ 389195 w 447900"/>
                <a:gd name="connsiteY7" fmla="*/ 38753 h 411638"/>
                <a:gd name="connsiteX8" fmla="*/ 296066 w 447900"/>
                <a:gd name="connsiteY8" fmla="*/ 88460 h 411638"/>
                <a:gd name="connsiteX9" fmla="*/ 260575 w 447900"/>
                <a:gd name="connsiteY9" fmla="*/ 194890 h 411638"/>
                <a:gd name="connsiteX10" fmla="*/ 309713 w 447900"/>
                <a:gd name="connsiteY10" fmla="*/ 309468 h 411638"/>
                <a:gd name="connsiteX11" fmla="*/ 431429 w 447900"/>
                <a:gd name="connsiteY11" fmla="*/ 396460 h 411638"/>
                <a:gd name="connsiteX12" fmla="*/ 323591 w 447900"/>
                <a:gd name="connsiteY12" fmla="*/ 410104 h 411638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935 h 412469"/>
                <a:gd name="connsiteX1" fmla="*/ 191549 w 447900"/>
                <a:gd name="connsiteY1" fmla="*/ 373152 h 412469"/>
                <a:gd name="connsiteX2" fmla="*/ 75949 w 447900"/>
                <a:gd name="connsiteY2" fmla="*/ 277309 h 412469"/>
                <a:gd name="connsiteX3" fmla="*/ 11811 w 447900"/>
                <a:gd name="connsiteY3" fmla="*/ 161743 h 412469"/>
                <a:gd name="connsiteX4" fmla="*/ 8649 w 447900"/>
                <a:gd name="connsiteY4" fmla="*/ 33018 h 412469"/>
                <a:gd name="connsiteX5" fmla="*/ 102474 w 447900"/>
                <a:gd name="connsiteY5" fmla="*/ 1711 h 412469"/>
                <a:gd name="connsiteX6" fmla="*/ 251443 w 447900"/>
                <a:gd name="connsiteY6" fmla="*/ 7888 h 412469"/>
                <a:gd name="connsiteX7" fmla="*/ 389195 w 447900"/>
                <a:gd name="connsiteY7" fmla="*/ 39584 h 412469"/>
                <a:gd name="connsiteX8" fmla="*/ 296066 w 447900"/>
                <a:gd name="connsiteY8" fmla="*/ 89291 h 412469"/>
                <a:gd name="connsiteX9" fmla="*/ 260575 w 447900"/>
                <a:gd name="connsiteY9" fmla="*/ 195721 h 412469"/>
                <a:gd name="connsiteX10" fmla="*/ 309713 w 447900"/>
                <a:gd name="connsiteY10" fmla="*/ 310299 h 412469"/>
                <a:gd name="connsiteX11" fmla="*/ 431429 w 447900"/>
                <a:gd name="connsiteY11" fmla="*/ 397291 h 412469"/>
                <a:gd name="connsiteX12" fmla="*/ 323591 w 447900"/>
                <a:gd name="connsiteY12" fmla="*/ 410935 h 412469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3591 w 447900"/>
                <a:gd name="connsiteY0" fmla="*/ 410734 h 412268"/>
                <a:gd name="connsiteX1" fmla="*/ 191549 w 447900"/>
                <a:gd name="connsiteY1" fmla="*/ 372951 h 412268"/>
                <a:gd name="connsiteX2" fmla="*/ 75949 w 447900"/>
                <a:gd name="connsiteY2" fmla="*/ 277108 h 412268"/>
                <a:gd name="connsiteX3" fmla="*/ 11811 w 447900"/>
                <a:gd name="connsiteY3" fmla="*/ 161542 h 412268"/>
                <a:gd name="connsiteX4" fmla="*/ 8649 w 447900"/>
                <a:gd name="connsiteY4" fmla="*/ 32817 h 412268"/>
                <a:gd name="connsiteX5" fmla="*/ 102474 w 447900"/>
                <a:gd name="connsiteY5" fmla="*/ 1510 h 412268"/>
                <a:gd name="connsiteX6" fmla="*/ 251443 w 447900"/>
                <a:gd name="connsiteY6" fmla="*/ 7687 h 412268"/>
                <a:gd name="connsiteX7" fmla="*/ 389195 w 447900"/>
                <a:gd name="connsiteY7" fmla="*/ 39383 h 412268"/>
                <a:gd name="connsiteX8" fmla="*/ 296066 w 447900"/>
                <a:gd name="connsiteY8" fmla="*/ 89090 h 412268"/>
                <a:gd name="connsiteX9" fmla="*/ 260575 w 447900"/>
                <a:gd name="connsiteY9" fmla="*/ 195520 h 412268"/>
                <a:gd name="connsiteX10" fmla="*/ 309713 w 447900"/>
                <a:gd name="connsiteY10" fmla="*/ 310098 h 412268"/>
                <a:gd name="connsiteX11" fmla="*/ 431429 w 447900"/>
                <a:gd name="connsiteY11" fmla="*/ 397090 h 412268"/>
                <a:gd name="connsiteX12" fmla="*/ 323591 w 447900"/>
                <a:gd name="connsiteY12" fmla="*/ 410734 h 412268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023 h 413557"/>
                <a:gd name="connsiteX1" fmla="*/ 190684 w 447035"/>
                <a:gd name="connsiteY1" fmla="*/ 374240 h 413557"/>
                <a:gd name="connsiteX2" fmla="*/ 75084 w 447035"/>
                <a:gd name="connsiteY2" fmla="*/ 278397 h 413557"/>
                <a:gd name="connsiteX3" fmla="*/ 10946 w 447035"/>
                <a:gd name="connsiteY3" fmla="*/ 162831 h 413557"/>
                <a:gd name="connsiteX4" fmla="*/ 7784 w 447035"/>
                <a:gd name="connsiteY4" fmla="*/ 34106 h 413557"/>
                <a:gd name="connsiteX5" fmla="*/ 89451 w 447035"/>
                <a:gd name="connsiteY5" fmla="*/ 1519 h 413557"/>
                <a:gd name="connsiteX6" fmla="*/ 250578 w 447035"/>
                <a:gd name="connsiteY6" fmla="*/ 8976 h 413557"/>
                <a:gd name="connsiteX7" fmla="*/ 388330 w 447035"/>
                <a:gd name="connsiteY7" fmla="*/ 40672 h 413557"/>
                <a:gd name="connsiteX8" fmla="*/ 295201 w 447035"/>
                <a:gd name="connsiteY8" fmla="*/ 90379 h 413557"/>
                <a:gd name="connsiteX9" fmla="*/ 259710 w 447035"/>
                <a:gd name="connsiteY9" fmla="*/ 196809 h 413557"/>
                <a:gd name="connsiteX10" fmla="*/ 308848 w 447035"/>
                <a:gd name="connsiteY10" fmla="*/ 311387 h 413557"/>
                <a:gd name="connsiteX11" fmla="*/ 430564 w 447035"/>
                <a:gd name="connsiteY11" fmla="*/ 398379 h 413557"/>
                <a:gd name="connsiteX12" fmla="*/ 322726 w 447035"/>
                <a:gd name="connsiteY12" fmla="*/ 412023 h 413557"/>
                <a:gd name="connsiteX0" fmla="*/ 322726 w 447035"/>
                <a:gd name="connsiteY0" fmla="*/ 412241 h 413775"/>
                <a:gd name="connsiteX1" fmla="*/ 190684 w 447035"/>
                <a:gd name="connsiteY1" fmla="*/ 374458 h 413775"/>
                <a:gd name="connsiteX2" fmla="*/ 75084 w 447035"/>
                <a:gd name="connsiteY2" fmla="*/ 278615 h 413775"/>
                <a:gd name="connsiteX3" fmla="*/ 10946 w 447035"/>
                <a:gd name="connsiteY3" fmla="*/ 163049 h 413775"/>
                <a:gd name="connsiteX4" fmla="*/ 7784 w 447035"/>
                <a:gd name="connsiteY4" fmla="*/ 34324 h 413775"/>
                <a:gd name="connsiteX5" fmla="*/ 89451 w 447035"/>
                <a:gd name="connsiteY5" fmla="*/ 1737 h 413775"/>
                <a:gd name="connsiteX6" fmla="*/ 250578 w 447035"/>
                <a:gd name="connsiteY6" fmla="*/ 9194 h 413775"/>
                <a:gd name="connsiteX7" fmla="*/ 388330 w 447035"/>
                <a:gd name="connsiteY7" fmla="*/ 49209 h 413775"/>
                <a:gd name="connsiteX8" fmla="*/ 295201 w 447035"/>
                <a:gd name="connsiteY8" fmla="*/ 90597 h 413775"/>
                <a:gd name="connsiteX9" fmla="*/ 259710 w 447035"/>
                <a:gd name="connsiteY9" fmla="*/ 197027 h 413775"/>
                <a:gd name="connsiteX10" fmla="*/ 308848 w 447035"/>
                <a:gd name="connsiteY10" fmla="*/ 311605 h 413775"/>
                <a:gd name="connsiteX11" fmla="*/ 430564 w 447035"/>
                <a:gd name="connsiteY11" fmla="*/ 398597 h 413775"/>
                <a:gd name="connsiteX12" fmla="*/ 322726 w 447035"/>
                <a:gd name="connsiteY12" fmla="*/ 412241 h 413775"/>
                <a:gd name="connsiteX0" fmla="*/ 322726 w 447035"/>
                <a:gd name="connsiteY0" fmla="*/ 411896 h 413430"/>
                <a:gd name="connsiteX1" fmla="*/ 190684 w 447035"/>
                <a:gd name="connsiteY1" fmla="*/ 374113 h 413430"/>
                <a:gd name="connsiteX2" fmla="*/ 75084 w 447035"/>
                <a:gd name="connsiteY2" fmla="*/ 278270 h 413430"/>
                <a:gd name="connsiteX3" fmla="*/ 10946 w 447035"/>
                <a:gd name="connsiteY3" fmla="*/ 162704 h 413430"/>
                <a:gd name="connsiteX4" fmla="*/ 7784 w 447035"/>
                <a:gd name="connsiteY4" fmla="*/ 33979 h 413430"/>
                <a:gd name="connsiteX5" fmla="*/ 89451 w 447035"/>
                <a:gd name="connsiteY5" fmla="*/ 1392 h 413430"/>
                <a:gd name="connsiteX6" fmla="*/ 250578 w 447035"/>
                <a:gd name="connsiteY6" fmla="*/ 8849 h 413430"/>
                <a:gd name="connsiteX7" fmla="*/ 387050 w 447035"/>
                <a:gd name="connsiteY7" fmla="*/ 34786 h 413430"/>
                <a:gd name="connsiteX8" fmla="*/ 295201 w 447035"/>
                <a:gd name="connsiteY8" fmla="*/ 90252 h 413430"/>
                <a:gd name="connsiteX9" fmla="*/ 259710 w 447035"/>
                <a:gd name="connsiteY9" fmla="*/ 196682 h 413430"/>
                <a:gd name="connsiteX10" fmla="*/ 308848 w 447035"/>
                <a:gd name="connsiteY10" fmla="*/ 311260 h 413430"/>
                <a:gd name="connsiteX11" fmla="*/ 430564 w 447035"/>
                <a:gd name="connsiteY11" fmla="*/ 398252 h 413430"/>
                <a:gd name="connsiteX12" fmla="*/ 322726 w 447035"/>
                <a:gd name="connsiteY12" fmla="*/ 411896 h 413430"/>
                <a:gd name="connsiteX0" fmla="*/ 322726 w 447035"/>
                <a:gd name="connsiteY0" fmla="*/ 412205 h 413739"/>
                <a:gd name="connsiteX1" fmla="*/ 190684 w 447035"/>
                <a:gd name="connsiteY1" fmla="*/ 374422 h 413739"/>
                <a:gd name="connsiteX2" fmla="*/ 75084 w 447035"/>
                <a:gd name="connsiteY2" fmla="*/ 278579 h 413739"/>
                <a:gd name="connsiteX3" fmla="*/ 10946 w 447035"/>
                <a:gd name="connsiteY3" fmla="*/ 163013 h 413739"/>
                <a:gd name="connsiteX4" fmla="*/ 7784 w 447035"/>
                <a:gd name="connsiteY4" fmla="*/ 34288 h 413739"/>
                <a:gd name="connsiteX5" fmla="*/ 89451 w 447035"/>
                <a:gd name="connsiteY5" fmla="*/ 1701 h 413739"/>
                <a:gd name="connsiteX6" fmla="*/ 250578 w 447035"/>
                <a:gd name="connsiteY6" fmla="*/ 9158 h 413739"/>
                <a:gd name="connsiteX7" fmla="*/ 387050 w 447035"/>
                <a:gd name="connsiteY7" fmla="*/ 47893 h 413739"/>
                <a:gd name="connsiteX8" fmla="*/ 295201 w 447035"/>
                <a:gd name="connsiteY8" fmla="*/ 90561 h 413739"/>
                <a:gd name="connsiteX9" fmla="*/ 259710 w 447035"/>
                <a:gd name="connsiteY9" fmla="*/ 196991 h 413739"/>
                <a:gd name="connsiteX10" fmla="*/ 308848 w 447035"/>
                <a:gd name="connsiteY10" fmla="*/ 311569 h 413739"/>
                <a:gd name="connsiteX11" fmla="*/ 430564 w 447035"/>
                <a:gd name="connsiteY11" fmla="*/ 398561 h 413739"/>
                <a:gd name="connsiteX12" fmla="*/ 322726 w 447035"/>
                <a:gd name="connsiteY12" fmla="*/ 412205 h 413739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7050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96008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009 h 413543"/>
                <a:gd name="connsiteX1" fmla="*/ 190684 w 447035"/>
                <a:gd name="connsiteY1" fmla="*/ 374226 h 413543"/>
                <a:gd name="connsiteX2" fmla="*/ 75084 w 447035"/>
                <a:gd name="connsiteY2" fmla="*/ 278383 h 413543"/>
                <a:gd name="connsiteX3" fmla="*/ 10946 w 447035"/>
                <a:gd name="connsiteY3" fmla="*/ 162817 h 413543"/>
                <a:gd name="connsiteX4" fmla="*/ 7784 w 447035"/>
                <a:gd name="connsiteY4" fmla="*/ 34092 h 413543"/>
                <a:gd name="connsiteX5" fmla="*/ 89451 w 447035"/>
                <a:gd name="connsiteY5" fmla="*/ 1505 h 413543"/>
                <a:gd name="connsiteX6" fmla="*/ 250578 w 447035"/>
                <a:gd name="connsiteY6" fmla="*/ 8962 h 413543"/>
                <a:gd name="connsiteX7" fmla="*/ 388329 w 447035"/>
                <a:gd name="connsiteY7" fmla="*/ 40018 h 413543"/>
                <a:gd name="connsiteX8" fmla="*/ 295201 w 447035"/>
                <a:gd name="connsiteY8" fmla="*/ 90365 h 413543"/>
                <a:gd name="connsiteX9" fmla="*/ 259710 w 447035"/>
                <a:gd name="connsiteY9" fmla="*/ 196795 h 413543"/>
                <a:gd name="connsiteX10" fmla="*/ 308848 w 447035"/>
                <a:gd name="connsiteY10" fmla="*/ 311373 h 413543"/>
                <a:gd name="connsiteX11" fmla="*/ 430564 w 447035"/>
                <a:gd name="connsiteY11" fmla="*/ 398365 h 413543"/>
                <a:gd name="connsiteX12" fmla="*/ 322726 w 447035"/>
                <a:gd name="connsiteY12" fmla="*/ 412009 h 413543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8848 w 447035"/>
                <a:gd name="connsiteY10" fmla="*/ 311466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47035"/>
                <a:gd name="connsiteY0" fmla="*/ 412102 h 413636"/>
                <a:gd name="connsiteX1" fmla="*/ 190684 w 447035"/>
                <a:gd name="connsiteY1" fmla="*/ 374319 h 413636"/>
                <a:gd name="connsiteX2" fmla="*/ 75084 w 447035"/>
                <a:gd name="connsiteY2" fmla="*/ 278476 h 413636"/>
                <a:gd name="connsiteX3" fmla="*/ 10946 w 447035"/>
                <a:gd name="connsiteY3" fmla="*/ 162910 h 413636"/>
                <a:gd name="connsiteX4" fmla="*/ 7784 w 447035"/>
                <a:gd name="connsiteY4" fmla="*/ 34185 h 413636"/>
                <a:gd name="connsiteX5" fmla="*/ 89451 w 447035"/>
                <a:gd name="connsiteY5" fmla="*/ 1598 h 413636"/>
                <a:gd name="connsiteX6" fmla="*/ 250578 w 447035"/>
                <a:gd name="connsiteY6" fmla="*/ 9055 h 413636"/>
                <a:gd name="connsiteX7" fmla="*/ 388329 w 447035"/>
                <a:gd name="connsiteY7" fmla="*/ 43950 h 413636"/>
                <a:gd name="connsiteX8" fmla="*/ 295201 w 447035"/>
                <a:gd name="connsiteY8" fmla="*/ 90458 h 413636"/>
                <a:gd name="connsiteX9" fmla="*/ 259710 w 447035"/>
                <a:gd name="connsiteY9" fmla="*/ 196888 h 413636"/>
                <a:gd name="connsiteX10" fmla="*/ 306928 w 447035"/>
                <a:gd name="connsiteY10" fmla="*/ 305707 h 413636"/>
                <a:gd name="connsiteX11" fmla="*/ 430564 w 447035"/>
                <a:gd name="connsiteY11" fmla="*/ 398458 h 413636"/>
                <a:gd name="connsiteX12" fmla="*/ 322726 w 447035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05707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06928 w 451173"/>
                <a:gd name="connsiteY10" fmla="*/ 315305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59710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3636"/>
                <a:gd name="connsiteX1" fmla="*/ 190684 w 451173"/>
                <a:gd name="connsiteY1" fmla="*/ 374319 h 413636"/>
                <a:gd name="connsiteX2" fmla="*/ 75084 w 451173"/>
                <a:gd name="connsiteY2" fmla="*/ 278476 h 413636"/>
                <a:gd name="connsiteX3" fmla="*/ 10946 w 451173"/>
                <a:gd name="connsiteY3" fmla="*/ 162910 h 413636"/>
                <a:gd name="connsiteX4" fmla="*/ 7784 w 451173"/>
                <a:gd name="connsiteY4" fmla="*/ 34185 h 413636"/>
                <a:gd name="connsiteX5" fmla="*/ 89451 w 451173"/>
                <a:gd name="connsiteY5" fmla="*/ 1598 h 413636"/>
                <a:gd name="connsiteX6" fmla="*/ 250578 w 451173"/>
                <a:gd name="connsiteY6" fmla="*/ 9055 h 413636"/>
                <a:gd name="connsiteX7" fmla="*/ 388329 w 451173"/>
                <a:gd name="connsiteY7" fmla="*/ 43950 h 413636"/>
                <a:gd name="connsiteX8" fmla="*/ 295201 w 451173"/>
                <a:gd name="connsiteY8" fmla="*/ 90458 h 413636"/>
                <a:gd name="connsiteX9" fmla="*/ 262909 w 451173"/>
                <a:gd name="connsiteY9" fmla="*/ 196888 h 413636"/>
                <a:gd name="connsiteX10" fmla="*/ 312687 w 451173"/>
                <a:gd name="connsiteY10" fmla="*/ 312106 h 413636"/>
                <a:gd name="connsiteX11" fmla="*/ 435043 w 451173"/>
                <a:gd name="connsiteY11" fmla="*/ 398458 h 413636"/>
                <a:gd name="connsiteX12" fmla="*/ 322726 w 451173"/>
                <a:gd name="connsiteY12" fmla="*/ 412102 h 413636"/>
                <a:gd name="connsiteX0" fmla="*/ 322726 w 451173"/>
                <a:gd name="connsiteY0" fmla="*/ 412102 h 412954"/>
                <a:gd name="connsiteX1" fmla="*/ 190684 w 451173"/>
                <a:gd name="connsiteY1" fmla="*/ 374319 h 412954"/>
                <a:gd name="connsiteX2" fmla="*/ 75084 w 451173"/>
                <a:gd name="connsiteY2" fmla="*/ 278476 h 412954"/>
                <a:gd name="connsiteX3" fmla="*/ 10946 w 451173"/>
                <a:gd name="connsiteY3" fmla="*/ 162910 h 412954"/>
                <a:gd name="connsiteX4" fmla="*/ 7784 w 451173"/>
                <a:gd name="connsiteY4" fmla="*/ 34185 h 412954"/>
                <a:gd name="connsiteX5" fmla="*/ 89451 w 451173"/>
                <a:gd name="connsiteY5" fmla="*/ 1598 h 412954"/>
                <a:gd name="connsiteX6" fmla="*/ 250578 w 451173"/>
                <a:gd name="connsiteY6" fmla="*/ 9055 h 412954"/>
                <a:gd name="connsiteX7" fmla="*/ 388329 w 451173"/>
                <a:gd name="connsiteY7" fmla="*/ 43950 h 412954"/>
                <a:gd name="connsiteX8" fmla="*/ 295201 w 451173"/>
                <a:gd name="connsiteY8" fmla="*/ 90458 h 412954"/>
                <a:gd name="connsiteX9" fmla="*/ 262909 w 451173"/>
                <a:gd name="connsiteY9" fmla="*/ 196888 h 412954"/>
                <a:gd name="connsiteX10" fmla="*/ 312687 w 451173"/>
                <a:gd name="connsiteY10" fmla="*/ 312106 h 412954"/>
                <a:gd name="connsiteX11" fmla="*/ 435043 w 451173"/>
                <a:gd name="connsiteY11" fmla="*/ 394619 h 412954"/>
                <a:gd name="connsiteX12" fmla="*/ 322726 w 451173"/>
                <a:gd name="connsiteY12" fmla="*/ 412102 h 412954"/>
                <a:gd name="connsiteX0" fmla="*/ 322726 w 458434"/>
                <a:gd name="connsiteY0" fmla="*/ 412102 h 412954"/>
                <a:gd name="connsiteX1" fmla="*/ 190684 w 458434"/>
                <a:gd name="connsiteY1" fmla="*/ 374319 h 412954"/>
                <a:gd name="connsiteX2" fmla="*/ 75084 w 458434"/>
                <a:gd name="connsiteY2" fmla="*/ 278476 h 412954"/>
                <a:gd name="connsiteX3" fmla="*/ 10946 w 458434"/>
                <a:gd name="connsiteY3" fmla="*/ 162910 h 412954"/>
                <a:gd name="connsiteX4" fmla="*/ 7784 w 458434"/>
                <a:gd name="connsiteY4" fmla="*/ 34185 h 412954"/>
                <a:gd name="connsiteX5" fmla="*/ 89451 w 458434"/>
                <a:gd name="connsiteY5" fmla="*/ 1598 h 412954"/>
                <a:gd name="connsiteX6" fmla="*/ 250578 w 458434"/>
                <a:gd name="connsiteY6" fmla="*/ 9055 h 412954"/>
                <a:gd name="connsiteX7" fmla="*/ 388329 w 458434"/>
                <a:gd name="connsiteY7" fmla="*/ 43950 h 412954"/>
                <a:gd name="connsiteX8" fmla="*/ 295201 w 458434"/>
                <a:gd name="connsiteY8" fmla="*/ 90458 h 412954"/>
                <a:gd name="connsiteX9" fmla="*/ 262909 w 458434"/>
                <a:gd name="connsiteY9" fmla="*/ 196888 h 412954"/>
                <a:gd name="connsiteX10" fmla="*/ 312687 w 458434"/>
                <a:gd name="connsiteY10" fmla="*/ 312106 h 412954"/>
                <a:gd name="connsiteX11" fmla="*/ 435043 w 458434"/>
                <a:gd name="connsiteY11" fmla="*/ 394619 h 412954"/>
                <a:gd name="connsiteX12" fmla="*/ 322726 w 458434"/>
                <a:gd name="connsiteY12" fmla="*/ 412102 h 412954"/>
                <a:gd name="connsiteX0" fmla="*/ 324006 w 458573"/>
                <a:gd name="connsiteY0" fmla="*/ 410182 h 411206"/>
                <a:gd name="connsiteX1" fmla="*/ 190684 w 458573"/>
                <a:gd name="connsiteY1" fmla="*/ 374319 h 411206"/>
                <a:gd name="connsiteX2" fmla="*/ 75084 w 458573"/>
                <a:gd name="connsiteY2" fmla="*/ 278476 h 411206"/>
                <a:gd name="connsiteX3" fmla="*/ 10946 w 458573"/>
                <a:gd name="connsiteY3" fmla="*/ 162910 h 411206"/>
                <a:gd name="connsiteX4" fmla="*/ 7784 w 458573"/>
                <a:gd name="connsiteY4" fmla="*/ 34185 h 411206"/>
                <a:gd name="connsiteX5" fmla="*/ 89451 w 458573"/>
                <a:gd name="connsiteY5" fmla="*/ 1598 h 411206"/>
                <a:gd name="connsiteX6" fmla="*/ 250578 w 458573"/>
                <a:gd name="connsiteY6" fmla="*/ 9055 h 411206"/>
                <a:gd name="connsiteX7" fmla="*/ 388329 w 458573"/>
                <a:gd name="connsiteY7" fmla="*/ 43950 h 411206"/>
                <a:gd name="connsiteX8" fmla="*/ 295201 w 458573"/>
                <a:gd name="connsiteY8" fmla="*/ 90458 h 411206"/>
                <a:gd name="connsiteX9" fmla="*/ 262909 w 458573"/>
                <a:gd name="connsiteY9" fmla="*/ 196888 h 411206"/>
                <a:gd name="connsiteX10" fmla="*/ 312687 w 458573"/>
                <a:gd name="connsiteY10" fmla="*/ 312106 h 411206"/>
                <a:gd name="connsiteX11" fmla="*/ 435043 w 458573"/>
                <a:gd name="connsiteY11" fmla="*/ 394619 h 411206"/>
                <a:gd name="connsiteX12" fmla="*/ 324006 w 458573"/>
                <a:gd name="connsiteY12" fmla="*/ 410182 h 411206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50578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7315"/>
                <a:gd name="connsiteY0" fmla="*/ 410182 h 413454"/>
                <a:gd name="connsiteX1" fmla="*/ 190684 w 467315"/>
                <a:gd name="connsiteY1" fmla="*/ 374319 h 413454"/>
                <a:gd name="connsiteX2" fmla="*/ 75084 w 467315"/>
                <a:gd name="connsiteY2" fmla="*/ 278476 h 413454"/>
                <a:gd name="connsiteX3" fmla="*/ 10946 w 467315"/>
                <a:gd name="connsiteY3" fmla="*/ 162910 h 413454"/>
                <a:gd name="connsiteX4" fmla="*/ 7784 w 467315"/>
                <a:gd name="connsiteY4" fmla="*/ 34185 h 413454"/>
                <a:gd name="connsiteX5" fmla="*/ 89451 w 467315"/>
                <a:gd name="connsiteY5" fmla="*/ 1598 h 413454"/>
                <a:gd name="connsiteX6" fmla="*/ 237140 w 467315"/>
                <a:gd name="connsiteY6" fmla="*/ 9055 h 413454"/>
                <a:gd name="connsiteX7" fmla="*/ 388329 w 467315"/>
                <a:gd name="connsiteY7" fmla="*/ 43950 h 413454"/>
                <a:gd name="connsiteX8" fmla="*/ 295201 w 467315"/>
                <a:gd name="connsiteY8" fmla="*/ 90458 h 413454"/>
                <a:gd name="connsiteX9" fmla="*/ 262909 w 467315"/>
                <a:gd name="connsiteY9" fmla="*/ 196888 h 413454"/>
                <a:gd name="connsiteX10" fmla="*/ 312687 w 467315"/>
                <a:gd name="connsiteY10" fmla="*/ 312106 h 413454"/>
                <a:gd name="connsiteX11" fmla="*/ 444642 w 467315"/>
                <a:gd name="connsiteY11" fmla="*/ 402298 h 413454"/>
                <a:gd name="connsiteX12" fmla="*/ 324006 w 467315"/>
                <a:gd name="connsiteY12" fmla="*/ 410182 h 413454"/>
                <a:gd name="connsiteX0" fmla="*/ 324006 w 466833"/>
                <a:gd name="connsiteY0" fmla="*/ 410182 h 415483"/>
                <a:gd name="connsiteX1" fmla="*/ 190684 w 466833"/>
                <a:gd name="connsiteY1" fmla="*/ 374319 h 415483"/>
                <a:gd name="connsiteX2" fmla="*/ 75084 w 466833"/>
                <a:gd name="connsiteY2" fmla="*/ 278476 h 415483"/>
                <a:gd name="connsiteX3" fmla="*/ 10946 w 466833"/>
                <a:gd name="connsiteY3" fmla="*/ 162910 h 415483"/>
                <a:gd name="connsiteX4" fmla="*/ 7784 w 466833"/>
                <a:gd name="connsiteY4" fmla="*/ 34185 h 415483"/>
                <a:gd name="connsiteX5" fmla="*/ 89451 w 466833"/>
                <a:gd name="connsiteY5" fmla="*/ 1598 h 415483"/>
                <a:gd name="connsiteX6" fmla="*/ 237140 w 466833"/>
                <a:gd name="connsiteY6" fmla="*/ 9055 h 415483"/>
                <a:gd name="connsiteX7" fmla="*/ 388329 w 466833"/>
                <a:gd name="connsiteY7" fmla="*/ 43950 h 415483"/>
                <a:gd name="connsiteX8" fmla="*/ 295201 w 466833"/>
                <a:gd name="connsiteY8" fmla="*/ 90458 h 415483"/>
                <a:gd name="connsiteX9" fmla="*/ 262909 w 466833"/>
                <a:gd name="connsiteY9" fmla="*/ 196888 h 415483"/>
                <a:gd name="connsiteX10" fmla="*/ 312687 w 466833"/>
                <a:gd name="connsiteY10" fmla="*/ 312106 h 415483"/>
                <a:gd name="connsiteX11" fmla="*/ 444642 w 466833"/>
                <a:gd name="connsiteY11" fmla="*/ 402298 h 415483"/>
                <a:gd name="connsiteX12" fmla="*/ 324006 w 466833"/>
                <a:gd name="connsiteY12" fmla="*/ 410182 h 415483"/>
                <a:gd name="connsiteX0" fmla="*/ 324006 w 466555"/>
                <a:gd name="connsiteY0" fmla="*/ 410182 h 416520"/>
                <a:gd name="connsiteX1" fmla="*/ 190684 w 466555"/>
                <a:gd name="connsiteY1" fmla="*/ 374319 h 416520"/>
                <a:gd name="connsiteX2" fmla="*/ 75084 w 466555"/>
                <a:gd name="connsiteY2" fmla="*/ 278476 h 416520"/>
                <a:gd name="connsiteX3" fmla="*/ 10946 w 466555"/>
                <a:gd name="connsiteY3" fmla="*/ 162910 h 416520"/>
                <a:gd name="connsiteX4" fmla="*/ 7784 w 466555"/>
                <a:gd name="connsiteY4" fmla="*/ 34185 h 416520"/>
                <a:gd name="connsiteX5" fmla="*/ 89451 w 466555"/>
                <a:gd name="connsiteY5" fmla="*/ 1598 h 416520"/>
                <a:gd name="connsiteX6" fmla="*/ 237140 w 466555"/>
                <a:gd name="connsiteY6" fmla="*/ 9055 h 416520"/>
                <a:gd name="connsiteX7" fmla="*/ 388329 w 466555"/>
                <a:gd name="connsiteY7" fmla="*/ 43950 h 416520"/>
                <a:gd name="connsiteX8" fmla="*/ 295201 w 466555"/>
                <a:gd name="connsiteY8" fmla="*/ 90458 h 416520"/>
                <a:gd name="connsiteX9" fmla="*/ 262909 w 466555"/>
                <a:gd name="connsiteY9" fmla="*/ 196888 h 416520"/>
                <a:gd name="connsiteX10" fmla="*/ 312687 w 466555"/>
                <a:gd name="connsiteY10" fmla="*/ 312106 h 416520"/>
                <a:gd name="connsiteX11" fmla="*/ 444642 w 466555"/>
                <a:gd name="connsiteY11" fmla="*/ 402298 h 416520"/>
                <a:gd name="connsiteX12" fmla="*/ 324006 w 466555"/>
                <a:gd name="connsiteY12" fmla="*/ 410182 h 4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555" h="416520">
                  <a:moveTo>
                    <a:pt x="324006" y="410182"/>
                  </a:moveTo>
                  <a:cubicBezTo>
                    <a:pt x="281680" y="405519"/>
                    <a:pt x="232171" y="396270"/>
                    <a:pt x="190684" y="374319"/>
                  </a:cubicBezTo>
                  <a:cubicBezTo>
                    <a:pt x="149197" y="352368"/>
                    <a:pt x="105040" y="313711"/>
                    <a:pt x="75084" y="278476"/>
                  </a:cubicBezTo>
                  <a:cubicBezTo>
                    <a:pt x="45128" y="243241"/>
                    <a:pt x="22163" y="203625"/>
                    <a:pt x="10946" y="162910"/>
                  </a:cubicBezTo>
                  <a:cubicBezTo>
                    <a:pt x="-271" y="122195"/>
                    <a:pt x="-5300" y="61070"/>
                    <a:pt x="7784" y="34185"/>
                  </a:cubicBezTo>
                  <a:cubicBezTo>
                    <a:pt x="20868" y="7300"/>
                    <a:pt x="51225" y="5786"/>
                    <a:pt x="89451" y="1598"/>
                  </a:cubicBezTo>
                  <a:cubicBezTo>
                    <a:pt x="127677" y="-2590"/>
                    <a:pt x="187327" y="1996"/>
                    <a:pt x="237140" y="9055"/>
                  </a:cubicBezTo>
                  <a:cubicBezTo>
                    <a:pt x="286953" y="16114"/>
                    <a:pt x="340578" y="26543"/>
                    <a:pt x="388329" y="43950"/>
                  </a:cubicBezTo>
                  <a:cubicBezTo>
                    <a:pt x="347133" y="45358"/>
                    <a:pt x="316104" y="64968"/>
                    <a:pt x="295201" y="90458"/>
                  </a:cubicBezTo>
                  <a:cubicBezTo>
                    <a:pt x="274298" y="115948"/>
                    <a:pt x="259995" y="159947"/>
                    <a:pt x="262909" y="196888"/>
                  </a:cubicBezTo>
                  <a:cubicBezTo>
                    <a:pt x="265823" y="233829"/>
                    <a:pt x="282398" y="277871"/>
                    <a:pt x="312687" y="312106"/>
                  </a:cubicBezTo>
                  <a:cubicBezTo>
                    <a:pt x="342976" y="346341"/>
                    <a:pt x="387942" y="386029"/>
                    <a:pt x="444642" y="402298"/>
                  </a:cubicBezTo>
                  <a:cubicBezTo>
                    <a:pt x="523776" y="425004"/>
                    <a:pt x="366332" y="414845"/>
                    <a:pt x="324006" y="410182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1522198-DD8D-47B6-8D89-CB2BBC86A40B}"/>
                </a:ext>
              </a:extLst>
            </p:cNvPr>
            <p:cNvSpPr/>
            <p:nvPr/>
          </p:nvSpPr>
          <p:spPr>
            <a:xfrm>
              <a:off x="854896" y="3082071"/>
              <a:ext cx="533286" cy="316110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467827"/>
                <a:gd name="connsiteY0" fmla="*/ 296576 h 298152"/>
                <a:gd name="connsiteX1" fmla="*/ 62585 w 467827"/>
                <a:gd name="connsiteY1" fmla="*/ 227941 h 298152"/>
                <a:gd name="connsiteX2" fmla="*/ 37124 w 467827"/>
                <a:gd name="connsiteY2" fmla="*/ 28234 h 298152"/>
                <a:gd name="connsiteX3" fmla="*/ 120870 w 467827"/>
                <a:gd name="connsiteY3" fmla="*/ 5 h 298152"/>
                <a:gd name="connsiteX4" fmla="*/ 264561 w 467827"/>
                <a:gd name="connsiteY4" fmla="*/ 54249 h 298152"/>
                <a:gd name="connsiteX5" fmla="*/ 389323 w 467827"/>
                <a:gd name="connsiteY5" fmla="*/ 123715 h 298152"/>
                <a:gd name="connsiteX6" fmla="*/ 467186 w 467827"/>
                <a:gd name="connsiteY6" fmla="*/ 182642 h 298152"/>
                <a:gd name="connsiteX7" fmla="*/ 347643 w 467827"/>
                <a:gd name="connsiteY7" fmla="*/ 219859 h 298152"/>
                <a:gd name="connsiteX8" fmla="*/ 289691 w 467827"/>
                <a:gd name="connsiteY8" fmla="*/ 262591 h 298152"/>
                <a:gd name="connsiteX9" fmla="*/ 199026 w 467827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89691 w 503441"/>
                <a:gd name="connsiteY8" fmla="*/ 262591 h 298152"/>
                <a:gd name="connsiteX9" fmla="*/ 199026 w 503441"/>
                <a:gd name="connsiteY9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298152"/>
                <a:gd name="connsiteX1" fmla="*/ 62585 w 503441"/>
                <a:gd name="connsiteY1" fmla="*/ 227941 h 298152"/>
                <a:gd name="connsiteX2" fmla="*/ 37124 w 503441"/>
                <a:gd name="connsiteY2" fmla="*/ 28234 h 298152"/>
                <a:gd name="connsiteX3" fmla="*/ 120870 w 503441"/>
                <a:gd name="connsiteY3" fmla="*/ 5 h 298152"/>
                <a:gd name="connsiteX4" fmla="*/ 264561 w 503441"/>
                <a:gd name="connsiteY4" fmla="*/ 54249 h 298152"/>
                <a:gd name="connsiteX5" fmla="*/ 389323 w 503441"/>
                <a:gd name="connsiteY5" fmla="*/ 123715 h 298152"/>
                <a:gd name="connsiteX6" fmla="*/ 503021 w 503441"/>
                <a:gd name="connsiteY6" fmla="*/ 204399 h 298152"/>
                <a:gd name="connsiteX7" fmla="*/ 347643 w 503441"/>
                <a:gd name="connsiteY7" fmla="*/ 219859 h 298152"/>
                <a:gd name="connsiteX8" fmla="*/ 298251 w 503441"/>
                <a:gd name="connsiteY8" fmla="*/ 240873 h 298152"/>
                <a:gd name="connsiteX9" fmla="*/ 289691 w 503441"/>
                <a:gd name="connsiteY9" fmla="*/ 262591 h 298152"/>
                <a:gd name="connsiteX10" fmla="*/ 199026 w 503441"/>
                <a:gd name="connsiteY10" fmla="*/ 296576 h 298152"/>
                <a:gd name="connsiteX0" fmla="*/ 199026 w 503441"/>
                <a:gd name="connsiteY0" fmla="*/ 296576 h 301238"/>
                <a:gd name="connsiteX1" fmla="*/ 62585 w 503441"/>
                <a:gd name="connsiteY1" fmla="*/ 227941 h 301238"/>
                <a:gd name="connsiteX2" fmla="*/ 37124 w 503441"/>
                <a:gd name="connsiteY2" fmla="*/ 28234 h 301238"/>
                <a:gd name="connsiteX3" fmla="*/ 120870 w 503441"/>
                <a:gd name="connsiteY3" fmla="*/ 5 h 301238"/>
                <a:gd name="connsiteX4" fmla="*/ 264561 w 503441"/>
                <a:gd name="connsiteY4" fmla="*/ 54249 h 301238"/>
                <a:gd name="connsiteX5" fmla="*/ 389323 w 503441"/>
                <a:gd name="connsiteY5" fmla="*/ 123715 h 301238"/>
                <a:gd name="connsiteX6" fmla="*/ 503021 w 503441"/>
                <a:gd name="connsiteY6" fmla="*/ 204399 h 301238"/>
                <a:gd name="connsiteX7" fmla="*/ 347643 w 503441"/>
                <a:gd name="connsiteY7" fmla="*/ 219859 h 301238"/>
                <a:gd name="connsiteX8" fmla="*/ 298251 w 503441"/>
                <a:gd name="connsiteY8" fmla="*/ 240873 h 301238"/>
                <a:gd name="connsiteX9" fmla="*/ 289691 w 503441"/>
                <a:gd name="connsiteY9" fmla="*/ 262591 h 301238"/>
                <a:gd name="connsiteX10" fmla="*/ 199026 w 503441"/>
                <a:gd name="connsiteY10" fmla="*/ 296576 h 301238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47643 w 503441"/>
                <a:gd name="connsiteY7" fmla="*/ 219859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27"/>
                <a:gd name="connsiteX1" fmla="*/ 62585 w 503441"/>
                <a:gd name="connsiteY1" fmla="*/ 227941 h 297527"/>
                <a:gd name="connsiteX2" fmla="*/ 37124 w 503441"/>
                <a:gd name="connsiteY2" fmla="*/ 28234 h 297527"/>
                <a:gd name="connsiteX3" fmla="*/ 120870 w 503441"/>
                <a:gd name="connsiteY3" fmla="*/ 5 h 297527"/>
                <a:gd name="connsiteX4" fmla="*/ 264561 w 503441"/>
                <a:gd name="connsiteY4" fmla="*/ 54249 h 297527"/>
                <a:gd name="connsiteX5" fmla="*/ 389323 w 503441"/>
                <a:gd name="connsiteY5" fmla="*/ 123715 h 297527"/>
                <a:gd name="connsiteX6" fmla="*/ 503021 w 503441"/>
                <a:gd name="connsiteY6" fmla="*/ 204399 h 297527"/>
                <a:gd name="connsiteX7" fmla="*/ 335485 w 503441"/>
                <a:gd name="connsiteY7" fmla="*/ 191703 h 297527"/>
                <a:gd name="connsiteX8" fmla="*/ 261777 w 503441"/>
                <a:gd name="connsiteY8" fmla="*/ 214637 h 297527"/>
                <a:gd name="connsiteX9" fmla="*/ 289691 w 503441"/>
                <a:gd name="connsiteY9" fmla="*/ 262591 h 297527"/>
                <a:gd name="connsiteX10" fmla="*/ 199026 w 503441"/>
                <a:gd name="connsiteY10" fmla="*/ 296576 h 297527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7500"/>
                <a:gd name="connsiteX1" fmla="*/ 62585 w 503441"/>
                <a:gd name="connsiteY1" fmla="*/ 227941 h 297500"/>
                <a:gd name="connsiteX2" fmla="*/ 37124 w 503441"/>
                <a:gd name="connsiteY2" fmla="*/ 28234 h 297500"/>
                <a:gd name="connsiteX3" fmla="*/ 120870 w 503441"/>
                <a:gd name="connsiteY3" fmla="*/ 5 h 297500"/>
                <a:gd name="connsiteX4" fmla="*/ 264561 w 503441"/>
                <a:gd name="connsiteY4" fmla="*/ 54249 h 297500"/>
                <a:gd name="connsiteX5" fmla="*/ 389323 w 503441"/>
                <a:gd name="connsiteY5" fmla="*/ 123715 h 297500"/>
                <a:gd name="connsiteX6" fmla="*/ 503021 w 503441"/>
                <a:gd name="connsiteY6" fmla="*/ 204399 h 297500"/>
                <a:gd name="connsiteX7" fmla="*/ 335485 w 503441"/>
                <a:gd name="connsiteY7" fmla="*/ 191703 h 297500"/>
                <a:gd name="connsiteX8" fmla="*/ 276494 w 503441"/>
                <a:gd name="connsiteY8" fmla="*/ 220396 h 297500"/>
                <a:gd name="connsiteX9" fmla="*/ 289691 w 503441"/>
                <a:gd name="connsiteY9" fmla="*/ 262591 h 297500"/>
                <a:gd name="connsiteX10" fmla="*/ 199026 w 503441"/>
                <a:gd name="connsiteY10" fmla="*/ 296576 h 297500"/>
                <a:gd name="connsiteX0" fmla="*/ 199026 w 503441"/>
                <a:gd name="connsiteY0" fmla="*/ 296576 h 299393"/>
                <a:gd name="connsiteX1" fmla="*/ 62585 w 503441"/>
                <a:gd name="connsiteY1" fmla="*/ 227941 h 299393"/>
                <a:gd name="connsiteX2" fmla="*/ 37124 w 503441"/>
                <a:gd name="connsiteY2" fmla="*/ 28234 h 299393"/>
                <a:gd name="connsiteX3" fmla="*/ 120870 w 503441"/>
                <a:gd name="connsiteY3" fmla="*/ 5 h 299393"/>
                <a:gd name="connsiteX4" fmla="*/ 264561 w 503441"/>
                <a:gd name="connsiteY4" fmla="*/ 54249 h 299393"/>
                <a:gd name="connsiteX5" fmla="*/ 389323 w 503441"/>
                <a:gd name="connsiteY5" fmla="*/ 123715 h 299393"/>
                <a:gd name="connsiteX6" fmla="*/ 503021 w 503441"/>
                <a:gd name="connsiteY6" fmla="*/ 204399 h 299393"/>
                <a:gd name="connsiteX7" fmla="*/ 335485 w 503441"/>
                <a:gd name="connsiteY7" fmla="*/ 191703 h 299393"/>
                <a:gd name="connsiteX8" fmla="*/ 276494 w 503441"/>
                <a:gd name="connsiteY8" fmla="*/ 220396 h 299393"/>
                <a:gd name="connsiteX9" fmla="*/ 291611 w 503441"/>
                <a:gd name="connsiteY9" fmla="*/ 285628 h 299393"/>
                <a:gd name="connsiteX10" fmla="*/ 199026 w 503441"/>
                <a:gd name="connsiteY10" fmla="*/ 296576 h 299393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441"/>
                <a:gd name="connsiteY0" fmla="*/ 296576 h 299538"/>
                <a:gd name="connsiteX1" fmla="*/ 62585 w 503441"/>
                <a:gd name="connsiteY1" fmla="*/ 227941 h 299538"/>
                <a:gd name="connsiteX2" fmla="*/ 37124 w 503441"/>
                <a:gd name="connsiteY2" fmla="*/ 28234 h 299538"/>
                <a:gd name="connsiteX3" fmla="*/ 120870 w 503441"/>
                <a:gd name="connsiteY3" fmla="*/ 5 h 299538"/>
                <a:gd name="connsiteX4" fmla="*/ 264561 w 503441"/>
                <a:gd name="connsiteY4" fmla="*/ 54249 h 299538"/>
                <a:gd name="connsiteX5" fmla="*/ 389323 w 503441"/>
                <a:gd name="connsiteY5" fmla="*/ 123715 h 299538"/>
                <a:gd name="connsiteX6" fmla="*/ 503021 w 503441"/>
                <a:gd name="connsiteY6" fmla="*/ 204399 h 299538"/>
                <a:gd name="connsiteX7" fmla="*/ 335485 w 503441"/>
                <a:gd name="connsiteY7" fmla="*/ 191703 h 299538"/>
                <a:gd name="connsiteX8" fmla="*/ 276494 w 503441"/>
                <a:gd name="connsiteY8" fmla="*/ 220396 h 299538"/>
                <a:gd name="connsiteX9" fmla="*/ 323606 w 503441"/>
                <a:gd name="connsiteY9" fmla="*/ 286268 h 299538"/>
                <a:gd name="connsiteX10" fmla="*/ 199026 w 50344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439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9323 w 503021"/>
                <a:gd name="connsiteY5" fmla="*/ 12371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81644 w 503021"/>
                <a:gd name="connsiteY5" fmla="*/ 11795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5052"/>
                <a:gd name="connsiteY0" fmla="*/ 296576 h 299538"/>
                <a:gd name="connsiteX1" fmla="*/ 62585 w 505052"/>
                <a:gd name="connsiteY1" fmla="*/ 227941 h 299538"/>
                <a:gd name="connsiteX2" fmla="*/ 37124 w 505052"/>
                <a:gd name="connsiteY2" fmla="*/ 28234 h 299538"/>
                <a:gd name="connsiteX3" fmla="*/ 120870 w 505052"/>
                <a:gd name="connsiteY3" fmla="*/ 5 h 299538"/>
                <a:gd name="connsiteX4" fmla="*/ 264561 w 505052"/>
                <a:gd name="connsiteY4" fmla="*/ 54249 h 299538"/>
                <a:gd name="connsiteX5" fmla="*/ 377805 w 505052"/>
                <a:gd name="connsiteY5" fmla="*/ 124995 h 299538"/>
                <a:gd name="connsiteX6" fmla="*/ 503021 w 505052"/>
                <a:gd name="connsiteY6" fmla="*/ 203119 h 299538"/>
                <a:gd name="connsiteX7" fmla="*/ 335485 w 505052"/>
                <a:gd name="connsiteY7" fmla="*/ 191703 h 299538"/>
                <a:gd name="connsiteX8" fmla="*/ 276494 w 505052"/>
                <a:gd name="connsiteY8" fmla="*/ 220396 h 299538"/>
                <a:gd name="connsiteX9" fmla="*/ 323606 w 505052"/>
                <a:gd name="connsiteY9" fmla="*/ 286268 h 299538"/>
                <a:gd name="connsiteX10" fmla="*/ 199026 w 505052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77805 w 503021"/>
                <a:gd name="connsiteY5" fmla="*/ 124995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6 h 299538"/>
                <a:gd name="connsiteX1" fmla="*/ 62585 w 503021"/>
                <a:gd name="connsiteY1" fmla="*/ 227941 h 299538"/>
                <a:gd name="connsiteX2" fmla="*/ 37124 w 503021"/>
                <a:gd name="connsiteY2" fmla="*/ 28234 h 299538"/>
                <a:gd name="connsiteX3" fmla="*/ 120870 w 503021"/>
                <a:gd name="connsiteY3" fmla="*/ 5 h 299538"/>
                <a:gd name="connsiteX4" fmla="*/ 264561 w 503021"/>
                <a:gd name="connsiteY4" fmla="*/ 54249 h 299538"/>
                <a:gd name="connsiteX5" fmla="*/ 359888 w 503021"/>
                <a:gd name="connsiteY5" fmla="*/ 119236 h 299538"/>
                <a:gd name="connsiteX6" fmla="*/ 503021 w 503021"/>
                <a:gd name="connsiteY6" fmla="*/ 203119 h 299538"/>
                <a:gd name="connsiteX7" fmla="*/ 335485 w 503021"/>
                <a:gd name="connsiteY7" fmla="*/ 191703 h 299538"/>
                <a:gd name="connsiteX8" fmla="*/ 276494 w 503021"/>
                <a:gd name="connsiteY8" fmla="*/ 220396 h 299538"/>
                <a:gd name="connsiteX9" fmla="*/ 323606 w 503021"/>
                <a:gd name="connsiteY9" fmla="*/ 286268 h 299538"/>
                <a:gd name="connsiteX10" fmla="*/ 199026 w 503021"/>
                <a:gd name="connsiteY10" fmla="*/ 296576 h 299538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1"/>
                <a:gd name="connsiteY0" fmla="*/ 296572 h 299534"/>
                <a:gd name="connsiteX1" fmla="*/ 62585 w 503021"/>
                <a:gd name="connsiteY1" fmla="*/ 227937 h 299534"/>
                <a:gd name="connsiteX2" fmla="*/ 37124 w 503021"/>
                <a:gd name="connsiteY2" fmla="*/ 28230 h 299534"/>
                <a:gd name="connsiteX3" fmla="*/ 120870 w 503021"/>
                <a:gd name="connsiteY3" fmla="*/ 1 h 299534"/>
                <a:gd name="connsiteX4" fmla="*/ 222967 w 503021"/>
                <a:gd name="connsiteY4" fmla="*/ 28649 h 299534"/>
                <a:gd name="connsiteX5" fmla="*/ 359888 w 503021"/>
                <a:gd name="connsiteY5" fmla="*/ 119232 h 299534"/>
                <a:gd name="connsiteX6" fmla="*/ 503021 w 503021"/>
                <a:gd name="connsiteY6" fmla="*/ 203115 h 299534"/>
                <a:gd name="connsiteX7" fmla="*/ 335485 w 503021"/>
                <a:gd name="connsiteY7" fmla="*/ 191699 h 299534"/>
                <a:gd name="connsiteX8" fmla="*/ 276494 w 503021"/>
                <a:gd name="connsiteY8" fmla="*/ 220392 h 299534"/>
                <a:gd name="connsiteX9" fmla="*/ 323606 w 503021"/>
                <a:gd name="connsiteY9" fmla="*/ 286264 h 299534"/>
                <a:gd name="connsiteX10" fmla="*/ 199026 w 503021"/>
                <a:gd name="connsiteY10" fmla="*/ 296572 h 299534"/>
                <a:gd name="connsiteX0" fmla="*/ 199026 w 503023"/>
                <a:gd name="connsiteY0" fmla="*/ 296572 h 299534"/>
                <a:gd name="connsiteX1" fmla="*/ 62585 w 503023"/>
                <a:gd name="connsiteY1" fmla="*/ 227937 h 299534"/>
                <a:gd name="connsiteX2" fmla="*/ 37124 w 503023"/>
                <a:gd name="connsiteY2" fmla="*/ 28230 h 299534"/>
                <a:gd name="connsiteX3" fmla="*/ 120870 w 503023"/>
                <a:gd name="connsiteY3" fmla="*/ 1 h 299534"/>
                <a:gd name="connsiteX4" fmla="*/ 222967 w 503023"/>
                <a:gd name="connsiteY4" fmla="*/ 28649 h 299534"/>
                <a:gd name="connsiteX5" fmla="*/ 359888 w 503023"/>
                <a:gd name="connsiteY5" fmla="*/ 119232 h 299534"/>
                <a:gd name="connsiteX6" fmla="*/ 503021 w 503023"/>
                <a:gd name="connsiteY6" fmla="*/ 203115 h 299534"/>
                <a:gd name="connsiteX7" fmla="*/ 335485 w 503023"/>
                <a:gd name="connsiteY7" fmla="*/ 191699 h 299534"/>
                <a:gd name="connsiteX8" fmla="*/ 276494 w 503023"/>
                <a:gd name="connsiteY8" fmla="*/ 220392 h 299534"/>
                <a:gd name="connsiteX9" fmla="*/ 323606 w 503023"/>
                <a:gd name="connsiteY9" fmla="*/ 286264 h 299534"/>
                <a:gd name="connsiteX10" fmla="*/ 199026 w 503023"/>
                <a:gd name="connsiteY10" fmla="*/ 296572 h 299534"/>
                <a:gd name="connsiteX0" fmla="*/ 199026 w 507203"/>
                <a:gd name="connsiteY0" fmla="*/ 296572 h 299534"/>
                <a:gd name="connsiteX1" fmla="*/ 62585 w 507203"/>
                <a:gd name="connsiteY1" fmla="*/ 227937 h 299534"/>
                <a:gd name="connsiteX2" fmla="*/ 37124 w 507203"/>
                <a:gd name="connsiteY2" fmla="*/ 28230 h 299534"/>
                <a:gd name="connsiteX3" fmla="*/ 120870 w 507203"/>
                <a:gd name="connsiteY3" fmla="*/ 1 h 299534"/>
                <a:gd name="connsiteX4" fmla="*/ 222967 w 507203"/>
                <a:gd name="connsiteY4" fmla="*/ 28649 h 299534"/>
                <a:gd name="connsiteX5" fmla="*/ 359888 w 507203"/>
                <a:gd name="connsiteY5" fmla="*/ 119232 h 299534"/>
                <a:gd name="connsiteX6" fmla="*/ 503021 w 507203"/>
                <a:gd name="connsiteY6" fmla="*/ 203115 h 299534"/>
                <a:gd name="connsiteX7" fmla="*/ 335485 w 507203"/>
                <a:gd name="connsiteY7" fmla="*/ 191699 h 299534"/>
                <a:gd name="connsiteX8" fmla="*/ 276494 w 507203"/>
                <a:gd name="connsiteY8" fmla="*/ 220392 h 299534"/>
                <a:gd name="connsiteX9" fmla="*/ 323606 w 507203"/>
                <a:gd name="connsiteY9" fmla="*/ 286264 h 299534"/>
                <a:gd name="connsiteX10" fmla="*/ 199026 w 507203"/>
                <a:gd name="connsiteY10" fmla="*/ 296572 h 299534"/>
                <a:gd name="connsiteX0" fmla="*/ 199026 w 510683"/>
                <a:gd name="connsiteY0" fmla="*/ 296572 h 299534"/>
                <a:gd name="connsiteX1" fmla="*/ 62585 w 510683"/>
                <a:gd name="connsiteY1" fmla="*/ 227937 h 299534"/>
                <a:gd name="connsiteX2" fmla="*/ 37124 w 510683"/>
                <a:gd name="connsiteY2" fmla="*/ 28230 h 299534"/>
                <a:gd name="connsiteX3" fmla="*/ 120870 w 510683"/>
                <a:gd name="connsiteY3" fmla="*/ 1 h 299534"/>
                <a:gd name="connsiteX4" fmla="*/ 222967 w 510683"/>
                <a:gd name="connsiteY4" fmla="*/ 28649 h 299534"/>
                <a:gd name="connsiteX5" fmla="*/ 359888 w 510683"/>
                <a:gd name="connsiteY5" fmla="*/ 119232 h 299534"/>
                <a:gd name="connsiteX6" fmla="*/ 503021 w 510683"/>
                <a:gd name="connsiteY6" fmla="*/ 203115 h 299534"/>
                <a:gd name="connsiteX7" fmla="*/ 335485 w 510683"/>
                <a:gd name="connsiteY7" fmla="*/ 191699 h 299534"/>
                <a:gd name="connsiteX8" fmla="*/ 276494 w 510683"/>
                <a:gd name="connsiteY8" fmla="*/ 220392 h 299534"/>
                <a:gd name="connsiteX9" fmla="*/ 323606 w 510683"/>
                <a:gd name="connsiteY9" fmla="*/ 286264 h 299534"/>
                <a:gd name="connsiteX10" fmla="*/ 199026 w 510683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534"/>
                <a:gd name="connsiteX1" fmla="*/ 62585 w 503092"/>
                <a:gd name="connsiteY1" fmla="*/ 227937 h 299534"/>
                <a:gd name="connsiteX2" fmla="*/ 37124 w 503092"/>
                <a:gd name="connsiteY2" fmla="*/ 28230 h 299534"/>
                <a:gd name="connsiteX3" fmla="*/ 120870 w 503092"/>
                <a:gd name="connsiteY3" fmla="*/ 1 h 299534"/>
                <a:gd name="connsiteX4" fmla="*/ 222967 w 503092"/>
                <a:gd name="connsiteY4" fmla="*/ 28649 h 299534"/>
                <a:gd name="connsiteX5" fmla="*/ 353489 w 503092"/>
                <a:gd name="connsiteY5" fmla="*/ 110913 h 299534"/>
                <a:gd name="connsiteX6" fmla="*/ 503021 w 503092"/>
                <a:gd name="connsiteY6" fmla="*/ 203115 h 299534"/>
                <a:gd name="connsiteX7" fmla="*/ 335485 w 503092"/>
                <a:gd name="connsiteY7" fmla="*/ 191699 h 299534"/>
                <a:gd name="connsiteX8" fmla="*/ 276494 w 503092"/>
                <a:gd name="connsiteY8" fmla="*/ 220392 h 299534"/>
                <a:gd name="connsiteX9" fmla="*/ 323606 w 503092"/>
                <a:gd name="connsiteY9" fmla="*/ 286264 h 299534"/>
                <a:gd name="connsiteX10" fmla="*/ 199026 w 503092"/>
                <a:gd name="connsiteY10" fmla="*/ 296572 h 299534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23606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91699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7416"/>
                <a:gd name="connsiteY0" fmla="*/ 296572 h 299326"/>
                <a:gd name="connsiteX1" fmla="*/ 62585 w 507416"/>
                <a:gd name="connsiteY1" fmla="*/ 227937 h 299326"/>
                <a:gd name="connsiteX2" fmla="*/ 37124 w 507416"/>
                <a:gd name="connsiteY2" fmla="*/ 28230 h 299326"/>
                <a:gd name="connsiteX3" fmla="*/ 120870 w 507416"/>
                <a:gd name="connsiteY3" fmla="*/ 1 h 299326"/>
                <a:gd name="connsiteX4" fmla="*/ 222967 w 507416"/>
                <a:gd name="connsiteY4" fmla="*/ 28649 h 299326"/>
                <a:gd name="connsiteX5" fmla="*/ 353489 w 507416"/>
                <a:gd name="connsiteY5" fmla="*/ 110913 h 299326"/>
                <a:gd name="connsiteX6" fmla="*/ 503021 w 507416"/>
                <a:gd name="connsiteY6" fmla="*/ 203115 h 299326"/>
                <a:gd name="connsiteX7" fmla="*/ 335485 w 507416"/>
                <a:gd name="connsiteY7" fmla="*/ 191699 h 299326"/>
                <a:gd name="connsiteX8" fmla="*/ 284173 w 507416"/>
                <a:gd name="connsiteY8" fmla="*/ 226791 h 299326"/>
                <a:gd name="connsiteX9" fmla="*/ 338964 w 507416"/>
                <a:gd name="connsiteY9" fmla="*/ 286264 h 299326"/>
                <a:gd name="connsiteX10" fmla="*/ 199026 w 507416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326"/>
                <a:gd name="connsiteX1" fmla="*/ 62585 w 503092"/>
                <a:gd name="connsiteY1" fmla="*/ 227937 h 299326"/>
                <a:gd name="connsiteX2" fmla="*/ 37124 w 503092"/>
                <a:gd name="connsiteY2" fmla="*/ 28230 h 299326"/>
                <a:gd name="connsiteX3" fmla="*/ 120870 w 503092"/>
                <a:gd name="connsiteY3" fmla="*/ 1 h 299326"/>
                <a:gd name="connsiteX4" fmla="*/ 222967 w 503092"/>
                <a:gd name="connsiteY4" fmla="*/ 28649 h 299326"/>
                <a:gd name="connsiteX5" fmla="*/ 353489 w 503092"/>
                <a:gd name="connsiteY5" fmla="*/ 110913 h 299326"/>
                <a:gd name="connsiteX6" fmla="*/ 503021 w 503092"/>
                <a:gd name="connsiteY6" fmla="*/ 203115 h 299326"/>
                <a:gd name="connsiteX7" fmla="*/ 335485 w 503092"/>
                <a:gd name="connsiteY7" fmla="*/ 182100 h 299326"/>
                <a:gd name="connsiteX8" fmla="*/ 284173 w 503092"/>
                <a:gd name="connsiteY8" fmla="*/ 226791 h 299326"/>
                <a:gd name="connsiteX9" fmla="*/ 338964 w 503092"/>
                <a:gd name="connsiteY9" fmla="*/ 286264 h 299326"/>
                <a:gd name="connsiteX10" fmla="*/ 199026 w 503092"/>
                <a:gd name="connsiteY10" fmla="*/ 296572 h 299326"/>
                <a:gd name="connsiteX0" fmla="*/ 199026 w 503092"/>
                <a:gd name="connsiteY0" fmla="*/ 296572 h 299100"/>
                <a:gd name="connsiteX1" fmla="*/ 62585 w 503092"/>
                <a:gd name="connsiteY1" fmla="*/ 227937 h 299100"/>
                <a:gd name="connsiteX2" fmla="*/ 37124 w 503092"/>
                <a:gd name="connsiteY2" fmla="*/ 28230 h 299100"/>
                <a:gd name="connsiteX3" fmla="*/ 120870 w 503092"/>
                <a:gd name="connsiteY3" fmla="*/ 1 h 299100"/>
                <a:gd name="connsiteX4" fmla="*/ 222967 w 503092"/>
                <a:gd name="connsiteY4" fmla="*/ 28649 h 299100"/>
                <a:gd name="connsiteX5" fmla="*/ 353489 w 503092"/>
                <a:gd name="connsiteY5" fmla="*/ 110913 h 299100"/>
                <a:gd name="connsiteX6" fmla="*/ 503021 w 503092"/>
                <a:gd name="connsiteY6" fmla="*/ 203115 h 299100"/>
                <a:gd name="connsiteX7" fmla="*/ 335485 w 503092"/>
                <a:gd name="connsiteY7" fmla="*/ 182100 h 299100"/>
                <a:gd name="connsiteX8" fmla="*/ 293772 w 503092"/>
                <a:gd name="connsiteY8" fmla="*/ 234470 h 299100"/>
                <a:gd name="connsiteX9" fmla="*/ 338964 w 503092"/>
                <a:gd name="connsiteY9" fmla="*/ 286264 h 299100"/>
                <a:gd name="connsiteX10" fmla="*/ 199026 w 503092"/>
                <a:gd name="connsiteY10" fmla="*/ 296572 h 299100"/>
                <a:gd name="connsiteX0" fmla="*/ 199026 w 503092"/>
                <a:gd name="connsiteY0" fmla="*/ 296572 h 301245"/>
                <a:gd name="connsiteX1" fmla="*/ 62585 w 503092"/>
                <a:gd name="connsiteY1" fmla="*/ 227937 h 301245"/>
                <a:gd name="connsiteX2" fmla="*/ 37124 w 503092"/>
                <a:gd name="connsiteY2" fmla="*/ 28230 h 301245"/>
                <a:gd name="connsiteX3" fmla="*/ 120870 w 503092"/>
                <a:gd name="connsiteY3" fmla="*/ 1 h 301245"/>
                <a:gd name="connsiteX4" fmla="*/ 222967 w 503092"/>
                <a:gd name="connsiteY4" fmla="*/ 28649 h 301245"/>
                <a:gd name="connsiteX5" fmla="*/ 353489 w 503092"/>
                <a:gd name="connsiteY5" fmla="*/ 110913 h 301245"/>
                <a:gd name="connsiteX6" fmla="*/ 503021 w 503092"/>
                <a:gd name="connsiteY6" fmla="*/ 203115 h 301245"/>
                <a:gd name="connsiteX7" fmla="*/ 335485 w 503092"/>
                <a:gd name="connsiteY7" fmla="*/ 182100 h 301245"/>
                <a:gd name="connsiteX8" fmla="*/ 293772 w 503092"/>
                <a:gd name="connsiteY8" fmla="*/ 234470 h 301245"/>
                <a:gd name="connsiteX9" fmla="*/ 338964 w 503092"/>
                <a:gd name="connsiteY9" fmla="*/ 286264 h 301245"/>
                <a:gd name="connsiteX10" fmla="*/ 199026 w 503092"/>
                <a:gd name="connsiteY10" fmla="*/ 296572 h 301245"/>
                <a:gd name="connsiteX0" fmla="*/ 199026 w 503092"/>
                <a:gd name="connsiteY0" fmla="*/ 296572 h 301645"/>
                <a:gd name="connsiteX1" fmla="*/ 62585 w 503092"/>
                <a:gd name="connsiteY1" fmla="*/ 227937 h 301645"/>
                <a:gd name="connsiteX2" fmla="*/ 37124 w 503092"/>
                <a:gd name="connsiteY2" fmla="*/ 28230 h 301645"/>
                <a:gd name="connsiteX3" fmla="*/ 120870 w 503092"/>
                <a:gd name="connsiteY3" fmla="*/ 1 h 301645"/>
                <a:gd name="connsiteX4" fmla="*/ 222967 w 503092"/>
                <a:gd name="connsiteY4" fmla="*/ 28649 h 301645"/>
                <a:gd name="connsiteX5" fmla="*/ 353489 w 503092"/>
                <a:gd name="connsiteY5" fmla="*/ 110913 h 301645"/>
                <a:gd name="connsiteX6" fmla="*/ 503021 w 503092"/>
                <a:gd name="connsiteY6" fmla="*/ 203115 h 301645"/>
                <a:gd name="connsiteX7" fmla="*/ 335485 w 503092"/>
                <a:gd name="connsiteY7" fmla="*/ 182100 h 301645"/>
                <a:gd name="connsiteX8" fmla="*/ 293772 w 503092"/>
                <a:gd name="connsiteY8" fmla="*/ 234470 h 301645"/>
                <a:gd name="connsiteX9" fmla="*/ 338964 w 503092"/>
                <a:gd name="connsiteY9" fmla="*/ 286264 h 301645"/>
                <a:gd name="connsiteX10" fmla="*/ 199026 w 503092"/>
                <a:gd name="connsiteY10" fmla="*/ 296572 h 301645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99026 w 503092"/>
                <a:gd name="connsiteY0" fmla="*/ 296572 h 304408"/>
                <a:gd name="connsiteX1" fmla="*/ 62585 w 503092"/>
                <a:gd name="connsiteY1" fmla="*/ 227937 h 304408"/>
                <a:gd name="connsiteX2" fmla="*/ 37124 w 503092"/>
                <a:gd name="connsiteY2" fmla="*/ 28230 h 304408"/>
                <a:gd name="connsiteX3" fmla="*/ 120870 w 503092"/>
                <a:gd name="connsiteY3" fmla="*/ 1 h 304408"/>
                <a:gd name="connsiteX4" fmla="*/ 222967 w 503092"/>
                <a:gd name="connsiteY4" fmla="*/ 28649 h 304408"/>
                <a:gd name="connsiteX5" fmla="*/ 353489 w 503092"/>
                <a:gd name="connsiteY5" fmla="*/ 110913 h 304408"/>
                <a:gd name="connsiteX6" fmla="*/ 503021 w 503092"/>
                <a:gd name="connsiteY6" fmla="*/ 203115 h 304408"/>
                <a:gd name="connsiteX7" fmla="*/ 335485 w 503092"/>
                <a:gd name="connsiteY7" fmla="*/ 182100 h 304408"/>
                <a:gd name="connsiteX8" fmla="*/ 293772 w 503092"/>
                <a:gd name="connsiteY8" fmla="*/ 234470 h 304408"/>
                <a:gd name="connsiteX9" fmla="*/ 338964 w 503092"/>
                <a:gd name="connsiteY9" fmla="*/ 286264 h 304408"/>
                <a:gd name="connsiteX10" fmla="*/ 199026 w 503092"/>
                <a:gd name="connsiteY10" fmla="*/ 296572 h 304408"/>
                <a:gd name="connsiteX0" fmla="*/ 189329 w 493395"/>
                <a:gd name="connsiteY0" fmla="*/ 296572 h 304408"/>
                <a:gd name="connsiteX1" fmla="*/ 52888 w 493395"/>
                <a:gd name="connsiteY1" fmla="*/ 227937 h 304408"/>
                <a:gd name="connsiteX2" fmla="*/ 27427 w 493395"/>
                <a:gd name="connsiteY2" fmla="*/ 28230 h 304408"/>
                <a:gd name="connsiteX3" fmla="*/ 111173 w 493395"/>
                <a:gd name="connsiteY3" fmla="*/ 1 h 304408"/>
                <a:gd name="connsiteX4" fmla="*/ 213270 w 493395"/>
                <a:gd name="connsiteY4" fmla="*/ 28649 h 304408"/>
                <a:gd name="connsiteX5" fmla="*/ 343792 w 493395"/>
                <a:gd name="connsiteY5" fmla="*/ 110913 h 304408"/>
                <a:gd name="connsiteX6" fmla="*/ 493324 w 493395"/>
                <a:gd name="connsiteY6" fmla="*/ 203115 h 304408"/>
                <a:gd name="connsiteX7" fmla="*/ 325788 w 493395"/>
                <a:gd name="connsiteY7" fmla="*/ 182100 h 304408"/>
                <a:gd name="connsiteX8" fmla="*/ 284075 w 493395"/>
                <a:gd name="connsiteY8" fmla="*/ 234470 h 304408"/>
                <a:gd name="connsiteX9" fmla="*/ 329267 w 493395"/>
                <a:gd name="connsiteY9" fmla="*/ 286264 h 304408"/>
                <a:gd name="connsiteX10" fmla="*/ 189329 w 493395"/>
                <a:gd name="connsiteY10" fmla="*/ 296572 h 304408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194255 w 498321"/>
                <a:gd name="connsiteY0" fmla="*/ 296875 h 305045"/>
                <a:gd name="connsiteX1" fmla="*/ 16220 w 498321"/>
                <a:gd name="connsiteY1" fmla="*/ 200084 h 305045"/>
                <a:gd name="connsiteX2" fmla="*/ 32353 w 498321"/>
                <a:gd name="connsiteY2" fmla="*/ 28533 h 305045"/>
                <a:gd name="connsiteX3" fmla="*/ 116099 w 498321"/>
                <a:gd name="connsiteY3" fmla="*/ 304 h 305045"/>
                <a:gd name="connsiteX4" fmla="*/ 218196 w 498321"/>
                <a:gd name="connsiteY4" fmla="*/ 28952 h 305045"/>
                <a:gd name="connsiteX5" fmla="*/ 348718 w 498321"/>
                <a:gd name="connsiteY5" fmla="*/ 111216 h 305045"/>
                <a:gd name="connsiteX6" fmla="*/ 498250 w 498321"/>
                <a:gd name="connsiteY6" fmla="*/ 203418 h 305045"/>
                <a:gd name="connsiteX7" fmla="*/ 330714 w 498321"/>
                <a:gd name="connsiteY7" fmla="*/ 182403 h 305045"/>
                <a:gd name="connsiteX8" fmla="*/ 289001 w 498321"/>
                <a:gd name="connsiteY8" fmla="*/ 234773 h 305045"/>
                <a:gd name="connsiteX9" fmla="*/ 334193 w 498321"/>
                <a:gd name="connsiteY9" fmla="*/ 286567 h 305045"/>
                <a:gd name="connsiteX10" fmla="*/ 194255 w 498321"/>
                <a:gd name="connsiteY10" fmla="*/ 296875 h 305045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204884 w 508950"/>
                <a:gd name="connsiteY0" fmla="*/ 296572 h 304742"/>
                <a:gd name="connsiteX1" fmla="*/ 26849 w 508950"/>
                <a:gd name="connsiteY1" fmla="*/ 199781 h 304742"/>
                <a:gd name="connsiteX2" fmla="*/ 42982 w 508950"/>
                <a:gd name="connsiteY2" fmla="*/ 28230 h 304742"/>
                <a:gd name="connsiteX3" fmla="*/ 126728 w 508950"/>
                <a:gd name="connsiteY3" fmla="*/ 1 h 304742"/>
                <a:gd name="connsiteX4" fmla="*/ 228825 w 508950"/>
                <a:gd name="connsiteY4" fmla="*/ 28649 h 304742"/>
                <a:gd name="connsiteX5" fmla="*/ 359347 w 508950"/>
                <a:gd name="connsiteY5" fmla="*/ 110913 h 304742"/>
                <a:gd name="connsiteX6" fmla="*/ 508879 w 508950"/>
                <a:gd name="connsiteY6" fmla="*/ 203115 h 304742"/>
                <a:gd name="connsiteX7" fmla="*/ 341343 w 508950"/>
                <a:gd name="connsiteY7" fmla="*/ 182100 h 304742"/>
                <a:gd name="connsiteX8" fmla="*/ 299630 w 508950"/>
                <a:gd name="connsiteY8" fmla="*/ 234470 h 304742"/>
                <a:gd name="connsiteX9" fmla="*/ 344822 w 508950"/>
                <a:gd name="connsiteY9" fmla="*/ 286264 h 304742"/>
                <a:gd name="connsiteX10" fmla="*/ 204884 w 508950"/>
                <a:gd name="connsiteY10" fmla="*/ 296572 h 304742"/>
                <a:gd name="connsiteX0" fmla="*/ 193809 w 497875"/>
                <a:gd name="connsiteY0" fmla="*/ 309369 h 317539"/>
                <a:gd name="connsiteX1" fmla="*/ 15774 w 497875"/>
                <a:gd name="connsiteY1" fmla="*/ 212578 h 317539"/>
                <a:gd name="connsiteX2" fmla="*/ 31907 w 497875"/>
                <a:gd name="connsiteY2" fmla="*/ 41027 h 317539"/>
                <a:gd name="connsiteX3" fmla="*/ 102215 w 497875"/>
                <a:gd name="connsiteY3" fmla="*/ 0 h 317539"/>
                <a:gd name="connsiteX4" fmla="*/ 217750 w 497875"/>
                <a:gd name="connsiteY4" fmla="*/ 41446 h 317539"/>
                <a:gd name="connsiteX5" fmla="*/ 348272 w 497875"/>
                <a:gd name="connsiteY5" fmla="*/ 123710 h 317539"/>
                <a:gd name="connsiteX6" fmla="*/ 497804 w 497875"/>
                <a:gd name="connsiteY6" fmla="*/ 215912 h 317539"/>
                <a:gd name="connsiteX7" fmla="*/ 330268 w 497875"/>
                <a:gd name="connsiteY7" fmla="*/ 194897 h 317539"/>
                <a:gd name="connsiteX8" fmla="*/ 288555 w 497875"/>
                <a:gd name="connsiteY8" fmla="*/ 247267 h 317539"/>
                <a:gd name="connsiteX9" fmla="*/ 333747 w 497875"/>
                <a:gd name="connsiteY9" fmla="*/ 299061 h 317539"/>
                <a:gd name="connsiteX10" fmla="*/ 193809 w 497875"/>
                <a:gd name="connsiteY10" fmla="*/ 309369 h 317539"/>
                <a:gd name="connsiteX0" fmla="*/ 213891 w 517957"/>
                <a:gd name="connsiteY0" fmla="*/ 309698 h 317868"/>
                <a:gd name="connsiteX1" fmla="*/ 35856 w 517957"/>
                <a:gd name="connsiteY1" fmla="*/ 212907 h 317868"/>
                <a:gd name="connsiteX2" fmla="*/ 6556 w 517957"/>
                <a:gd name="connsiteY2" fmla="*/ 62473 h 317868"/>
                <a:gd name="connsiteX3" fmla="*/ 122297 w 517957"/>
                <a:gd name="connsiteY3" fmla="*/ 329 h 317868"/>
                <a:gd name="connsiteX4" fmla="*/ 237832 w 517957"/>
                <a:gd name="connsiteY4" fmla="*/ 41775 h 317868"/>
                <a:gd name="connsiteX5" fmla="*/ 368354 w 517957"/>
                <a:gd name="connsiteY5" fmla="*/ 124039 h 317868"/>
                <a:gd name="connsiteX6" fmla="*/ 517886 w 517957"/>
                <a:gd name="connsiteY6" fmla="*/ 216241 h 317868"/>
                <a:gd name="connsiteX7" fmla="*/ 350350 w 517957"/>
                <a:gd name="connsiteY7" fmla="*/ 195226 h 317868"/>
                <a:gd name="connsiteX8" fmla="*/ 308637 w 517957"/>
                <a:gd name="connsiteY8" fmla="*/ 247596 h 317868"/>
                <a:gd name="connsiteX9" fmla="*/ 353829 w 517957"/>
                <a:gd name="connsiteY9" fmla="*/ 299390 h 317868"/>
                <a:gd name="connsiteX10" fmla="*/ 213891 w 517957"/>
                <a:gd name="connsiteY10" fmla="*/ 309698 h 317868"/>
                <a:gd name="connsiteX0" fmla="*/ 213609 w 517675"/>
                <a:gd name="connsiteY0" fmla="*/ 309698 h 317868"/>
                <a:gd name="connsiteX1" fmla="*/ 35574 w 517675"/>
                <a:gd name="connsiteY1" fmla="*/ 212907 h 317868"/>
                <a:gd name="connsiteX2" fmla="*/ 6274 w 517675"/>
                <a:gd name="connsiteY2" fmla="*/ 62473 h 317868"/>
                <a:gd name="connsiteX3" fmla="*/ 122015 w 517675"/>
                <a:gd name="connsiteY3" fmla="*/ 329 h 317868"/>
                <a:gd name="connsiteX4" fmla="*/ 237550 w 517675"/>
                <a:gd name="connsiteY4" fmla="*/ 41775 h 317868"/>
                <a:gd name="connsiteX5" fmla="*/ 368072 w 517675"/>
                <a:gd name="connsiteY5" fmla="*/ 124039 h 317868"/>
                <a:gd name="connsiteX6" fmla="*/ 517604 w 517675"/>
                <a:gd name="connsiteY6" fmla="*/ 216241 h 317868"/>
                <a:gd name="connsiteX7" fmla="*/ 350068 w 517675"/>
                <a:gd name="connsiteY7" fmla="*/ 195226 h 317868"/>
                <a:gd name="connsiteX8" fmla="*/ 308355 w 517675"/>
                <a:gd name="connsiteY8" fmla="*/ 247596 h 317868"/>
                <a:gd name="connsiteX9" fmla="*/ 353547 w 517675"/>
                <a:gd name="connsiteY9" fmla="*/ 299390 h 317868"/>
                <a:gd name="connsiteX10" fmla="*/ 213609 w 517675"/>
                <a:gd name="connsiteY10" fmla="*/ 309698 h 317868"/>
                <a:gd name="connsiteX0" fmla="*/ 213609 w 517675"/>
                <a:gd name="connsiteY0" fmla="*/ 311338 h 319508"/>
                <a:gd name="connsiteX1" fmla="*/ 35574 w 517675"/>
                <a:gd name="connsiteY1" fmla="*/ 214547 h 319508"/>
                <a:gd name="connsiteX2" fmla="*/ 6274 w 517675"/>
                <a:gd name="connsiteY2" fmla="*/ 64113 h 319508"/>
                <a:gd name="connsiteX3" fmla="*/ 122015 w 517675"/>
                <a:gd name="connsiteY3" fmla="*/ 1969 h 319508"/>
                <a:gd name="connsiteX4" fmla="*/ 237550 w 517675"/>
                <a:gd name="connsiteY4" fmla="*/ 43415 h 319508"/>
                <a:gd name="connsiteX5" fmla="*/ 368072 w 517675"/>
                <a:gd name="connsiteY5" fmla="*/ 125679 h 319508"/>
                <a:gd name="connsiteX6" fmla="*/ 517604 w 517675"/>
                <a:gd name="connsiteY6" fmla="*/ 217881 h 319508"/>
                <a:gd name="connsiteX7" fmla="*/ 350068 w 517675"/>
                <a:gd name="connsiteY7" fmla="*/ 196866 h 319508"/>
                <a:gd name="connsiteX8" fmla="*/ 308355 w 517675"/>
                <a:gd name="connsiteY8" fmla="*/ 249236 h 319508"/>
                <a:gd name="connsiteX9" fmla="*/ 353547 w 517675"/>
                <a:gd name="connsiteY9" fmla="*/ 301030 h 319508"/>
                <a:gd name="connsiteX10" fmla="*/ 213609 w 517675"/>
                <a:gd name="connsiteY10" fmla="*/ 311338 h 319508"/>
                <a:gd name="connsiteX0" fmla="*/ 213609 w 517675"/>
                <a:gd name="connsiteY0" fmla="*/ 311338 h 318116"/>
                <a:gd name="connsiteX1" fmla="*/ 35574 w 517675"/>
                <a:gd name="connsiteY1" fmla="*/ 214547 h 318116"/>
                <a:gd name="connsiteX2" fmla="*/ 6274 w 517675"/>
                <a:gd name="connsiteY2" fmla="*/ 64113 h 318116"/>
                <a:gd name="connsiteX3" fmla="*/ 122015 w 517675"/>
                <a:gd name="connsiteY3" fmla="*/ 1969 h 318116"/>
                <a:gd name="connsiteX4" fmla="*/ 237550 w 517675"/>
                <a:gd name="connsiteY4" fmla="*/ 43415 h 318116"/>
                <a:gd name="connsiteX5" fmla="*/ 368072 w 517675"/>
                <a:gd name="connsiteY5" fmla="*/ 125679 h 318116"/>
                <a:gd name="connsiteX6" fmla="*/ 517604 w 517675"/>
                <a:gd name="connsiteY6" fmla="*/ 217881 h 318116"/>
                <a:gd name="connsiteX7" fmla="*/ 350068 w 517675"/>
                <a:gd name="connsiteY7" fmla="*/ 196866 h 318116"/>
                <a:gd name="connsiteX8" fmla="*/ 308355 w 517675"/>
                <a:gd name="connsiteY8" fmla="*/ 249236 h 318116"/>
                <a:gd name="connsiteX9" fmla="*/ 353547 w 517675"/>
                <a:gd name="connsiteY9" fmla="*/ 301030 h 318116"/>
                <a:gd name="connsiteX10" fmla="*/ 213609 w 517675"/>
                <a:gd name="connsiteY10" fmla="*/ 311338 h 318116"/>
                <a:gd name="connsiteX0" fmla="*/ 212852 w 516918"/>
                <a:gd name="connsiteY0" fmla="*/ 310855 h 316987"/>
                <a:gd name="connsiteX1" fmla="*/ 38657 w 516918"/>
                <a:gd name="connsiteY1" fmla="*/ 242220 h 316987"/>
                <a:gd name="connsiteX2" fmla="*/ 5517 w 516918"/>
                <a:gd name="connsiteY2" fmla="*/ 63630 h 316987"/>
                <a:gd name="connsiteX3" fmla="*/ 121258 w 516918"/>
                <a:gd name="connsiteY3" fmla="*/ 1486 h 316987"/>
                <a:gd name="connsiteX4" fmla="*/ 236793 w 516918"/>
                <a:gd name="connsiteY4" fmla="*/ 42932 h 316987"/>
                <a:gd name="connsiteX5" fmla="*/ 367315 w 516918"/>
                <a:gd name="connsiteY5" fmla="*/ 125196 h 316987"/>
                <a:gd name="connsiteX6" fmla="*/ 516847 w 516918"/>
                <a:gd name="connsiteY6" fmla="*/ 217398 h 316987"/>
                <a:gd name="connsiteX7" fmla="*/ 349311 w 516918"/>
                <a:gd name="connsiteY7" fmla="*/ 196383 h 316987"/>
                <a:gd name="connsiteX8" fmla="*/ 307598 w 516918"/>
                <a:gd name="connsiteY8" fmla="*/ 248753 h 316987"/>
                <a:gd name="connsiteX9" fmla="*/ 352790 w 516918"/>
                <a:gd name="connsiteY9" fmla="*/ 300547 h 316987"/>
                <a:gd name="connsiteX10" fmla="*/ 212852 w 516918"/>
                <a:gd name="connsiteY10" fmla="*/ 310855 h 316987"/>
                <a:gd name="connsiteX0" fmla="*/ 211574 w 515640"/>
                <a:gd name="connsiteY0" fmla="*/ 310822 h 317368"/>
                <a:gd name="connsiteX1" fmla="*/ 43138 w 515640"/>
                <a:gd name="connsiteY1" fmla="*/ 236428 h 317368"/>
                <a:gd name="connsiteX2" fmla="*/ 4239 w 515640"/>
                <a:gd name="connsiteY2" fmla="*/ 63597 h 317368"/>
                <a:gd name="connsiteX3" fmla="*/ 119980 w 515640"/>
                <a:gd name="connsiteY3" fmla="*/ 1453 h 317368"/>
                <a:gd name="connsiteX4" fmla="*/ 235515 w 515640"/>
                <a:gd name="connsiteY4" fmla="*/ 42899 h 317368"/>
                <a:gd name="connsiteX5" fmla="*/ 366037 w 515640"/>
                <a:gd name="connsiteY5" fmla="*/ 125163 h 317368"/>
                <a:gd name="connsiteX6" fmla="*/ 515569 w 515640"/>
                <a:gd name="connsiteY6" fmla="*/ 217365 h 317368"/>
                <a:gd name="connsiteX7" fmla="*/ 348033 w 515640"/>
                <a:gd name="connsiteY7" fmla="*/ 196350 h 317368"/>
                <a:gd name="connsiteX8" fmla="*/ 306320 w 515640"/>
                <a:gd name="connsiteY8" fmla="*/ 248720 h 317368"/>
                <a:gd name="connsiteX9" fmla="*/ 351512 w 515640"/>
                <a:gd name="connsiteY9" fmla="*/ 300514 h 317368"/>
                <a:gd name="connsiteX10" fmla="*/ 211574 w 515640"/>
                <a:gd name="connsiteY10" fmla="*/ 310822 h 317368"/>
                <a:gd name="connsiteX0" fmla="*/ 213173 w 517239"/>
                <a:gd name="connsiteY0" fmla="*/ 310822 h 317368"/>
                <a:gd name="connsiteX1" fmla="*/ 44737 w 517239"/>
                <a:gd name="connsiteY1" fmla="*/ 236428 h 317368"/>
                <a:gd name="connsiteX2" fmla="*/ 5838 w 517239"/>
                <a:gd name="connsiteY2" fmla="*/ 63597 h 317368"/>
                <a:gd name="connsiteX3" fmla="*/ 121579 w 517239"/>
                <a:gd name="connsiteY3" fmla="*/ 1453 h 317368"/>
                <a:gd name="connsiteX4" fmla="*/ 237114 w 517239"/>
                <a:gd name="connsiteY4" fmla="*/ 42899 h 317368"/>
                <a:gd name="connsiteX5" fmla="*/ 367636 w 517239"/>
                <a:gd name="connsiteY5" fmla="*/ 125163 h 317368"/>
                <a:gd name="connsiteX6" fmla="*/ 517168 w 517239"/>
                <a:gd name="connsiteY6" fmla="*/ 217365 h 317368"/>
                <a:gd name="connsiteX7" fmla="*/ 349632 w 517239"/>
                <a:gd name="connsiteY7" fmla="*/ 196350 h 317368"/>
                <a:gd name="connsiteX8" fmla="*/ 307919 w 517239"/>
                <a:gd name="connsiteY8" fmla="*/ 248720 h 317368"/>
                <a:gd name="connsiteX9" fmla="*/ 353111 w 517239"/>
                <a:gd name="connsiteY9" fmla="*/ 300514 h 317368"/>
                <a:gd name="connsiteX10" fmla="*/ 213173 w 517239"/>
                <a:gd name="connsiteY10" fmla="*/ 310822 h 317368"/>
                <a:gd name="connsiteX0" fmla="*/ 213173 w 517224"/>
                <a:gd name="connsiteY0" fmla="*/ 310822 h 317368"/>
                <a:gd name="connsiteX1" fmla="*/ 44737 w 517224"/>
                <a:gd name="connsiteY1" fmla="*/ 236428 h 317368"/>
                <a:gd name="connsiteX2" fmla="*/ 5838 w 517224"/>
                <a:gd name="connsiteY2" fmla="*/ 63597 h 317368"/>
                <a:gd name="connsiteX3" fmla="*/ 121579 w 517224"/>
                <a:gd name="connsiteY3" fmla="*/ 1453 h 317368"/>
                <a:gd name="connsiteX4" fmla="*/ 237114 w 517224"/>
                <a:gd name="connsiteY4" fmla="*/ 42899 h 317368"/>
                <a:gd name="connsiteX5" fmla="*/ 365716 w 517224"/>
                <a:gd name="connsiteY5" fmla="*/ 121324 h 317368"/>
                <a:gd name="connsiteX6" fmla="*/ 517168 w 517224"/>
                <a:gd name="connsiteY6" fmla="*/ 217365 h 317368"/>
                <a:gd name="connsiteX7" fmla="*/ 349632 w 517224"/>
                <a:gd name="connsiteY7" fmla="*/ 196350 h 317368"/>
                <a:gd name="connsiteX8" fmla="*/ 307919 w 517224"/>
                <a:gd name="connsiteY8" fmla="*/ 248720 h 317368"/>
                <a:gd name="connsiteX9" fmla="*/ 353111 w 517224"/>
                <a:gd name="connsiteY9" fmla="*/ 300514 h 317368"/>
                <a:gd name="connsiteX10" fmla="*/ 213173 w 517224"/>
                <a:gd name="connsiteY10" fmla="*/ 310822 h 317368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640 w 522691"/>
                <a:gd name="connsiteY0" fmla="*/ 310431 h 316977"/>
                <a:gd name="connsiteX1" fmla="*/ 50204 w 522691"/>
                <a:gd name="connsiteY1" fmla="*/ 236037 h 316977"/>
                <a:gd name="connsiteX2" fmla="*/ 8791 w 522691"/>
                <a:gd name="connsiteY2" fmla="*/ 144024 h 316977"/>
                <a:gd name="connsiteX3" fmla="*/ 11305 w 522691"/>
                <a:gd name="connsiteY3" fmla="*/ 63206 h 316977"/>
                <a:gd name="connsiteX4" fmla="*/ 127046 w 522691"/>
                <a:gd name="connsiteY4" fmla="*/ 1062 h 316977"/>
                <a:gd name="connsiteX5" fmla="*/ 242581 w 522691"/>
                <a:gd name="connsiteY5" fmla="*/ 42508 h 316977"/>
                <a:gd name="connsiteX6" fmla="*/ 371183 w 522691"/>
                <a:gd name="connsiteY6" fmla="*/ 120933 h 316977"/>
                <a:gd name="connsiteX7" fmla="*/ 522635 w 522691"/>
                <a:gd name="connsiteY7" fmla="*/ 216974 h 316977"/>
                <a:gd name="connsiteX8" fmla="*/ 355099 w 522691"/>
                <a:gd name="connsiteY8" fmla="*/ 195959 h 316977"/>
                <a:gd name="connsiteX9" fmla="*/ 313386 w 522691"/>
                <a:gd name="connsiteY9" fmla="*/ 248329 h 316977"/>
                <a:gd name="connsiteX10" fmla="*/ 358578 w 522691"/>
                <a:gd name="connsiteY10" fmla="*/ 300123 h 316977"/>
                <a:gd name="connsiteX11" fmla="*/ 218640 w 522691"/>
                <a:gd name="connsiteY11" fmla="*/ 310431 h 316977"/>
                <a:gd name="connsiteX0" fmla="*/ 218053 w 522104"/>
                <a:gd name="connsiteY0" fmla="*/ 310431 h 316977"/>
                <a:gd name="connsiteX1" fmla="*/ 49617 w 522104"/>
                <a:gd name="connsiteY1" fmla="*/ 236037 h 316977"/>
                <a:gd name="connsiteX2" fmla="*/ 8204 w 522104"/>
                <a:gd name="connsiteY2" fmla="*/ 144024 h 316977"/>
                <a:gd name="connsiteX3" fmla="*/ 10718 w 522104"/>
                <a:gd name="connsiteY3" fmla="*/ 63206 h 316977"/>
                <a:gd name="connsiteX4" fmla="*/ 126459 w 522104"/>
                <a:gd name="connsiteY4" fmla="*/ 1062 h 316977"/>
                <a:gd name="connsiteX5" fmla="*/ 241994 w 522104"/>
                <a:gd name="connsiteY5" fmla="*/ 42508 h 316977"/>
                <a:gd name="connsiteX6" fmla="*/ 370596 w 522104"/>
                <a:gd name="connsiteY6" fmla="*/ 120933 h 316977"/>
                <a:gd name="connsiteX7" fmla="*/ 522048 w 522104"/>
                <a:gd name="connsiteY7" fmla="*/ 216974 h 316977"/>
                <a:gd name="connsiteX8" fmla="*/ 354512 w 522104"/>
                <a:gd name="connsiteY8" fmla="*/ 195959 h 316977"/>
                <a:gd name="connsiteX9" fmla="*/ 312799 w 522104"/>
                <a:gd name="connsiteY9" fmla="*/ 248329 h 316977"/>
                <a:gd name="connsiteX10" fmla="*/ 357991 w 522104"/>
                <a:gd name="connsiteY10" fmla="*/ 300123 h 316977"/>
                <a:gd name="connsiteX11" fmla="*/ 218053 w 522104"/>
                <a:gd name="connsiteY11" fmla="*/ 310431 h 316977"/>
                <a:gd name="connsiteX0" fmla="*/ 228089 w 532140"/>
                <a:gd name="connsiteY0" fmla="*/ 310431 h 316977"/>
                <a:gd name="connsiteX1" fmla="*/ 59653 w 532140"/>
                <a:gd name="connsiteY1" fmla="*/ 236037 h 316977"/>
                <a:gd name="connsiteX2" fmla="*/ 2242 w 532140"/>
                <a:gd name="connsiteY2" fmla="*/ 144024 h 316977"/>
                <a:gd name="connsiteX3" fmla="*/ 20754 w 532140"/>
                <a:gd name="connsiteY3" fmla="*/ 63206 h 316977"/>
                <a:gd name="connsiteX4" fmla="*/ 136495 w 532140"/>
                <a:gd name="connsiteY4" fmla="*/ 1062 h 316977"/>
                <a:gd name="connsiteX5" fmla="*/ 252030 w 532140"/>
                <a:gd name="connsiteY5" fmla="*/ 42508 h 316977"/>
                <a:gd name="connsiteX6" fmla="*/ 380632 w 532140"/>
                <a:gd name="connsiteY6" fmla="*/ 120933 h 316977"/>
                <a:gd name="connsiteX7" fmla="*/ 532084 w 532140"/>
                <a:gd name="connsiteY7" fmla="*/ 216974 h 316977"/>
                <a:gd name="connsiteX8" fmla="*/ 364548 w 532140"/>
                <a:gd name="connsiteY8" fmla="*/ 195959 h 316977"/>
                <a:gd name="connsiteX9" fmla="*/ 322835 w 532140"/>
                <a:gd name="connsiteY9" fmla="*/ 248329 h 316977"/>
                <a:gd name="connsiteX10" fmla="*/ 368027 w 532140"/>
                <a:gd name="connsiteY10" fmla="*/ 300123 h 316977"/>
                <a:gd name="connsiteX11" fmla="*/ 228089 w 532140"/>
                <a:gd name="connsiteY11" fmla="*/ 310431 h 316977"/>
                <a:gd name="connsiteX0" fmla="*/ 226007 w 530058"/>
                <a:gd name="connsiteY0" fmla="*/ 310689 h 317235"/>
                <a:gd name="connsiteX1" fmla="*/ 57571 w 530058"/>
                <a:gd name="connsiteY1" fmla="*/ 236295 h 317235"/>
                <a:gd name="connsiteX2" fmla="*/ 160 w 530058"/>
                <a:gd name="connsiteY2" fmla="*/ 144282 h 317235"/>
                <a:gd name="connsiteX3" fmla="*/ 43628 w 530058"/>
                <a:gd name="connsiteY3" fmla="*/ 23150 h 317235"/>
                <a:gd name="connsiteX4" fmla="*/ 134413 w 530058"/>
                <a:gd name="connsiteY4" fmla="*/ 1320 h 317235"/>
                <a:gd name="connsiteX5" fmla="*/ 249948 w 530058"/>
                <a:gd name="connsiteY5" fmla="*/ 42766 h 317235"/>
                <a:gd name="connsiteX6" fmla="*/ 378550 w 530058"/>
                <a:gd name="connsiteY6" fmla="*/ 121191 h 317235"/>
                <a:gd name="connsiteX7" fmla="*/ 530002 w 530058"/>
                <a:gd name="connsiteY7" fmla="*/ 217232 h 317235"/>
                <a:gd name="connsiteX8" fmla="*/ 362466 w 530058"/>
                <a:gd name="connsiteY8" fmla="*/ 196217 h 317235"/>
                <a:gd name="connsiteX9" fmla="*/ 320753 w 530058"/>
                <a:gd name="connsiteY9" fmla="*/ 248587 h 317235"/>
                <a:gd name="connsiteX10" fmla="*/ 365945 w 530058"/>
                <a:gd name="connsiteY10" fmla="*/ 300381 h 317235"/>
                <a:gd name="connsiteX11" fmla="*/ 226007 w 530058"/>
                <a:gd name="connsiteY11" fmla="*/ 310689 h 317235"/>
                <a:gd name="connsiteX0" fmla="*/ 226139 w 530190"/>
                <a:gd name="connsiteY0" fmla="*/ 311738 h 318284"/>
                <a:gd name="connsiteX1" fmla="*/ 57703 w 530190"/>
                <a:gd name="connsiteY1" fmla="*/ 237344 h 318284"/>
                <a:gd name="connsiteX2" fmla="*/ 292 w 530190"/>
                <a:gd name="connsiteY2" fmla="*/ 145331 h 318284"/>
                <a:gd name="connsiteX3" fmla="*/ 43760 w 530190"/>
                <a:gd name="connsiteY3" fmla="*/ 24199 h 318284"/>
                <a:gd name="connsiteX4" fmla="*/ 134545 w 530190"/>
                <a:gd name="connsiteY4" fmla="*/ 2369 h 318284"/>
                <a:gd name="connsiteX5" fmla="*/ 250080 w 530190"/>
                <a:gd name="connsiteY5" fmla="*/ 43815 h 318284"/>
                <a:gd name="connsiteX6" fmla="*/ 378682 w 530190"/>
                <a:gd name="connsiteY6" fmla="*/ 122240 h 318284"/>
                <a:gd name="connsiteX7" fmla="*/ 530134 w 530190"/>
                <a:gd name="connsiteY7" fmla="*/ 218281 h 318284"/>
                <a:gd name="connsiteX8" fmla="*/ 362598 w 530190"/>
                <a:gd name="connsiteY8" fmla="*/ 197266 h 318284"/>
                <a:gd name="connsiteX9" fmla="*/ 320885 w 530190"/>
                <a:gd name="connsiteY9" fmla="*/ 249636 h 318284"/>
                <a:gd name="connsiteX10" fmla="*/ 366077 w 530190"/>
                <a:gd name="connsiteY10" fmla="*/ 301430 h 318284"/>
                <a:gd name="connsiteX11" fmla="*/ 226139 w 530190"/>
                <a:gd name="connsiteY11" fmla="*/ 311738 h 318284"/>
                <a:gd name="connsiteX0" fmla="*/ 227260 w 531311"/>
                <a:gd name="connsiteY0" fmla="*/ 309712 h 316258"/>
                <a:gd name="connsiteX1" fmla="*/ 58824 w 531311"/>
                <a:gd name="connsiteY1" fmla="*/ 235318 h 316258"/>
                <a:gd name="connsiteX2" fmla="*/ 1413 w 531311"/>
                <a:gd name="connsiteY2" fmla="*/ 143305 h 316258"/>
                <a:gd name="connsiteX3" fmla="*/ 34642 w 531311"/>
                <a:gd name="connsiteY3" fmla="*/ 31771 h 316258"/>
                <a:gd name="connsiteX4" fmla="*/ 135666 w 531311"/>
                <a:gd name="connsiteY4" fmla="*/ 343 h 316258"/>
                <a:gd name="connsiteX5" fmla="*/ 251201 w 531311"/>
                <a:gd name="connsiteY5" fmla="*/ 41789 h 316258"/>
                <a:gd name="connsiteX6" fmla="*/ 379803 w 531311"/>
                <a:gd name="connsiteY6" fmla="*/ 120214 h 316258"/>
                <a:gd name="connsiteX7" fmla="*/ 531255 w 531311"/>
                <a:gd name="connsiteY7" fmla="*/ 216255 h 316258"/>
                <a:gd name="connsiteX8" fmla="*/ 363719 w 531311"/>
                <a:gd name="connsiteY8" fmla="*/ 195240 h 316258"/>
                <a:gd name="connsiteX9" fmla="*/ 322006 w 531311"/>
                <a:gd name="connsiteY9" fmla="*/ 247610 h 316258"/>
                <a:gd name="connsiteX10" fmla="*/ 367198 w 531311"/>
                <a:gd name="connsiteY10" fmla="*/ 299404 h 316258"/>
                <a:gd name="connsiteX11" fmla="*/ 227260 w 531311"/>
                <a:gd name="connsiteY11" fmla="*/ 309712 h 316258"/>
                <a:gd name="connsiteX0" fmla="*/ 228565 w 532616"/>
                <a:gd name="connsiteY0" fmla="*/ 309712 h 316258"/>
                <a:gd name="connsiteX1" fmla="*/ 60129 w 532616"/>
                <a:gd name="connsiteY1" fmla="*/ 235318 h 316258"/>
                <a:gd name="connsiteX2" fmla="*/ 2718 w 532616"/>
                <a:gd name="connsiteY2" fmla="*/ 143305 h 316258"/>
                <a:gd name="connsiteX3" fmla="*/ 35947 w 532616"/>
                <a:gd name="connsiteY3" fmla="*/ 31771 h 316258"/>
                <a:gd name="connsiteX4" fmla="*/ 136971 w 532616"/>
                <a:gd name="connsiteY4" fmla="*/ 343 h 316258"/>
                <a:gd name="connsiteX5" fmla="*/ 252506 w 532616"/>
                <a:gd name="connsiteY5" fmla="*/ 41789 h 316258"/>
                <a:gd name="connsiteX6" fmla="*/ 381108 w 532616"/>
                <a:gd name="connsiteY6" fmla="*/ 120214 h 316258"/>
                <a:gd name="connsiteX7" fmla="*/ 532560 w 532616"/>
                <a:gd name="connsiteY7" fmla="*/ 216255 h 316258"/>
                <a:gd name="connsiteX8" fmla="*/ 365024 w 532616"/>
                <a:gd name="connsiteY8" fmla="*/ 195240 h 316258"/>
                <a:gd name="connsiteX9" fmla="*/ 323311 w 532616"/>
                <a:gd name="connsiteY9" fmla="*/ 247610 h 316258"/>
                <a:gd name="connsiteX10" fmla="*/ 368503 w 532616"/>
                <a:gd name="connsiteY10" fmla="*/ 299404 h 316258"/>
                <a:gd name="connsiteX11" fmla="*/ 228565 w 532616"/>
                <a:gd name="connsiteY11" fmla="*/ 309712 h 316258"/>
                <a:gd name="connsiteX0" fmla="*/ 228788 w 532839"/>
                <a:gd name="connsiteY0" fmla="*/ 309712 h 314928"/>
                <a:gd name="connsiteX1" fmla="*/ 82749 w 532839"/>
                <a:gd name="connsiteY1" fmla="*/ 253875 h 314928"/>
                <a:gd name="connsiteX2" fmla="*/ 2941 w 532839"/>
                <a:gd name="connsiteY2" fmla="*/ 143305 h 314928"/>
                <a:gd name="connsiteX3" fmla="*/ 36170 w 532839"/>
                <a:gd name="connsiteY3" fmla="*/ 31771 h 314928"/>
                <a:gd name="connsiteX4" fmla="*/ 137194 w 532839"/>
                <a:gd name="connsiteY4" fmla="*/ 343 h 314928"/>
                <a:gd name="connsiteX5" fmla="*/ 252729 w 532839"/>
                <a:gd name="connsiteY5" fmla="*/ 41789 h 314928"/>
                <a:gd name="connsiteX6" fmla="*/ 381331 w 532839"/>
                <a:gd name="connsiteY6" fmla="*/ 120214 h 314928"/>
                <a:gd name="connsiteX7" fmla="*/ 532783 w 532839"/>
                <a:gd name="connsiteY7" fmla="*/ 216255 h 314928"/>
                <a:gd name="connsiteX8" fmla="*/ 365247 w 532839"/>
                <a:gd name="connsiteY8" fmla="*/ 195240 h 314928"/>
                <a:gd name="connsiteX9" fmla="*/ 323534 w 532839"/>
                <a:gd name="connsiteY9" fmla="*/ 247610 h 314928"/>
                <a:gd name="connsiteX10" fmla="*/ 368726 w 532839"/>
                <a:gd name="connsiteY10" fmla="*/ 299404 h 314928"/>
                <a:gd name="connsiteX11" fmla="*/ 228788 w 532839"/>
                <a:gd name="connsiteY11" fmla="*/ 309712 h 314928"/>
                <a:gd name="connsiteX0" fmla="*/ 228788 w 532839"/>
                <a:gd name="connsiteY0" fmla="*/ 309712 h 316028"/>
                <a:gd name="connsiteX1" fmla="*/ 82749 w 532839"/>
                <a:gd name="connsiteY1" fmla="*/ 253875 h 316028"/>
                <a:gd name="connsiteX2" fmla="*/ 2941 w 532839"/>
                <a:gd name="connsiteY2" fmla="*/ 143305 h 316028"/>
                <a:gd name="connsiteX3" fmla="*/ 36170 w 532839"/>
                <a:gd name="connsiteY3" fmla="*/ 31771 h 316028"/>
                <a:gd name="connsiteX4" fmla="*/ 137194 w 532839"/>
                <a:gd name="connsiteY4" fmla="*/ 343 h 316028"/>
                <a:gd name="connsiteX5" fmla="*/ 252729 w 532839"/>
                <a:gd name="connsiteY5" fmla="*/ 41789 h 316028"/>
                <a:gd name="connsiteX6" fmla="*/ 381331 w 532839"/>
                <a:gd name="connsiteY6" fmla="*/ 120214 h 316028"/>
                <a:gd name="connsiteX7" fmla="*/ 532783 w 532839"/>
                <a:gd name="connsiteY7" fmla="*/ 216255 h 316028"/>
                <a:gd name="connsiteX8" fmla="*/ 365247 w 532839"/>
                <a:gd name="connsiteY8" fmla="*/ 195240 h 316028"/>
                <a:gd name="connsiteX9" fmla="*/ 323534 w 532839"/>
                <a:gd name="connsiteY9" fmla="*/ 247610 h 316028"/>
                <a:gd name="connsiteX10" fmla="*/ 368726 w 532839"/>
                <a:gd name="connsiteY10" fmla="*/ 299404 h 316028"/>
                <a:gd name="connsiteX11" fmla="*/ 228788 w 532839"/>
                <a:gd name="connsiteY11" fmla="*/ 309712 h 316028"/>
                <a:gd name="connsiteX0" fmla="*/ 228788 w 533334"/>
                <a:gd name="connsiteY0" fmla="*/ 309712 h 316028"/>
                <a:gd name="connsiteX1" fmla="*/ 82749 w 533334"/>
                <a:gd name="connsiteY1" fmla="*/ 253875 h 316028"/>
                <a:gd name="connsiteX2" fmla="*/ 2941 w 533334"/>
                <a:gd name="connsiteY2" fmla="*/ 143305 h 316028"/>
                <a:gd name="connsiteX3" fmla="*/ 36170 w 533334"/>
                <a:gd name="connsiteY3" fmla="*/ 31771 h 316028"/>
                <a:gd name="connsiteX4" fmla="*/ 137194 w 533334"/>
                <a:gd name="connsiteY4" fmla="*/ 343 h 316028"/>
                <a:gd name="connsiteX5" fmla="*/ 252729 w 533334"/>
                <a:gd name="connsiteY5" fmla="*/ 41789 h 316028"/>
                <a:gd name="connsiteX6" fmla="*/ 410127 w 533334"/>
                <a:gd name="connsiteY6" fmla="*/ 131732 h 316028"/>
                <a:gd name="connsiteX7" fmla="*/ 532783 w 533334"/>
                <a:gd name="connsiteY7" fmla="*/ 216255 h 316028"/>
                <a:gd name="connsiteX8" fmla="*/ 365247 w 533334"/>
                <a:gd name="connsiteY8" fmla="*/ 195240 h 316028"/>
                <a:gd name="connsiteX9" fmla="*/ 323534 w 533334"/>
                <a:gd name="connsiteY9" fmla="*/ 247610 h 316028"/>
                <a:gd name="connsiteX10" fmla="*/ 368726 w 533334"/>
                <a:gd name="connsiteY10" fmla="*/ 299404 h 316028"/>
                <a:gd name="connsiteX11" fmla="*/ 228788 w 533334"/>
                <a:gd name="connsiteY11" fmla="*/ 309712 h 316028"/>
                <a:gd name="connsiteX0" fmla="*/ 228788 w 533181"/>
                <a:gd name="connsiteY0" fmla="*/ 309712 h 316028"/>
                <a:gd name="connsiteX1" fmla="*/ 82749 w 533181"/>
                <a:gd name="connsiteY1" fmla="*/ 253875 h 316028"/>
                <a:gd name="connsiteX2" fmla="*/ 2941 w 533181"/>
                <a:gd name="connsiteY2" fmla="*/ 143305 h 316028"/>
                <a:gd name="connsiteX3" fmla="*/ 36170 w 533181"/>
                <a:gd name="connsiteY3" fmla="*/ 31771 h 316028"/>
                <a:gd name="connsiteX4" fmla="*/ 137194 w 533181"/>
                <a:gd name="connsiteY4" fmla="*/ 343 h 316028"/>
                <a:gd name="connsiteX5" fmla="*/ 252729 w 533181"/>
                <a:gd name="connsiteY5" fmla="*/ 41789 h 316028"/>
                <a:gd name="connsiteX6" fmla="*/ 404368 w 533181"/>
                <a:gd name="connsiteY6" fmla="*/ 131732 h 316028"/>
                <a:gd name="connsiteX7" fmla="*/ 532783 w 533181"/>
                <a:gd name="connsiteY7" fmla="*/ 216255 h 316028"/>
                <a:gd name="connsiteX8" fmla="*/ 365247 w 533181"/>
                <a:gd name="connsiteY8" fmla="*/ 195240 h 316028"/>
                <a:gd name="connsiteX9" fmla="*/ 323534 w 533181"/>
                <a:gd name="connsiteY9" fmla="*/ 247610 h 316028"/>
                <a:gd name="connsiteX10" fmla="*/ 368726 w 533181"/>
                <a:gd name="connsiteY10" fmla="*/ 299404 h 316028"/>
                <a:gd name="connsiteX11" fmla="*/ 228788 w 533181"/>
                <a:gd name="connsiteY11" fmla="*/ 309712 h 316028"/>
                <a:gd name="connsiteX0" fmla="*/ 228788 w 533166"/>
                <a:gd name="connsiteY0" fmla="*/ 309712 h 316028"/>
                <a:gd name="connsiteX1" fmla="*/ 82749 w 533166"/>
                <a:gd name="connsiteY1" fmla="*/ 253875 h 316028"/>
                <a:gd name="connsiteX2" fmla="*/ 2941 w 533166"/>
                <a:gd name="connsiteY2" fmla="*/ 143305 h 316028"/>
                <a:gd name="connsiteX3" fmla="*/ 36170 w 533166"/>
                <a:gd name="connsiteY3" fmla="*/ 31771 h 316028"/>
                <a:gd name="connsiteX4" fmla="*/ 137194 w 533166"/>
                <a:gd name="connsiteY4" fmla="*/ 343 h 316028"/>
                <a:gd name="connsiteX5" fmla="*/ 252729 w 533166"/>
                <a:gd name="connsiteY5" fmla="*/ 41789 h 316028"/>
                <a:gd name="connsiteX6" fmla="*/ 404368 w 533166"/>
                <a:gd name="connsiteY6" fmla="*/ 131732 h 316028"/>
                <a:gd name="connsiteX7" fmla="*/ 532783 w 533166"/>
                <a:gd name="connsiteY7" fmla="*/ 216255 h 316028"/>
                <a:gd name="connsiteX8" fmla="*/ 365247 w 533166"/>
                <a:gd name="connsiteY8" fmla="*/ 195240 h 316028"/>
                <a:gd name="connsiteX9" fmla="*/ 323534 w 533166"/>
                <a:gd name="connsiteY9" fmla="*/ 247610 h 316028"/>
                <a:gd name="connsiteX10" fmla="*/ 368726 w 533166"/>
                <a:gd name="connsiteY10" fmla="*/ 299404 h 316028"/>
                <a:gd name="connsiteX11" fmla="*/ 228788 w 533166"/>
                <a:gd name="connsiteY11" fmla="*/ 309712 h 316028"/>
                <a:gd name="connsiteX0" fmla="*/ 228788 w 533149"/>
                <a:gd name="connsiteY0" fmla="*/ 309712 h 316028"/>
                <a:gd name="connsiteX1" fmla="*/ 82749 w 533149"/>
                <a:gd name="connsiteY1" fmla="*/ 253875 h 316028"/>
                <a:gd name="connsiteX2" fmla="*/ 2941 w 533149"/>
                <a:gd name="connsiteY2" fmla="*/ 143305 h 316028"/>
                <a:gd name="connsiteX3" fmla="*/ 36170 w 533149"/>
                <a:gd name="connsiteY3" fmla="*/ 31771 h 316028"/>
                <a:gd name="connsiteX4" fmla="*/ 137194 w 533149"/>
                <a:gd name="connsiteY4" fmla="*/ 343 h 316028"/>
                <a:gd name="connsiteX5" fmla="*/ 252729 w 533149"/>
                <a:gd name="connsiteY5" fmla="*/ 41789 h 316028"/>
                <a:gd name="connsiteX6" fmla="*/ 404368 w 533149"/>
                <a:gd name="connsiteY6" fmla="*/ 131732 h 316028"/>
                <a:gd name="connsiteX7" fmla="*/ 532783 w 533149"/>
                <a:gd name="connsiteY7" fmla="*/ 216255 h 316028"/>
                <a:gd name="connsiteX8" fmla="*/ 365247 w 533149"/>
                <a:gd name="connsiteY8" fmla="*/ 195240 h 316028"/>
                <a:gd name="connsiteX9" fmla="*/ 323534 w 533149"/>
                <a:gd name="connsiteY9" fmla="*/ 247610 h 316028"/>
                <a:gd name="connsiteX10" fmla="*/ 368726 w 533149"/>
                <a:gd name="connsiteY10" fmla="*/ 299404 h 316028"/>
                <a:gd name="connsiteX11" fmla="*/ 228788 w 533149"/>
                <a:gd name="connsiteY11" fmla="*/ 309712 h 31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149" h="316028">
                  <a:moveTo>
                    <a:pt x="228788" y="309712"/>
                  </a:moveTo>
                  <a:cubicBezTo>
                    <a:pt x="171526" y="299564"/>
                    <a:pt x="120390" y="281609"/>
                    <a:pt x="82749" y="253875"/>
                  </a:cubicBezTo>
                  <a:cubicBezTo>
                    <a:pt x="45108" y="226141"/>
                    <a:pt x="10704" y="180322"/>
                    <a:pt x="2941" y="143305"/>
                  </a:cubicBezTo>
                  <a:cubicBezTo>
                    <a:pt x="-4822" y="106288"/>
                    <a:pt x="1637" y="61357"/>
                    <a:pt x="36170" y="31771"/>
                  </a:cubicBezTo>
                  <a:cubicBezTo>
                    <a:pt x="70703" y="2185"/>
                    <a:pt x="101101" y="-1327"/>
                    <a:pt x="137194" y="343"/>
                  </a:cubicBezTo>
                  <a:cubicBezTo>
                    <a:pt x="173287" y="2013"/>
                    <a:pt x="208200" y="19891"/>
                    <a:pt x="252729" y="41789"/>
                  </a:cubicBezTo>
                  <a:cubicBezTo>
                    <a:pt x="297258" y="63687"/>
                    <a:pt x="351293" y="96895"/>
                    <a:pt x="404368" y="131732"/>
                  </a:cubicBezTo>
                  <a:cubicBezTo>
                    <a:pt x="457443" y="166569"/>
                    <a:pt x="539303" y="205670"/>
                    <a:pt x="532783" y="216255"/>
                  </a:cubicBezTo>
                  <a:cubicBezTo>
                    <a:pt x="526263" y="226840"/>
                    <a:pt x="400122" y="190014"/>
                    <a:pt x="365247" y="195240"/>
                  </a:cubicBezTo>
                  <a:cubicBezTo>
                    <a:pt x="330372" y="200466"/>
                    <a:pt x="315275" y="222570"/>
                    <a:pt x="323534" y="247610"/>
                  </a:cubicBezTo>
                  <a:cubicBezTo>
                    <a:pt x="331793" y="272650"/>
                    <a:pt x="349323" y="280095"/>
                    <a:pt x="368726" y="299404"/>
                  </a:cubicBezTo>
                  <a:cubicBezTo>
                    <a:pt x="388129" y="318713"/>
                    <a:pt x="286050" y="319860"/>
                    <a:pt x="228788" y="309712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2B990B62-7C36-413A-9E55-DBB7EDC4E39A}"/>
                </a:ext>
              </a:extLst>
            </p:cNvPr>
            <p:cNvSpPr/>
            <p:nvPr/>
          </p:nvSpPr>
          <p:spPr>
            <a:xfrm>
              <a:off x="1035467" y="3481751"/>
              <a:ext cx="460067" cy="407068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  <a:gd name="connsiteX0" fmla="*/ 178268 w 392056"/>
                <a:gd name="connsiteY0" fmla="*/ 395862 h 397813"/>
                <a:gd name="connsiteX1" fmla="*/ 141404 w 392056"/>
                <a:gd name="connsiteY1" fmla="*/ 278130 h 397813"/>
                <a:gd name="connsiteX2" fmla="*/ 140408 w 392056"/>
                <a:gd name="connsiteY2" fmla="*/ 230307 h 397813"/>
                <a:gd name="connsiteX3" fmla="*/ 82566 w 392056"/>
                <a:gd name="connsiteY3" fmla="*/ 234569 h 397813"/>
                <a:gd name="connsiteX4" fmla="*/ 5241 w 392056"/>
                <a:gd name="connsiteY4" fmla="*/ 159845 h 397813"/>
                <a:gd name="connsiteX5" fmla="*/ 137419 w 392056"/>
                <a:gd name="connsiteY5" fmla="*/ 51191 h 397813"/>
                <a:gd name="connsiteX6" fmla="*/ 176885 w 392056"/>
                <a:gd name="connsiteY6" fmla="*/ 36965 h 397813"/>
                <a:gd name="connsiteX7" fmla="*/ 257420 w 392056"/>
                <a:gd name="connsiteY7" fmla="*/ 11836 h 397813"/>
                <a:gd name="connsiteX8" fmla="*/ 366351 w 392056"/>
                <a:gd name="connsiteY8" fmla="*/ 5747 h 397813"/>
                <a:gd name="connsiteX9" fmla="*/ 372385 w 392056"/>
                <a:gd name="connsiteY9" fmla="*/ 103663 h 397813"/>
                <a:gd name="connsiteX10" fmla="*/ 356056 w 392056"/>
                <a:gd name="connsiteY10" fmla="*/ 144568 h 397813"/>
                <a:gd name="connsiteX11" fmla="*/ 340890 w 392056"/>
                <a:gd name="connsiteY11" fmla="*/ 182649 h 397813"/>
                <a:gd name="connsiteX12" fmla="*/ 325059 w 392056"/>
                <a:gd name="connsiteY12" fmla="*/ 218628 h 397813"/>
                <a:gd name="connsiteX13" fmla="*/ 178268 w 392056"/>
                <a:gd name="connsiteY13" fmla="*/ 395862 h 397813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6346 h 398297"/>
                <a:gd name="connsiteX1" fmla="*/ 141404 w 392056"/>
                <a:gd name="connsiteY1" fmla="*/ 278614 h 398297"/>
                <a:gd name="connsiteX2" fmla="*/ 140408 w 392056"/>
                <a:gd name="connsiteY2" fmla="*/ 230791 h 398297"/>
                <a:gd name="connsiteX3" fmla="*/ 82566 w 392056"/>
                <a:gd name="connsiteY3" fmla="*/ 235053 h 398297"/>
                <a:gd name="connsiteX4" fmla="*/ 5241 w 392056"/>
                <a:gd name="connsiteY4" fmla="*/ 160329 h 398297"/>
                <a:gd name="connsiteX5" fmla="*/ 137419 w 392056"/>
                <a:gd name="connsiteY5" fmla="*/ 51675 h 398297"/>
                <a:gd name="connsiteX6" fmla="*/ 257420 w 392056"/>
                <a:gd name="connsiteY6" fmla="*/ 12320 h 398297"/>
                <a:gd name="connsiteX7" fmla="*/ 366351 w 392056"/>
                <a:gd name="connsiteY7" fmla="*/ 6231 h 398297"/>
                <a:gd name="connsiteX8" fmla="*/ 372385 w 392056"/>
                <a:gd name="connsiteY8" fmla="*/ 104147 h 398297"/>
                <a:gd name="connsiteX9" fmla="*/ 356056 w 392056"/>
                <a:gd name="connsiteY9" fmla="*/ 145052 h 398297"/>
                <a:gd name="connsiteX10" fmla="*/ 340890 w 392056"/>
                <a:gd name="connsiteY10" fmla="*/ 183133 h 398297"/>
                <a:gd name="connsiteX11" fmla="*/ 325059 w 392056"/>
                <a:gd name="connsiteY11" fmla="*/ 219112 h 398297"/>
                <a:gd name="connsiteX12" fmla="*/ 178268 w 392056"/>
                <a:gd name="connsiteY12" fmla="*/ 396346 h 398297"/>
                <a:gd name="connsiteX0" fmla="*/ 178268 w 392056"/>
                <a:gd name="connsiteY0" fmla="*/ 392746 h 394697"/>
                <a:gd name="connsiteX1" fmla="*/ 141404 w 392056"/>
                <a:gd name="connsiteY1" fmla="*/ 275014 h 394697"/>
                <a:gd name="connsiteX2" fmla="*/ 140408 w 392056"/>
                <a:gd name="connsiteY2" fmla="*/ 227191 h 394697"/>
                <a:gd name="connsiteX3" fmla="*/ 82566 w 392056"/>
                <a:gd name="connsiteY3" fmla="*/ 231453 h 394697"/>
                <a:gd name="connsiteX4" fmla="*/ 5241 w 392056"/>
                <a:gd name="connsiteY4" fmla="*/ 156729 h 394697"/>
                <a:gd name="connsiteX5" fmla="*/ 137419 w 392056"/>
                <a:gd name="connsiteY5" fmla="*/ 48075 h 394697"/>
                <a:gd name="connsiteX6" fmla="*/ 257420 w 392056"/>
                <a:gd name="connsiteY6" fmla="*/ 8720 h 394697"/>
                <a:gd name="connsiteX7" fmla="*/ 366351 w 392056"/>
                <a:gd name="connsiteY7" fmla="*/ 2631 h 394697"/>
                <a:gd name="connsiteX8" fmla="*/ 372385 w 392056"/>
                <a:gd name="connsiteY8" fmla="*/ 100547 h 394697"/>
                <a:gd name="connsiteX9" fmla="*/ 356056 w 392056"/>
                <a:gd name="connsiteY9" fmla="*/ 141452 h 394697"/>
                <a:gd name="connsiteX10" fmla="*/ 340890 w 392056"/>
                <a:gd name="connsiteY10" fmla="*/ 179533 h 394697"/>
                <a:gd name="connsiteX11" fmla="*/ 325059 w 392056"/>
                <a:gd name="connsiteY11" fmla="*/ 215512 h 394697"/>
                <a:gd name="connsiteX12" fmla="*/ 178268 w 392056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2746 h 394697"/>
                <a:gd name="connsiteX1" fmla="*/ 141404 w 388955"/>
                <a:gd name="connsiteY1" fmla="*/ 275014 h 394697"/>
                <a:gd name="connsiteX2" fmla="*/ 140408 w 388955"/>
                <a:gd name="connsiteY2" fmla="*/ 227191 h 394697"/>
                <a:gd name="connsiteX3" fmla="*/ 82566 w 388955"/>
                <a:gd name="connsiteY3" fmla="*/ 231453 h 394697"/>
                <a:gd name="connsiteX4" fmla="*/ 5241 w 388955"/>
                <a:gd name="connsiteY4" fmla="*/ 156729 h 394697"/>
                <a:gd name="connsiteX5" fmla="*/ 137419 w 388955"/>
                <a:gd name="connsiteY5" fmla="*/ 48075 h 394697"/>
                <a:gd name="connsiteX6" fmla="*/ 257420 w 388955"/>
                <a:gd name="connsiteY6" fmla="*/ 8720 h 394697"/>
                <a:gd name="connsiteX7" fmla="*/ 366351 w 388955"/>
                <a:gd name="connsiteY7" fmla="*/ 2631 h 394697"/>
                <a:gd name="connsiteX8" fmla="*/ 372385 w 388955"/>
                <a:gd name="connsiteY8" fmla="*/ 100547 h 394697"/>
                <a:gd name="connsiteX9" fmla="*/ 356056 w 388955"/>
                <a:gd name="connsiteY9" fmla="*/ 141452 h 394697"/>
                <a:gd name="connsiteX10" fmla="*/ 340890 w 388955"/>
                <a:gd name="connsiteY10" fmla="*/ 179533 h 394697"/>
                <a:gd name="connsiteX11" fmla="*/ 325059 w 388955"/>
                <a:gd name="connsiteY11" fmla="*/ 215512 h 394697"/>
                <a:gd name="connsiteX12" fmla="*/ 178268 w 388955"/>
                <a:gd name="connsiteY12" fmla="*/ 392746 h 394697"/>
                <a:gd name="connsiteX0" fmla="*/ 178268 w 388955"/>
                <a:gd name="connsiteY0" fmla="*/ 393506 h 395457"/>
                <a:gd name="connsiteX1" fmla="*/ 141404 w 388955"/>
                <a:gd name="connsiteY1" fmla="*/ 275774 h 395457"/>
                <a:gd name="connsiteX2" fmla="*/ 140408 w 388955"/>
                <a:gd name="connsiteY2" fmla="*/ 227951 h 395457"/>
                <a:gd name="connsiteX3" fmla="*/ 82566 w 388955"/>
                <a:gd name="connsiteY3" fmla="*/ 232213 h 395457"/>
                <a:gd name="connsiteX4" fmla="*/ 5241 w 388955"/>
                <a:gd name="connsiteY4" fmla="*/ 157489 h 395457"/>
                <a:gd name="connsiteX5" fmla="*/ 137419 w 388955"/>
                <a:gd name="connsiteY5" fmla="*/ 48835 h 395457"/>
                <a:gd name="connsiteX6" fmla="*/ 256140 w 388955"/>
                <a:gd name="connsiteY6" fmla="*/ 6920 h 395457"/>
                <a:gd name="connsiteX7" fmla="*/ 366351 w 388955"/>
                <a:gd name="connsiteY7" fmla="*/ 3391 h 395457"/>
                <a:gd name="connsiteX8" fmla="*/ 372385 w 388955"/>
                <a:gd name="connsiteY8" fmla="*/ 101307 h 395457"/>
                <a:gd name="connsiteX9" fmla="*/ 356056 w 388955"/>
                <a:gd name="connsiteY9" fmla="*/ 142212 h 395457"/>
                <a:gd name="connsiteX10" fmla="*/ 340890 w 388955"/>
                <a:gd name="connsiteY10" fmla="*/ 180293 h 395457"/>
                <a:gd name="connsiteX11" fmla="*/ 325059 w 388955"/>
                <a:gd name="connsiteY11" fmla="*/ 216272 h 395457"/>
                <a:gd name="connsiteX12" fmla="*/ 178268 w 388955"/>
                <a:gd name="connsiteY12" fmla="*/ 393506 h 395457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8268 w 388955"/>
                <a:gd name="connsiteY0" fmla="*/ 392651 h 394602"/>
                <a:gd name="connsiteX1" fmla="*/ 141404 w 388955"/>
                <a:gd name="connsiteY1" fmla="*/ 274919 h 394602"/>
                <a:gd name="connsiteX2" fmla="*/ 140408 w 388955"/>
                <a:gd name="connsiteY2" fmla="*/ 227096 h 394602"/>
                <a:gd name="connsiteX3" fmla="*/ 82566 w 388955"/>
                <a:gd name="connsiteY3" fmla="*/ 231358 h 394602"/>
                <a:gd name="connsiteX4" fmla="*/ 5241 w 388955"/>
                <a:gd name="connsiteY4" fmla="*/ 156634 h 394602"/>
                <a:gd name="connsiteX5" fmla="*/ 137419 w 388955"/>
                <a:gd name="connsiteY5" fmla="*/ 47980 h 394602"/>
                <a:gd name="connsiteX6" fmla="*/ 256140 w 388955"/>
                <a:gd name="connsiteY6" fmla="*/ 6065 h 394602"/>
                <a:gd name="connsiteX7" fmla="*/ 366351 w 388955"/>
                <a:gd name="connsiteY7" fmla="*/ 2536 h 394602"/>
                <a:gd name="connsiteX8" fmla="*/ 372385 w 388955"/>
                <a:gd name="connsiteY8" fmla="*/ 100452 h 394602"/>
                <a:gd name="connsiteX9" fmla="*/ 356056 w 388955"/>
                <a:gd name="connsiteY9" fmla="*/ 141357 h 394602"/>
                <a:gd name="connsiteX10" fmla="*/ 340890 w 388955"/>
                <a:gd name="connsiteY10" fmla="*/ 179438 h 394602"/>
                <a:gd name="connsiteX11" fmla="*/ 325059 w 388955"/>
                <a:gd name="connsiteY11" fmla="*/ 215417 h 394602"/>
                <a:gd name="connsiteX12" fmla="*/ 178268 w 388955"/>
                <a:gd name="connsiteY12" fmla="*/ 392651 h 394602"/>
                <a:gd name="connsiteX0" fmla="*/ 173599 w 384286"/>
                <a:gd name="connsiteY0" fmla="*/ 393942 h 395893"/>
                <a:gd name="connsiteX1" fmla="*/ 136735 w 384286"/>
                <a:gd name="connsiteY1" fmla="*/ 276210 h 395893"/>
                <a:gd name="connsiteX2" fmla="*/ 135739 w 384286"/>
                <a:gd name="connsiteY2" fmla="*/ 228387 h 395893"/>
                <a:gd name="connsiteX3" fmla="*/ 77897 w 384286"/>
                <a:gd name="connsiteY3" fmla="*/ 232649 h 395893"/>
                <a:gd name="connsiteX4" fmla="*/ 572 w 384286"/>
                <a:gd name="connsiteY4" fmla="*/ 157925 h 395893"/>
                <a:gd name="connsiteX5" fmla="*/ 103315 w 384286"/>
                <a:gd name="connsiteY5" fmla="*/ 57803 h 395893"/>
                <a:gd name="connsiteX6" fmla="*/ 251471 w 384286"/>
                <a:gd name="connsiteY6" fmla="*/ 7356 h 395893"/>
                <a:gd name="connsiteX7" fmla="*/ 361682 w 384286"/>
                <a:gd name="connsiteY7" fmla="*/ 3827 h 395893"/>
                <a:gd name="connsiteX8" fmla="*/ 367716 w 384286"/>
                <a:gd name="connsiteY8" fmla="*/ 101743 h 395893"/>
                <a:gd name="connsiteX9" fmla="*/ 351387 w 384286"/>
                <a:gd name="connsiteY9" fmla="*/ 142648 h 395893"/>
                <a:gd name="connsiteX10" fmla="*/ 336221 w 384286"/>
                <a:gd name="connsiteY10" fmla="*/ 180729 h 395893"/>
                <a:gd name="connsiteX11" fmla="*/ 320390 w 384286"/>
                <a:gd name="connsiteY11" fmla="*/ 216708 h 395893"/>
                <a:gd name="connsiteX12" fmla="*/ 173599 w 384286"/>
                <a:gd name="connsiteY12" fmla="*/ 393942 h 395893"/>
                <a:gd name="connsiteX0" fmla="*/ 173222 w 383909"/>
                <a:gd name="connsiteY0" fmla="*/ 393875 h 395826"/>
                <a:gd name="connsiteX1" fmla="*/ 136358 w 383909"/>
                <a:gd name="connsiteY1" fmla="*/ 276143 h 395826"/>
                <a:gd name="connsiteX2" fmla="*/ 135362 w 383909"/>
                <a:gd name="connsiteY2" fmla="*/ 228320 h 395826"/>
                <a:gd name="connsiteX3" fmla="*/ 77520 w 383909"/>
                <a:gd name="connsiteY3" fmla="*/ 232582 h 395826"/>
                <a:gd name="connsiteX4" fmla="*/ 195 w 383909"/>
                <a:gd name="connsiteY4" fmla="*/ 157858 h 395826"/>
                <a:gd name="connsiteX5" fmla="*/ 90993 w 383909"/>
                <a:gd name="connsiteY5" fmla="*/ 56456 h 395826"/>
                <a:gd name="connsiteX6" fmla="*/ 251094 w 383909"/>
                <a:gd name="connsiteY6" fmla="*/ 7289 h 395826"/>
                <a:gd name="connsiteX7" fmla="*/ 361305 w 383909"/>
                <a:gd name="connsiteY7" fmla="*/ 3760 h 395826"/>
                <a:gd name="connsiteX8" fmla="*/ 367339 w 383909"/>
                <a:gd name="connsiteY8" fmla="*/ 101676 h 395826"/>
                <a:gd name="connsiteX9" fmla="*/ 351010 w 383909"/>
                <a:gd name="connsiteY9" fmla="*/ 142581 h 395826"/>
                <a:gd name="connsiteX10" fmla="*/ 335844 w 383909"/>
                <a:gd name="connsiteY10" fmla="*/ 180662 h 395826"/>
                <a:gd name="connsiteX11" fmla="*/ 320013 w 383909"/>
                <a:gd name="connsiteY11" fmla="*/ 216641 h 395826"/>
                <a:gd name="connsiteX12" fmla="*/ 173222 w 383909"/>
                <a:gd name="connsiteY12" fmla="*/ 393875 h 395826"/>
                <a:gd name="connsiteX0" fmla="*/ 173669 w 384356"/>
                <a:gd name="connsiteY0" fmla="*/ 393988 h 395939"/>
                <a:gd name="connsiteX1" fmla="*/ 136805 w 384356"/>
                <a:gd name="connsiteY1" fmla="*/ 276256 h 395939"/>
                <a:gd name="connsiteX2" fmla="*/ 135809 w 384356"/>
                <a:gd name="connsiteY2" fmla="*/ 228433 h 395939"/>
                <a:gd name="connsiteX3" fmla="*/ 77967 w 384356"/>
                <a:gd name="connsiteY3" fmla="*/ 232695 h 395939"/>
                <a:gd name="connsiteX4" fmla="*/ 642 w 384356"/>
                <a:gd name="connsiteY4" fmla="*/ 157971 h 395939"/>
                <a:gd name="connsiteX5" fmla="*/ 53473 w 384356"/>
                <a:gd name="connsiteY5" fmla="*/ 58702 h 395939"/>
                <a:gd name="connsiteX6" fmla="*/ 251541 w 384356"/>
                <a:gd name="connsiteY6" fmla="*/ 7402 h 395939"/>
                <a:gd name="connsiteX7" fmla="*/ 361752 w 384356"/>
                <a:gd name="connsiteY7" fmla="*/ 3873 h 395939"/>
                <a:gd name="connsiteX8" fmla="*/ 367786 w 384356"/>
                <a:gd name="connsiteY8" fmla="*/ 101789 h 395939"/>
                <a:gd name="connsiteX9" fmla="*/ 351457 w 384356"/>
                <a:gd name="connsiteY9" fmla="*/ 142694 h 395939"/>
                <a:gd name="connsiteX10" fmla="*/ 336291 w 384356"/>
                <a:gd name="connsiteY10" fmla="*/ 180775 h 395939"/>
                <a:gd name="connsiteX11" fmla="*/ 320460 w 384356"/>
                <a:gd name="connsiteY11" fmla="*/ 216754 h 395939"/>
                <a:gd name="connsiteX12" fmla="*/ 173669 w 384356"/>
                <a:gd name="connsiteY12" fmla="*/ 393988 h 395939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174632 w 385319"/>
                <a:gd name="connsiteY0" fmla="*/ 394199 h 396150"/>
                <a:gd name="connsiteX1" fmla="*/ 137768 w 385319"/>
                <a:gd name="connsiteY1" fmla="*/ 276467 h 396150"/>
                <a:gd name="connsiteX2" fmla="*/ 136772 w 385319"/>
                <a:gd name="connsiteY2" fmla="*/ 228644 h 396150"/>
                <a:gd name="connsiteX3" fmla="*/ 78930 w 385319"/>
                <a:gd name="connsiteY3" fmla="*/ 232906 h 396150"/>
                <a:gd name="connsiteX4" fmla="*/ 1605 w 385319"/>
                <a:gd name="connsiteY4" fmla="*/ 158182 h 396150"/>
                <a:gd name="connsiteX5" fmla="*/ 45478 w 385319"/>
                <a:gd name="connsiteY5" fmla="*/ 62752 h 396150"/>
                <a:gd name="connsiteX6" fmla="*/ 252504 w 385319"/>
                <a:gd name="connsiteY6" fmla="*/ 7613 h 396150"/>
                <a:gd name="connsiteX7" fmla="*/ 362715 w 385319"/>
                <a:gd name="connsiteY7" fmla="*/ 4084 h 396150"/>
                <a:gd name="connsiteX8" fmla="*/ 368749 w 385319"/>
                <a:gd name="connsiteY8" fmla="*/ 102000 h 396150"/>
                <a:gd name="connsiteX9" fmla="*/ 352420 w 385319"/>
                <a:gd name="connsiteY9" fmla="*/ 142905 h 396150"/>
                <a:gd name="connsiteX10" fmla="*/ 337254 w 385319"/>
                <a:gd name="connsiteY10" fmla="*/ 180986 h 396150"/>
                <a:gd name="connsiteX11" fmla="*/ 321423 w 385319"/>
                <a:gd name="connsiteY11" fmla="*/ 216965 h 396150"/>
                <a:gd name="connsiteX12" fmla="*/ 174632 w 385319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828 w 412515"/>
                <a:gd name="connsiteY0" fmla="*/ 394199 h 396150"/>
                <a:gd name="connsiteX1" fmla="*/ 164964 w 412515"/>
                <a:gd name="connsiteY1" fmla="*/ 276467 h 396150"/>
                <a:gd name="connsiteX2" fmla="*/ 163968 w 412515"/>
                <a:gd name="connsiteY2" fmla="*/ 228644 h 396150"/>
                <a:gd name="connsiteX3" fmla="*/ 106126 w 412515"/>
                <a:gd name="connsiteY3" fmla="*/ 232906 h 396150"/>
                <a:gd name="connsiteX4" fmla="*/ 645 w 412515"/>
                <a:gd name="connsiteY4" fmla="*/ 177379 h 396150"/>
                <a:gd name="connsiteX5" fmla="*/ 72674 w 412515"/>
                <a:gd name="connsiteY5" fmla="*/ 62752 h 396150"/>
                <a:gd name="connsiteX6" fmla="*/ 279700 w 412515"/>
                <a:gd name="connsiteY6" fmla="*/ 7613 h 396150"/>
                <a:gd name="connsiteX7" fmla="*/ 389911 w 412515"/>
                <a:gd name="connsiteY7" fmla="*/ 4084 h 396150"/>
                <a:gd name="connsiteX8" fmla="*/ 395945 w 412515"/>
                <a:gd name="connsiteY8" fmla="*/ 102000 h 396150"/>
                <a:gd name="connsiteX9" fmla="*/ 379616 w 412515"/>
                <a:gd name="connsiteY9" fmla="*/ 142905 h 396150"/>
                <a:gd name="connsiteX10" fmla="*/ 364450 w 412515"/>
                <a:gd name="connsiteY10" fmla="*/ 180986 h 396150"/>
                <a:gd name="connsiteX11" fmla="*/ 348619 w 412515"/>
                <a:gd name="connsiteY11" fmla="*/ 216965 h 396150"/>
                <a:gd name="connsiteX12" fmla="*/ 201828 w 412515"/>
                <a:gd name="connsiteY12" fmla="*/ 394199 h 396150"/>
                <a:gd name="connsiteX0" fmla="*/ 201192 w 411879"/>
                <a:gd name="connsiteY0" fmla="*/ 394199 h 396150"/>
                <a:gd name="connsiteX1" fmla="*/ 164328 w 411879"/>
                <a:gd name="connsiteY1" fmla="*/ 276467 h 396150"/>
                <a:gd name="connsiteX2" fmla="*/ 163332 w 411879"/>
                <a:gd name="connsiteY2" fmla="*/ 228644 h 396150"/>
                <a:gd name="connsiteX3" fmla="*/ 67949 w 411879"/>
                <a:gd name="connsiteY3" fmla="*/ 253809 h 396150"/>
                <a:gd name="connsiteX4" fmla="*/ 9 w 411879"/>
                <a:gd name="connsiteY4" fmla="*/ 177379 h 396150"/>
                <a:gd name="connsiteX5" fmla="*/ 72038 w 411879"/>
                <a:gd name="connsiteY5" fmla="*/ 62752 h 396150"/>
                <a:gd name="connsiteX6" fmla="*/ 279064 w 411879"/>
                <a:gd name="connsiteY6" fmla="*/ 7613 h 396150"/>
                <a:gd name="connsiteX7" fmla="*/ 389275 w 411879"/>
                <a:gd name="connsiteY7" fmla="*/ 4084 h 396150"/>
                <a:gd name="connsiteX8" fmla="*/ 395309 w 411879"/>
                <a:gd name="connsiteY8" fmla="*/ 102000 h 396150"/>
                <a:gd name="connsiteX9" fmla="*/ 378980 w 411879"/>
                <a:gd name="connsiteY9" fmla="*/ 142905 h 396150"/>
                <a:gd name="connsiteX10" fmla="*/ 363814 w 411879"/>
                <a:gd name="connsiteY10" fmla="*/ 180986 h 396150"/>
                <a:gd name="connsiteX11" fmla="*/ 347983 w 411879"/>
                <a:gd name="connsiteY11" fmla="*/ 216965 h 396150"/>
                <a:gd name="connsiteX12" fmla="*/ 201192 w 411879"/>
                <a:gd name="connsiteY12" fmla="*/ 394199 h 396150"/>
                <a:gd name="connsiteX0" fmla="*/ 201194 w 411881"/>
                <a:gd name="connsiteY0" fmla="*/ 394199 h 396150"/>
                <a:gd name="connsiteX1" fmla="*/ 164330 w 411881"/>
                <a:gd name="connsiteY1" fmla="*/ 276467 h 396150"/>
                <a:gd name="connsiteX2" fmla="*/ 163334 w 411881"/>
                <a:gd name="connsiteY2" fmla="*/ 228644 h 396150"/>
                <a:gd name="connsiteX3" fmla="*/ 67951 w 411881"/>
                <a:gd name="connsiteY3" fmla="*/ 253809 h 396150"/>
                <a:gd name="connsiteX4" fmla="*/ 11 w 411881"/>
                <a:gd name="connsiteY4" fmla="*/ 177379 h 396150"/>
                <a:gd name="connsiteX5" fmla="*/ 72040 w 411881"/>
                <a:gd name="connsiteY5" fmla="*/ 62752 h 396150"/>
                <a:gd name="connsiteX6" fmla="*/ 279066 w 411881"/>
                <a:gd name="connsiteY6" fmla="*/ 7613 h 396150"/>
                <a:gd name="connsiteX7" fmla="*/ 389277 w 411881"/>
                <a:gd name="connsiteY7" fmla="*/ 4084 h 396150"/>
                <a:gd name="connsiteX8" fmla="*/ 395311 w 411881"/>
                <a:gd name="connsiteY8" fmla="*/ 102000 h 396150"/>
                <a:gd name="connsiteX9" fmla="*/ 378982 w 411881"/>
                <a:gd name="connsiteY9" fmla="*/ 142905 h 396150"/>
                <a:gd name="connsiteX10" fmla="*/ 363816 w 411881"/>
                <a:gd name="connsiteY10" fmla="*/ 180986 h 396150"/>
                <a:gd name="connsiteX11" fmla="*/ 347985 w 411881"/>
                <a:gd name="connsiteY11" fmla="*/ 216965 h 396150"/>
                <a:gd name="connsiteX12" fmla="*/ 201194 w 411881"/>
                <a:gd name="connsiteY12" fmla="*/ 394199 h 396150"/>
                <a:gd name="connsiteX0" fmla="*/ 202035 w 412722"/>
                <a:gd name="connsiteY0" fmla="*/ 394199 h 396150"/>
                <a:gd name="connsiteX1" fmla="*/ 165171 w 412722"/>
                <a:gd name="connsiteY1" fmla="*/ 276467 h 396150"/>
                <a:gd name="connsiteX2" fmla="*/ 164175 w 412722"/>
                <a:gd name="connsiteY2" fmla="*/ 228644 h 396150"/>
                <a:gd name="connsiteX3" fmla="*/ 68792 w 412722"/>
                <a:gd name="connsiteY3" fmla="*/ 253809 h 396150"/>
                <a:gd name="connsiteX4" fmla="*/ 852 w 412722"/>
                <a:gd name="connsiteY4" fmla="*/ 177379 h 396150"/>
                <a:gd name="connsiteX5" fmla="*/ 72881 w 412722"/>
                <a:gd name="connsiteY5" fmla="*/ 62752 h 396150"/>
                <a:gd name="connsiteX6" fmla="*/ 279907 w 412722"/>
                <a:gd name="connsiteY6" fmla="*/ 7613 h 396150"/>
                <a:gd name="connsiteX7" fmla="*/ 390118 w 412722"/>
                <a:gd name="connsiteY7" fmla="*/ 4084 h 396150"/>
                <a:gd name="connsiteX8" fmla="*/ 396152 w 412722"/>
                <a:gd name="connsiteY8" fmla="*/ 102000 h 396150"/>
                <a:gd name="connsiteX9" fmla="*/ 379823 w 412722"/>
                <a:gd name="connsiteY9" fmla="*/ 142905 h 396150"/>
                <a:gd name="connsiteX10" fmla="*/ 364657 w 412722"/>
                <a:gd name="connsiteY10" fmla="*/ 180986 h 396150"/>
                <a:gd name="connsiteX11" fmla="*/ 348826 w 412722"/>
                <a:gd name="connsiteY11" fmla="*/ 216965 h 396150"/>
                <a:gd name="connsiteX12" fmla="*/ 202035 w 412722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8449 w 429136"/>
                <a:gd name="connsiteY0" fmla="*/ 394199 h 396150"/>
                <a:gd name="connsiteX1" fmla="*/ 181585 w 429136"/>
                <a:gd name="connsiteY1" fmla="*/ 276467 h 396150"/>
                <a:gd name="connsiteX2" fmla="*/ 180589 w 429136"/>
                <a:gd name="connsiteY2" fmla="*/ 228644 h 396150"/>
                <a:gd name="connsiteX3" fmla="*/ 85206 w 429136"/>
                <a:gd name="connsiteY3" fmla="*/ 253809 h 396150"/>
                <a:gd name="connsiteX4" fmla="*/ 628 w 429136"/>
                <a:gd name="connsiteY4" fmla="*/ 170980 h 396150"/>
                <a:gd name="connsiteX5" fmla="*/ 89295 w 429136"/>
                <a:gd name="connsiteY5" fmla="*/ 62752 h 396150"/>
                <a:gd name="connsiteX6" fmla="*/ 296321 w 429136"/>
                <a:gd name="connsiteY6" fmla="*/ 7613 h 396150"/>
                <a:gd name="connsiteX7" fmla="*/ 406532 w 429136"/>
                <a:gd name="connsiteY7" fmla="*/ 4084 h 396150"/>
                <a:gd name="connsiteX8" fmla="*/ 412566 w 429136"/>
                <a:gd name="connsiteY8" fmla="*/ 102000 h 396150"/>
                <a:gd name="connsiteX9" fmla="*/ 396237 w 429136"/>
                <a:gd name="connsiteY9" fmla="*/ 142905 h 396150"/>
                <a:gd name="connsiteX10" fmla="*/ 381071 w 429136"/>
                <a:gd name="connsiteY10" fmla="*/ 180986 h 396150"/>
                <a:gd name="connsiteX11" fmla="*/ 365240 w 429136"/>
                <a:gd name="connsiteY11" fmla="*/ 216965 h 396150"/>
                <a:gd name="connsiteX12" fmla="*/ 218449 w 429136"/>
                <a:gd name="connsiteY12" fmla="*/ 394199 h 396150"/>
                <a:gd name="connsiteX0" fmla="*/ 217955 w 428642"/>
                <a:gd name="connsiteY0" fmla="*/ 394199 h 396150"/>
                <a:gd name="connsiteX1" fmla="*/ 181091 w 428642"/>
                <a:gd name="connsiteY1" fmla="*/ 276467 h 396150"/>
                <a:gd name="connsiteX2" fmla="*/ 180095 w 428642"/>
                <a:gd name="connsiteY2" fmla="*/ 228644 h 396150"/>
                <a:gd name="connsiteX3" fmla="*/ 71488 w 428642"/>
                <a:gd name="connsiteY3" fmla="*/ 260635 h 396150"/>
                <a:gd name="connsiteX4" fmla="*/ 134 w 428642"/>
                <a:gd name="connsiteY4" fmla="*/ 170980 h 396150"/>
                <a:gd name="connsiteX5" fmla="*/ 88801 w 428642"/>
                <a:gd name="connsiteY5" fmla="*/ 62752 h 396150"/>
                <a:gd name="connsiteX6" fmla="*/ 295827 w 428642"/>
                <a:gd name="connsiteY6" fmla="*/ 7613 h 396150"/>
                <a:gd name="connsiteX7" fmla="*/ 406038 w 428642"/>
                <a:gd name="connsiteY7" fmla="*/ 4084 h 396150"/>
                <a:gd name="connsiteX8" fmla="*/ 412072 w 428642"/>
                <a:gd name="connsiteY8" fmla="*/ 102000 h 396150"/>
                <a:gd name="connsiteX9" fmla="*/ 395743 w 428642"/>
                <a:gd name="connsiteY9" fmla="*/ 142905 h 396150"/>
                <a:gd name="connsiteX10" fmla="*/ 380577 w 428642"/>
                <a:gd name="connsiteY10" fmla="*/ 180986 h 396150"/>
                <a:gd name="connsiteX11" fmla="*/ 364746 w 428642"/>
                <a:gd name="connsiteY11" fmla="*/ 216965 h 396150"/>
                <a:gd name="connsiteX12" fmla="*/ 217955 w 428642"/>
                <a:gd name="connsiteY12" fmla="*/ 394199 h 396150"/>
                <a:gd name="connsiteX0" fmla="*/ 217955 w 440323"/>
                <a:gd name="connsiteY0" fmla="*/ 392952 h 394903"/>
                <a:gd name="connsiteX1" fmla="*/ 181091 w 440323"/>
                <a:gd name="connsiteY1" fmla="*/ 275220 h 394903"/>
                <a:gd name="connsiteX2" fmla="*/ 180095 w 440323"/>
                <a:gd name="connsiteY2" fmla="*/ 227397 h 394903"/>
                <a:gd name="connsiteX3" fmla="*/ 71488 w 440323"/>
                <a:gd name="connsiteY3" fmla="*/ 259388 h 394903"/>
                <a:gd name="connsiteX4" fmla="*/ 134 w 440323"/>
                <a:gd name="connsiteY4" fmla="*/ 169733 h 394903"/>
                <a:gd name="connsiteX5" fmla="*/ 88801 w 440323"/>
                <a:gd name="connsiteY5" fmla="*/ 61505 h 394903"/>
                <a:gd name="connsiteX6" fmla="*/ 295827 w 440323"/>
                <a:gd name="connsiteY6" fmla="*/ 6366 h 394903"/>
                <a:gd name="connsiteX7" fmla="*/ 432914 w 440323"/>
                <a:gd name="connsiteY7" fmla="*/ 4970 h 394903"/>
                <a:gd name="connsiteX8" fmla="*/ 412072 w 440323"/>
                <a:gd name="connsiteY8" fmla="*/ 100753 h 394903"/>
                <a:gd name="connsiteX9" fmla="*/ 395743 w 440323"/>
                <a:gd name="connsiteY9" fmla="*/ 141658 h 394903"/>
                <a:gd name="connsiteX10" fmla="*/ 380577 w 440323"/>
                <a:gd name="connsiteY10" fmla="*/ 179739 h 394903"/>
                <a:gd name="connsiteX11" fmla="*/ 364746 w 440323"/>
                <a:gd name="connsiteY11" fmla="*/ 215718 h 394903"/>
                <a:gd name="connsiteX12" fmla="*/ 217955 w 440323"/>
                <a:gd name="connsiteY12" fmla="*/ 392952 h 394903"/>
                <a:gd name="connsiteX0" fmla="*/ 217955 w 432994"/>
                <a:gd name="connsiteY0" fmla="*/ 392952 h 394903"/>
                <a:gd name="connsiteX1" fmla="*/ 181091 w 432994"/>
                <a:gd name="connsiteY1" fmla="*/ 275220 h 394903"/>
                <a:gd name="connsiteX2" fmla="*/ 180095 w 432994"/>
                <a:gd name="connsiteY2" fmla="*/ 227397 h 394903"/>
                <a:gd name="connsiteX3" fmla="*/ 71488 w 432994"/>
                <a:gd name="connsiteY3" fmla="*/ 259388 h 394903"/>
                <a:gd name="connsiteX4" fmla="*/ 134 w 432994"/>
                <a:gd name="connsiteY4" fmla="*/ 169733 h 394903"/>
                <a:gd name="connsiteX5" fmla="*/ 88801 w 432994"/>
                <a:gd name="connsiteY5" fmla="*/ 61505 h 394903"/>
                <a:gd name="connsiteX6" fmla="*/ 295827 w 432994"/>
                <a:gd name="connsiteY6" fmla="*/ 6366 h 394903"/>
                <a:gd name="connsiteX7" fmla="*/ 432914 w 432994"/>
                <a:gd name="connsiteY7" fmla="*/ 4970 h 394903"/>
                <a:gd name="connsiteX8" fmla="*/ 412072 w 432994"/>
                <a:gd name="connsiteY8" fmla="*/ 100753 h 394903"/>
                <a:gd name="connsiteX9" fmla="*/ 395743 w 432994"/>
                <a:gd name="connsiteY9" fmla="*/ 141658 h 394903"/>
                <a:gd name="connsiteX10" fmla="*/ 380577 w 432994"/>
                <a:gd name="connsiteY10" fmla="*/ 179739 h 394903"/>
                <a:gd name="connsiteX11" fmla="*/ 364746 w 432994"/>
                <a:gd name="connsiteY11" fmla="*/ 215718 h 394903"/>
                <a:gd name="connsiteX12" fmla="*/ 217955 w 432994"/>
                <a:gd name="connsiteY12" fmla="*/ 392952 h 394903"/>
                <a:gd name="connsiteX0" fmla="*/ 217955 w 444909"/>
                <a:gd name="connsiteY0" fmla="*/ 390273 h 392224"/>
                <a:gd name="connsiteX1" fmla="*/ 181091 w 444909"/>
                <a:gd name="connsiteY1" fmla="*/ 272541 h 392224"/>
                <a:gd name="connsiteX2" fmla="*/ 180095 w 444909"/>
                <a:gd name="connsiteY2" fmla="*/ 224718 h 392224"/>
                <a:gd name="connsiteX3" fmla="*/ 71488 w 444909"/>
                <a:gd name="connsiteY3" fmla="*/ 256709 h 392224"/>
                <a:gd name="connsiteX4" fmla="*/ 134 w 444909"/>
                <a:gd name="connsiteY4" fmla="*/ 167054 h 392224"/>
                <a:gd name="connsiteX5" fmla="*/ 88801 w 444909"/>
                <a:gd name="connsiteY5" fmla="*/ 58826 h 392224"/>
                <a:gd name="connsiteX6" fmla="*/ 295827 w 444909"/>
                <a:gd name="connsiteY6" fmla="*/ 3687 h 392224"/>
                <a:gd name="connsiteX7" fmla="*/ 444859 w 444909"/>
                <a:gd name="connsiteY7" fmla="*/ 8690 h 392224"/>
                <a:gd name="connsiteX8" fmla="*/ 412072 w 444909"/>
                <a:gd name="connsiteY8" fmla="*/ 98074 h 392224"/>
                <a:gd name="connsiteX9" fmla="*/ 395743 w 444909"/>
                <a:gd name="connsiteY9" fmla="*/ 138979 h 392224"/>
                <a:gd name="connsiteX10" fmla="*/ 380577 w 444909"/>
                <a:gd name="connsiteY10" fmla="*/ 177060 h 392224"/>
                <a:gd name="connsiteX11" fmla="*/ 364746 w 444909"/>
                <a:gd name="connsiteY11" fmla="*/ 213039 h 392224"/>
                <a:gd name="connsiteX12" fmla="*/ 217955 w 444909"/>
                <a:gd name="connsiteY12" fmla="*/ 390273 h 392224"/>
                <a:gd name="connsiteX0" fmla="*/ 217955 w 444909"/>
                <a:gd name="connsiteY0" fmla="*/ 392197 h 394148"/>
                <a:gd name="connsiteX1" fmla="*/ 181091 w 444909"/>
                <a:gd name="connsiteY1" fmla="*/ 274465 h 394148"/>
                <a:gd name="connsiteX2" fmla="*/ 180095 w 444909"/>
                <a:gd name="connsiteY2" fmla="*/ 226642 h 394148"/>
                <a:gd name="connsiteX3" fmla="*/ 71488 w 444909"/>
                <a:gd name="connsiteY3" fmla="*/ 258633 h 394148"/>
                <a:gd name="connsiteX4" fmla="*/ 134 w 444909"/>
                <a:gd name="connsiteY4" fmla="*/ 168978 h 394148"/>
                <a:gd name="connsiteX5" fmla="*/ 88801 w 444909"/>
                <a:gd name="connsiteY5" fmla="*/ 60750 h 394148"/>
                <a:gd name="connsiteX6" fmla="*/ 295827 w 444909"/>
                <a:gd name="connsiteY6" fmla="*/ 5611 h 394148"/>
                <a:gd name="connsiteX7" fmla="*/ 444859 w 444909"/>
                <a:gd name="connsiteY7" fmla="*/ 10614 h 394148"/>
                <a:gd name="connsiteX8" fmla="*/ 412072 w 444909"/>
                <a:gd name="connsiteY8" fmla="*/ 99998 h 394148"/>
                <a:gd name="connsiteX9" fmla="*/ 395743 w 444909"/>
                <a:gd name="connsiteY9" fmla="*/ 140903 h 394148"/>
                <a:gd name="connsiteX10" fmla="*/ 380577 w 444909"/>
                <a:gd name="connsiteY10" fmla="*/ 178984 h 394148"/>
                <a:gd name="connsiteX11" fmla="*/ 364746 w 444909"/>
                <a:gd name="connsiteY11" fmla="*/ 214963 h 394148"/>
                <a:gd name="connsiteX12" fmla="*/ 217955 w 44490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2197 h 394148"/>
                <a:gd name="connsiteX1" fmla="*/ 181091 w 444859"/>
                <a:gd name="connsiteY1" fmla="*/ 274465 h 394148"/>
                <a:gd name="connsiteX2" fmla="*/ 180095 w 444859"/>
                <a:gd name="connsiteY2" fmla="*/ 226642 h 394148"/>
                <a:gd name="connsiteX3" fmla="*/ 71488 w 444859"/>
                <a:gd name="connsiteY3" fmla="*/ 258633 h 394148"/>
                <a:gd name="connsiteX4" fmla="*/ 134 w 444859"/>
                <a:gd name="connsiteY4" fmla="*/ 168978 h 394148"/>
                <a:gd name="connsiteX5" fmla="*/ 88801 w 444859"/>
                <a:gd name="connsiteY5" fmla="*/ 60750 h 394148"/>
                <a:gd name="connsiteX6" fmla="*/ 295827 w 444859"/>
                <a:gd name="connsiteY6" fmla="*/ 5611 h 394148"/>
                <a:gd name="connsiteX7" fmla="*/ 444859 w 444859"/>
                <a:gd name="connsiteY7" fmla="*/ 10614 h 394148"/>
                <a:gd name="connsiteX8" fmla="*/ 412072 w 444859"/>
                <a:gd name="connsiteY8" fmla="*/ 99998 h 394148"/>
                <a:gd name="connsiteX9" fmla="*/ 395743 w 444859"/>
                <a:gd name="connsiteY9" fmla="*/ 140903 h 394148"/>
                <a:gd name="connsiteX10" fmla="*/ 380577 w 444859"/>
                <a:gd name="connsiteY10" fmla="*/ 178984 h 394148"/>
                <a:gd name="connsiteX11" fmla="*/ 364746 w 444859"/>
                <a:gd name="connsiteY11" fmla="*/ 214963 h 394148"/>
                <a:gd name="connsiteX12" fmla="*/ 217955 w 444859"/>
                <a:gd name="connsiteY12" fmla="*/ 392197 h 394148"/>
                <a:gd name="connsiteX0" fmla="*/ 217955 w 444859"/>
                <a:gd name="connsiteY0" fmla="*/ 395037 h 396988"/>
                <a:gd name="connsiteX1" fmla="*/ 181091 w 444859"/>
                <a:gd name="connsiteY1" fmla="*/ 277305 h 396988"/>
                <a:gd name="connsiteX2" fmla="*/ 180095 w 444859"/>
                <a:gd name="connsiteY2" fmla="*/ 229482 h 396988"/>
                <a:gd name="connsiteX3" fmla="*/ 71488 w 444859"/>
                <a:gd name="connsiteY3" fmla="*/ 261473 h 396988"/>
                <a:gd name="connsiteX4" fmla="*/ 134 w 444859"/>
                <a:gd name="connsiteY4" fmla="*/ 171818 h 396988"/>
                <a:gd name="connsiteX5" fmla="*/ 88801 w 444859"/>
                <a:gd name="connsiteY5" fmla="*/ 63590 h 396988"/>
                <a:gd name="connsiteX6" fmla="*/ 265112 w 444859"/>
                <a:gd name="connsiteY6" fmla="*/ 4185 h 396988"/>
                <a:gd name="connsiteX7" fmla="*/ 444859 w 444859"/>
                <a:gd name="connsiteY7" fmla="*/ 13454 h 396988"/>
                <a:gd name="connsiteX8" fmla="*/ 412072 w 444859"/>
                <a:gd name="connsiteY8" fmla="*/ 102838 h 396988"/>
                <a:gd name="connsiteX9" fmla="*/ 395743 w 444859"/>
                <a:gd name="connsiteY9" fmla="*/ 143743 h 396988"/>
                <a:gd name="connsiteX10" fmla="*/ 380577 w 444859"/>
                <a:gd name="connsiteY10" fmla="*/ 181824 h 396988"/>
                <a:gd name="connsiteX11" fmla="*/ 364746 w 444859"/>
                <a:gd name="connsiteY11" fmla="*/ 217803 h 396988"/>
                <a:gd name="connsiteX12" fmla="*/ 217955 w 444859"/>
                <a:gd name="connsiteY12" fmla="*/ 395037 h 396988"/>
                <a:gd name="connsiteX0" fmla="*/ 217955 w 444859"/>
                <a:gd name="connsiteY0" fmla="*/ 390169 h 392120"/>
                <a:gd name="connsiteX1" fmla="*/ 181091 w 444859"/>
                <a:gd name="connsiteY1" fmla="*/ 272437 h 392120"/>
                <a:gd name="connsiteX2" fmla="*/ 180095 w 444859"/>
                <a:gd name="connsiteY2" fmla="*/ 224614 h 392120"/>
                <a:gd name="connsiteX3" fmla="*/ 71488 w 444859"/>
                <a:gd name="connsiteY3" fmla="*/ 256605 h 392120"/>
                <a:gd name="connsiteX4" fmla="*/ 134 w 444859"/>
                <a:gd name="connsiteY4" fmla="*/ 166950 h 392120"/>
                <a:gd name="connsiteX5" fmla="*/ 88801 w 444859"/>
                <a:gd name="connsiteY5" fmla="*/ 58722 h 392120"/>
                <a:gd name="connsiteX6" fmla="*/ 252314 w 444859"/>
                <a:gd name="connsiteY6" fmla="*/ 7422 h 392120"/>
                <a:gd name="connsiteX7" fmla="*/ 444859 w 444859"/>
                <a:gd name="connsiteY7" fmla="*/ 8586 h 392120"/>
                <a:gd name="connsiteX8" fmla="*/ 412072 w 444859"/>
                <a:gd name="connsiteY8" fmla="*/ 97970 h 392120"/>
                <a:gd name="connsiteX9" fmla="*/ 395743 w 444859"/>
                <a:gd name="connsiteY9" fmla="*/ 138875 h 392120"/>
                <a:gd name="connsiteX10" fmla="*/ 380577 w 444859"/>
                <a:gd name="connsiteY10" fmla="*/ 176956 h 392120"/>
                <a:gd name="connsiteX11" fmla="*/ 364746 w 444859"/>
                <a:gd name="connsiteY11" fmla="*/ 212935 h 392120"/>
                <a:gd name="connsiteX12" fmla="*/ 217955 w 444859"/>
                <a:gd name="connsiteY12" fmla="*/ 390169 h 392120"/>
                <a:gd name="connsiteX0" fmla="*/ 217851 w 444755"/>
                <a:gd name="connsiteY0" fmla="*/ 390526 h 392477"/>
                <a:gd name="connsiteX1" fmla="*/ 180987 w 444755"/>
                <a:gd name="connsiteY1" fmla="*/ 272794 h 392477"/>
                <a:gd name="connsiteX2" fmla="*/ 179991 w 444755"/>
                <a:gd name="connsiteY2" fmla="*/ 224971 h 392477"/>
                <a:gd name="connsiteX3" fmla="*/ 71384 w 444755"/>
                <a:gd name="connsiteY3" fmla="*/ 256962 h 392477"/>
                <a:gd name="connsiteX4" fmla="*/ 30 w 444755"/>
                <a:gd name="connsiteY4" fmla="*/ 167307 h 392477"/>
                <a:gd name="connsiteX5" fmla="*/ 79312 w 444755"/>
                <a:gd name="connsiteY5" fmla="*/ 65051 h 392477"/>
                <a:gd name="connsiteX6" fmla="*/ 252210 w 444755"/>
                <a:gd name="connsiteY6" fmla="*/ 7779 h 392477"/>
                <a:gd name="connsiteX7" fmla="*/ 444755 w 444755"/>
                <a:gd name="connsiteY7" fmla="*/ 8943 h 392477"/>
                <a:gd name="connsiteX8" fmla="*/ 411968 w 444755"/>
                <a:gd name="connsiteY8" fmla="*/ 98327 h 392477"/>
                <a:gd name="connsiteX9" fmla="*/ 395639 w 444755"/>
                <a:gd name="connsiteY9" fmla="*/ 139232 h 392477"/>
                <a:gd name="connsiteX10" fmla="*/ 380473 w 444755"/>
                <a:gd name="connsiteY10" fmla="*/ 177313 h 392477"/>
                <a:gd name="connsiteX11" fmla="*/ 364642 w 444755"/>
                <a:gd name="connsiteY11" fmla="*/ 213292 h 392477"/>
                <a:gd name="connsiteX12" fmla="*/ 217851 w 444755"/>
                <a:gd name="connsiteY12" fmla="*/ 390526 h 392477"/>
                <a:gd name="connsiteX0" fmla="*/ 218703 w 445607"/>
                <a:gd name="connsiteY0" fmla="*/ 390526 h 392477"/>
                <a:gd name="connsiteX1" fmla="*/ 181839 w 445607"/>
                <a:gd name="connsiteY1" fmla="*/ 272794 h 392477"/>
                <a:gd name="connsiteX2" fmla="*/ 180843 w 445607"/>
                <a:gd name="connsiteY2" fmla="*/ 224971 h 392477"/>
                <a:gd name="connsiteX3" fmla="*/ 72236 w 445607"/>
                <a:gd name="connsiteY3" fmla="*/ 256962 h 392477"/>
                <a:gd name="connsiteX4" fmla="*/ 29 w 445607"/>
                <a:gd name="connsiteY4" fmla="*/ 178825 h 392477"/>
                <a:gd name="connsiteX5" fmla="*/ 80164 w 445607"/>
                <a:gd name="connsiteY5" fmla="*/ 65051 h 392477"/>
                <a:gd name="connsiteX6" fmla="*/ 253062 w 445607"/>
                <a:gd name="connsiteY6" fmla="*/ 7779 h 392477"/>
                <a:gd name="connsiteX7" fmla="*/ 445607 w 445607"/>
                <a:gd name="connsiteY7" fmla="*/ 8943 h 392477"/>
                <a:gd name="connsiteX8" fmla="*/ 412820 w 445607"/>
                <a:gd name="connsiteY8" fmla="*/ 98327 h 392477"/>
                <a:gd name="connsiteX9" fmla="*/ 396491 w 445607"/>
                <a:gd name="connsiteY9" fmla="*/ 139232 h 392477"/>
                <a:gd name="connsiteX10" fmla="*/ 381325 w 445607"/>
                <a:gd name="connsiteY10" fmla="*/ 177313 h 392477"/>
                <a:gd name="connsiteX11" fmla="*/ 365494 w 445607"/>
                <a:gd name="connsiteY11" fmla="*/ 213292 h 392477"/>
                <a:gd name="connsiteX12" fmla="*/ 218703 w 445607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20154 w 447058"/>
                <a:gd name="connsiteY0" fmla="*/ 390526 h 392477"/>
                <a:gd name="connsiteX1" fmla="*/ 183290 w 447058"/>
                <a:gd name="connsiteY1" fmla="*/ 272794 h 392477"/>
                <a:gd name="connsiteX2" fmla="*/ 182294 w 447058"/>
                <a:gd name="connsiteY2" fmla="*/ 224971 h 392477"/>
                <a:gd name="connsiteX3" fmla="*/ 73687 w 447058"/>
                <a:gd name="connsiteY3" fmla="*/ 256962 h 392477"/>
                <a:gd name="connsiteX4" fmla="*/ 1480 w 447058"/>
                <a:gd name="connsiteY4" fmla="*/ 178825 h 392477"/>
                <a:gd name="connsiteX5" fmla="*/ 81615 w 447058"/>
                <a:gd name="connsiteY5" fmla="*/ 65051 h 392477"/>
                <a:gd name="connsiteX6" fmla="*/ 254513 w 447058"/>
                <a:gd name="connsiteY6" fmla="*/ 7779 h 392477"/>
                <a:gd name="connsiteX7" fmla="*/ 447058 w 447058"/>
                <a:gd name="connsiteY7" fmla="*/ 8943 h 392477"/>
                <a:gd name="connsiteX8" fmla="*/ 414271 w 447058"/>
                <a:gd name="connsiteY8" fmla="*/ 98327 h 392477"/>
                <a:gd name="connsiteX9" fmla="*/ 397942 w 447058"/>
                <a:gd name="connsiteY9" fmla="*/ 139232 h 392477"/>
                <a:gd name="connsiteX10" fmla="*/ 382776 w 447058"/>
                <a:gd name="connsiteY10" fmla="*/ 177313 h 392477"/>
                <a:gd name="connsiteX11" fmla="*/ 366945 w 447058"/>
                <a:gd name="connsiteY11" fmla="*/ 213292 h 392477"/>
                <a:gd name="connsiteX12" fmla="*/ 220154 w 447058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96755 w 445871"/>
                <a:gd name="connsiteY9" fmla="*/ 139232 h 392477"/>
                <a:gd name="connsiteX10" fmla="*/ 381589 w 445871"/>
                <a:gd name="connsiteY10" fmla="*/ 177313 h 392477"/>
                <a:gd name="connsiteX11" fmla="*/ 365758 w 445871"/>
                <a:gd name="connsiteY11" fmla="*/ 213292 h 392477"/>
                <a:gd name="connsiteX12" fmla="*/ 218967 w 445871"/>
                <a:gd name="connsiteY12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13084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81589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77313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392477"/>
                <a:gd name="connsiteX1" fmla="*/ 182103 w 445871"/>
                <a:gd name="connsiteY1" fmla="*/ 272794 h 392477"/>
                <a:gd name="connsiteX2" fmla="*/ 181107 w 445871"/>
                <a:gd name="connsiteY2" fmla="*/ 224971 h 392477"/>
                <a:gd name="connsiteX3" fmla="*/ 72500 w 445871"/>
                <a:gd name="connsiteY3" fmla="*/ 256962 h 392477"/>
                <a:gd name="connsiteX4" fmla="*/ 293 w 445871"/>
                <a:gd name="connsiteY4" fmla="*/ 178825 h 392477"/>
                <a:gd name="connsiteX5" fmla="*/ 80428 w 445871"/>
                <a:gd name="connsiteY5" fmla="*/ 65051 h 392477"/>
                <a:gd name="connsiteX6" fmla="*/ 253326 w 445871"/>
                <a:gd name="connsiteY6" fmla="*/ 7779 h 392477"/>
                <a:gd name="connsiteX7" fmla="*/ 445871 w 445871"/>
                <a:gd name="connsiteY7" fmla="*/ 8943 h 392477"/>
                <a:gd name="connsiteX8" fmla="*/ 409245 w 445871"/>
                <a:gd name="connsiteY8" fmla="*/ 98327 h 392477"/>
                <a:gd name="connsiteX9" fmla="*/ 375190 w 445871"/>
                <a:gd name="connsiteY9" fmla="*/ 183712 h 392477"/>
                <a:gd name="connsiteX10" fmla="*/ 365758 w 445871"/>
                <a:gd name="connsiteY10" fmla="*/ 213292 h 392477"/>
                <a:gd name="connsiteX11" fmla="*/ 218967 w 445871"/>
                <a:gd name="connsiteY11" fmla="*/ 390526 h 392477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403471"/>
                <a:gd name="connsiteX1" fmla="*/ 182103 w 445871"/>
                <a:gd name="connsiteY1" fmla="*/ 272794 h 403471"/>
                <a:gd name="connsiteX2" fmla="*/ 181107 w 445871"/>
                <a:gd name="connsiteY2" fmla="*/ 224971 h 403471"/>
                <a:gd name="connsiteX3" fmla="*/ 72500 w 445871"/>
                <a:gd name="connsiteY3" fmla="*/ 256962 h 403471"/>
                <a:gd name="connsiteX4" fmla="*/ 293 w 445871"/>
                <a:gd name="connsiteY4" fmla="*/ 178825 h 403471"/>
                <a:gd name="connsiteX5" fmla="*/ 80428 w 445871"/>
                <a:gd name="connsiteY5" fmla="*/ 65051 h 403471"/>
                <a:gd name="connsiteX6" fmla="*/ 253326 w 445871"/>
                <a:gd name="connsiteY6" fmla="*/ 7779 h 403471"/>
                <a:gd name="connsiteX7" fmla="*/ 445871 w 445871"/>
                <a:gd name="connsiteY7" fmla="*/ 8943 h 403471"/>
                <a:gd name="connsiteX8" fmla="*/ 409245 w 445871"/>
                <a:gd name="connsiteY8" fmla="*/ 98327 h 403471"/>
                <a:gd name="connsiteX9" fmla="*/ 375190 w 445871"/>
                <a:gd name="connsiteY9" fmla="*/ 183712 h 403471"/>
                <a:gd name="connsiteX10" fmla="*/ 320538 w 445871"/>
                <a:gd name="connsiteY10" fmla="*/ 298186 h 403471"/>
                <a:gd name="connsiteX11" fmla="*/ 218967 w 445871"/>
                <a:gd name="connsiteY11" fmla="*/ 390526 h 403471"/>
                <a:gd name="connsiteX0" fmla="*/ 218967 w 445871"/>
                <a:gd name="connsiteY0" fmla="*/ 390526 h 393380"/>
                <a:gd name="connsiteX1" fmla="*/ 182103 w 445871"/>
                <a:gd name="connsiteY1" fmla="*/ 272794 h 393380"/>
                <a:gd name="connsiteX2" fmla="*/ 181107 w 445871"/>
                <a:gd name="connsiteY2" fmla="*/ 224971 h 393380"/>
                <a:gd name="connsiteX3" fmla="*/ 72500 w 445871"/>
                <a:gd name="connsiteY3" fmla="*/ 256962 h 393380"/>
                <a:gd name="connsiteX4" fmla="*/ 293 w 445871"/>
                <a:gd name="connsiteY4" fmla="*/ 178825 h 393380"/>
                <a:gd name="connsiteX5" fmla="*/ 80428 w 445871"/>
                <a:gd name="connsiteY5" fmla="*/ 65051 h 393380"/>
                <a:gd name="connsiteX6" fmla="*/ 253326 w 445871"/>
                <a:gd name="connsiteY6" fmla="*/ 7779 h 393380"/>
                <a:gd name="connsiteX7" fmla="*/ 445871 w 445871"/>
                <a:gd name="connsiteY7" fmla="*/ 8943 h 393380"/>
                <a:gd name="connsiteX8" fmla="*/ 409245 w 445871"/>
                <a:gd name="connsiteY8" fmla="*/ 98327 h 393380"/>
                <a:gd name="connsiteX9" fmla="*/ 375190 w 445871"/>
                <a:gd name="connsiteY9" fmla="*/ 183712 h 393380"/>
                <a:gd name="connsiteX10" fmla="*/ 320538 w 445871"/>
                <a:gd name="connsiteY10" fmla="*/ 298186 h 393380"/>
                <a:gd name="connsiteX11" fmla="*/ 218967 w 445871"/>
                <a:gd name="connsiteY11" fmla="*/ 390526 h 393380"/>
                <a:gd name="connsiteX0" fmla="*/ 218967 w 445871"/>
                <a:gd name="connsiteY0" fmla="*/ 390526 h 392348"/>
                <a:gd name="connsiteX1" fmla="*/ 182103 w 445871"/>
                <a:gd name="connsiteY1" fmla="*/ 272794 h 392348"/>
                <a:gd name="connsiteX2" fmla="*/ 181107 w 445871"/>
                <a:gd name="connsiteY2" fmla="*/ 224971 h 392348"/>
                <a:gd name="connsiteX3" fmla="*/ 72500 w 445871"/>
                <a:gd name="connsiteY3" fmla="*/ 256962 h 392348"/>
                <a:gd name="connsiteX4" fmla="*/ 293 w 445871"/>
                <a:gd name="connsiteY4" fmla="*/ 178825 h 392348"/>
                <a:gd name="connsiteX5" fmla="*/ 80428 w 445871"/>
                <a:gd name="connsiteY5" fmla="*/ 65051 h 392348"/>
                <a:gd name="connsiteX6" fmla="*/ 253326 w 445871"/>
                <a:gd name="connsiteY6" fmla="*/ 7779 h 392348"/>
                <a:gd name="connsiteX7" fmla="*/ 445871 w 445871"/>
                <a:gd name="connsiteY7" fmla="*/ 8943 h 392348"/>
                <a:gd name="connsiteX8" fmla="*/ 409245 w 445871"/>
                <a:gd name="connsiteY8" fmla="*/ 98327 h 392348"/>
                <a:gd name="connsiteX9" fmla="*/ 375190 w 445871"/>
                <a:gd name="connsiteY9" fmla="*/ 183712 h 392348"/>
                <a:gd name="connsiteX10" fmla="*/ 320538 w 445871"/>
                <a:gd name="connsiteY10" fmla="*/ 298186 h 392348"/>
                <a:gd name="connsiteX11" fmla="*/ 218967 w 445871"/>
                <a:gd name="connsiteY11" fmla="*/ 390526 h 392348"/>
                <a:gd name="connsiteX0" fmla="*/ 218967 w 445871"/>
                <a:gd name="connsiteY0" fmla="*/ 390526 h 392073"/>
                <a:gd name="connsiteX1" fmla="*/ 182103 w 445871"/>
                <a:gd name="connsiteY1" fmla="*/ 272794 h 392073"/>
                <a:gd name="connsiteX2" fmla="*/ 181107 w 445871"/>
                <a:gd name="connsiteY2" fmla="*/ 224971 h 392073"/>
                <a:gd name="connsiteX3" fmla="*/ 72500 w 445871"/>
                <a:gd name="connsiteY3" fmla="*/ 256962 h 392073"/>
                <a:gd name="connsiteX4" fmla="*/ 293 w 445871"/>
                <a:gd name="connsiteY4" fmla="*/ 178825 h 392073"/>
                <a:gd name="connsiteX5" fmla="*/ 80428 w 445871"/>
                <a:gd name="connsiteY5" fmla="*/ 65051 h 392073"/>
                <a:gd name="connsiteX6" fmla="*/ 253326 w 445871"/>
                <a:gd name="connsiteY6" fmla="*/ 7779 h 392073"/>
                <a:gd name="connsiteX7" fmla="*/ 445871 w 445871"/>
                <a:gd name="connsiteY7" fmla="*/ 8943 h 392073"/>
                <a:gd name="connsiteX8" fmla="*/ 409245 w 445871"/>
                <a:gd name="connsiteY8" fmla="*/ 98327 h 392073"/>
                <a:gd name="connsiteX9" fmla="*/ 375190 w 445871"/>
                <a:gd name="connsiteY9" fmla="*/ 183712 h 392073"/>
                <a:gd name="connsiteX10" fmla="*/ 320538 w 445871"/>
                <a:gd name="connsiteY10" fmla="*/ 298186 h 392073"/>
                <a:gd name="connsiteX11" fmla="*/ 218967 w 445871"/>
                <a:gd name="connsiteY11" fmla="*/ 390526 h 392073"/>
                <a:gd name="connsiteX0" fmla="*/ 218967 w 445871"/>
                <a:gd name="connsiteY0" fmla="*/ 390526 h 392127"/>
                <a:gd name="connsiteX1" fmla="*/ 182103 w 445871"/>
                <a:gd name="connsiteY1" fmla="*/ 272794 h 392127"/>
                <a:gd name="connsiteX2" fmla="*/ 181107 w 445871"/>
                <a:gd name="connsiteY2" fmla="*/ 224971 h 392127"/>
                <a:gd name="connsiteX3" fmla="*/ 72500 w 445871"/>
                <a:gd name="connsiteY3" fmla="*/ 256962 h 392127"/>
                <a:gd name="connsiteX4" fmla="*/ 293 w 445871"/>
                <a:gd name="connsiteY4" fmla="*/ 178825 h 392127"/>
                <a:gd name="connsiteX5" fmla="*/ 80428 w 445871"/>
                <a:gd name="connsiteY5" fmla="*/ 65051 h 392127"/>
                <a:gd name="connsiteX6" fmla="*/ 253326 w 445871"/>
                <a:gd name="connsiteY6" fmla="*/ 7779 h 392127"/>
                <a:gd name="connsiteX7" fmla="*/ 445871 w 445871"/>
                <a:gd name="connsiteY7" fmla="*/ 8943 h 392127"/>
                <a:gd name="connsiteX8" fmla="*/ 409245 w 445871"/>
                <a:gd name="connsiteY8" fmla="*/ 98327 h 392127"/>
                <a:gd name="connsiteX9" fmla="*/ 370924 w 445871"/>
                <a:gd name="connsiteY9" fmla="*/ 182432 h 392127"/>
                <a:gd name="connsiteX10" fmla="*/ 320538 w 445871"/>
                <a:gd name="connsiteY10" fmla="*/ 298186 h 392127"/>
                <a:gd name="connsiteX11" fmla="*/ 218967 w 445871"/>
                <a:gd name="connsiteY11" fmla="*/ 390526 h 392127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09245 w 445871"/>
                <a:gd name="connsiteY8" fmla="*/ 98327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3084 w 445871"/>
                <a:gd name="connsiteY8" fmla="*/ 94061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248"/>
                <a:gd name="connsiteX1" fmla="*/ 182103 w 445871"/>
                <a:gd name="connsiteY1" fmla="*/ 272794 h 392248"/>
                <a:gd name="connsiteX2" fmla="*/ 181107 w 445871"/>
                <a:gd name="connsiteY2" fmla="*/ 224971 h 392248"/>
                <a:gd name="connsiteX3" fmla="*/ 72500 w 445871"/>
                <a:gd name="connsiteY3" fmla="*/ 256962 h 392248"/>
                <a:gd name="connsiteX4" fmla="*/ 293 w 445871"/>
                <a:gd name="connsiteY4" fmla="*/ 178825 h 392248"/>
                <a:gd name="connsiteX5" fmla="*/ 80428 w 445871"/>
                <a:gd name="connsiteY5" fmla="*/ 65051 h 392248"/>
                <a:gd name="connsiteX6" fmla="*/ 253326 w 445871"/>
                <a:gd name="connsiteY6" fmla="*/ 7779 h 392248"/>
                <a:gd name="connsiteX7" fmla="*/ 445871 w 445871"/>
                <a:gd name="connsiteY7" fmla="*/ 8943 h 392248"/>
                <a:gd name="connsiteX8" fmla="*/ 410098 w 445871"/>
                <a:gd name="connsiteY8" fmla="*/ 100460 h 392248"/>
                <a:gd name="connsiteX9" fmla="*/ 370924 w 445871"/>
                <a:gd name="connsiteY9" fmla="*/ 182432 h 392248"/>
                <a:gd name="connsiteX10" fmla="*/ 320538 w 445871"/>
                <a:gd name="connsiteY10" fmla="*/ 298186 h 392248"/>
                <a:gd name="connsiteX11" fmla="*/ 218967 w 445871"/>
                <a:gd name="connsiteY11" fmla="*/ 390526 h 392248"/>
                <a:gd name="connsiteX0" fmla="*/ 218967 w 445871"/>
                <a:gd name="connsiteY0" fmla="*/ 390526 h 392115"/>
                <a:gd name="connsiteX1" fmla="*/ 182103 w 445871"/>
                <a:gd name="connsiteY1" fmla="*/ 272794 h 392115"/>
                <a:gd name="connsiteX2" fmla="*/ 181107 w 445871"/>
                <a:gd name="connsiteY2" fmla="*/ 224971 h 392115"/>
                <a:gd name="connsiteX3" fmla="*/ 72500 w 445871"/>
                <a:gd name="connsiteY3" fmla="*/ 256962 h 392115"/>
                <a:gd name="connsiteX4" fmla="*/ 293 w 445871"/>
                <a:gd name="connsiteY4" fmla="*/ 178825 h 392115"/>
                <a:gd name="connsiteX5" fmla="*/ 80428 w 445871"/>
                <a:gd name="connsiteY5" fmla="*/ 65051 h 392115"/>
                <a:gd name="connsiteX6" fmla="*/ 253326 w 445871"/>
                <a:gd name="connsiteY6" fmla="*/ 7779 h 392115"/>
                <a:gd name="connsiteX7" fmla="*/ 445871 w 445871"/>
                <a:gd name="connsiteY7" fmla="*/ 8943 h 392115"/>
                <a:gd name="connsiteX8" fmla="*/ 410098 w 445871"/>
                <a:gd name="connsiteY8" fmla="*/ 100460 h 392115"/>
                <a:gd name="connsiteX9" fmla="*/ 371777 w 445871"/>
                <a:gd name="connsiteY9" fmla="*/ 186271 h 392115"/>
                <a:gd name="connsiteX10" fmla="*/ 320538 w 445871"/>
                <a:gd name="connsiteY10" fmla="*/ 298186 h 392115"/>
                <a:gd name="connsiteX11" fmla="*/ 218967 w 445871"/>
                <a:gd name="connsiteY11" fmla="*/ 390526 h 392115"/>
                <a:gd name="connsiteX0" fmla="*/ 218967 w 445871"/>
                <a:gd name="connsiteY0" fmla="*/ 390526 h 392465"/>
                <a:gd name="connsiteX1" fmla="*/ 182103 w 445871"/>
                <a:gd name="connsiteY1" fmla="*/ 272794 h 392465"/>
                <a:gd name="connsiteX2" fmla="*/ 181107 w 445871"/>
                <a:gd name="connsiteY2" fmla="*/ 224971 h 392465"/>
                <a:gd name="connsiteX3" fmla="*/ 72500 w 445871"/>
                <a:gd name="connsiteY3" fmla="*/ 256962 h 392465"/>
                <a:gd name="connsiteX4" fmla="*/ 293 w 445871"/>
                <a:gd name="connsiteY4" fmla="*/ 178825 h 392465"/>
                <a:gd name="connsiteX5" fmla="*/ 80428 w 445871"/>
                <a:gd name="connsiteY5" fmla="*/ 65051 h 392465"/>
                <a:gd name="connsiteX6" fmla="*/ 253326 w 445871"/>
                <a:gd name="connsiteY6" fmla="*/ 7779 h 392465"/>
                <a:gd name="connsiteX7" fmla="*/ 445871 w 445871"/>
                <a:gd name="connsiteY7" fmla="*/ 8943 h 392465"/>
                <a:gd name="connsiteX8" fmla="*/ 410098 w 445871"/>
                <a:gd name="connsiteY8" fmla="*/ 100460 h 392465"/>
                <a:gd name="connsiteX9" fmla="*/ 371777 w 445871"/>
                <a:gd name="connsiteY9" fmla="*/ 186271 h 392465"/>
                <a:gd name="connsiteX10" fmla="*/ 317978 w 445871"/>
                <a:gd name="connsiteY10" fmla="*/ 313117 h 392465"/>
                <a:gd name="connsiteX11" fmla="*/ 218967 w 445871"/>
                <a:gd name="connsiteY11" fmla="*/ 390526 h 392465"/>
                <a:gd name="connsiteX0" fmla="*/ 218967 w 445871"/>
                <a:gd name="connsiteY0" fmla="*/ 390526 h 392729"/>
                <a:gd name="connsiteX1" fmla="*/ 182103 w 445871"/>
                <a:gd name="connsiteY1" fmla="*/ 272794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181107 w 445871"/>
                <a:gd name="connsiteY2" fmla="*/ 224971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84739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72291 w 445871"/>
                <a:gd name="connsiteY1" fmla="*/ 298390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51388 w 445871"/>
                <a:gd name="connsiteY1" fmla="*/ 318014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203290 w 445871"/>
                <a:gd name="connsiteY2" fmla="*/ 208334 h 392729"/>
                <a:gd name="connsiteX3" fmla="*/ 72500 w 445871"/>
                <a:gd name="connsiteY3" fmla="*/ 256962 h 392729"/>
                <a:gd name="connsiteX4" fmla="*/ 293 w 445871"/>
                <a:gd name="connsiteY4" fmla="*/ 178825 h 392729"/>
                <a:gd name="connsiteX5" fmla="*/ 80428 w 445871"/>
                <a:gd name="connsiteY5" fmla="*/ 65051 h 392729"/>
                <a:gd name="connsiteX6" fmla="*/ 253326 w 445871"/>
                <a:gd name="connsiteY6" fmla="*/ 7779 h 392729"/>
                <a:gd name="connsiteX7" fmla="*/ 445871 w 445871"/>
                <a:gd name="connsiteY7" fmla="*/ 8943 h 392729"/>
                <a:gd name="connsiteX8" fmla="*/ 410098 w 445871"/>
                <a:gd name="connsiteY8" fmla="*/ 100460 h 392729"/>
                <a:gd name="connsiteX9" fmla="*/ 371777 w 445871"/>
                <a:gd name="connsiteY9" fmla="*/ 186271 h 392729"/>
                <a:gd name="connsiteX10" fmla="*/ 317978 w 445871"/>
                <a:gd name="connsiteY10" fmla="*/ 313117 h 392729"/>
                <a:gd name="connsiteX11" fmla="*/ 218967 w 445871"/>
                <a:gd name="connsiteY11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75200 w 445871"/>
                <a:gd name="connsiteY2" fmla="*/ 24072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30484 w 445871"/>
                <a:gd name="connsiteY1" fmla="*/ 300097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59842 w 445871"/>
                <a:gd name="connsiteY2" fmla="*/ 246692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6319 w 445871"/>
                <a:gd name="connsiteY1" fmla="*/ 33507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203290 w 445871"/>
                <a:gd name="connsiteY3" fmla="*/ 20833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18967 w 445871"/>
                <a:gd name="connsiteY0" fmla="*/ 390526 h 392729"/>
                <a:gd name="connsiteX1" fmla="*/ 163759 w 445871"/>
                <a:gd name="connsiteY1" fmla="*/ 356408 h 392729"/>
                <a:gd name="connsiteX2" fmla="*/ 137232 w 445871"/>
                <a:gd name="connsiteY2" fmla="*/ 279540 h 392729"/>
                <a:gd name="connsiteX3" fmla="*/ 165749 w 445871"/>
                <a:gd name="connsiteY3" fmla="*/ 229664 h 392729"/>
                <a:gd name="connsiteX4" fmla="*/ 72500 w 445871"/>
                <a:gd name="connsiteY4" fmla="*/ 256962 h 392729"/>
                <a:gd name="connsiteX5" fmla="*/ 293 w 445871"/>
                <a:gd name="connsiteY5" fmla="*/ 178825 h 392729"/>
                <a:gd name="connsiteX6" fmla="*/ 80428 w 445871"/>
                <a:gd name="connsiteY6" fmla="*/ 65051 h 392729"/>
                <a:gd name="connsiteX7" fmla="*/ 253326 w 445871"/>
                <a:gd name="connsiteY7" fmla="*/ 7779 h 392729"/>
                <a:gd name="connsiteX8" fmla="*/ 445871 w 445871"/>
                <a:gd name="connsiteY8" fmla="*/ 8943 h 392729"/>
                <a:gd name="connsiteX9" fmla="*/ 410098 w 445871"/>
                <a:gd name="connsiteY9" fmla="*/ 100460 h 392729"/>
                <a:gd name="connsiteX10" fmla="*/ 371777 w 445871"/>
                <a:gd name="connsiteY10" fmla="*/ 186271 h 392729"/>
                <a:gd name="connsiteX11" fmla="*/ 317978 w 445871"/>
                <a:gd name="connsiteY11" fmla="*/ 313117 h 392729"/>
                <a:gd name="connsiteX12" fmla="*/ 218967 w 445871"/>
                <a:gd name="connsiteY12" fmla="*/ 390526 h 392729"/>
                <a:gd name="connsiteX0" fmla="*/ 239444 w 445871"/>
                <a:gd name="connsiteY0" fmla="*/ 399058 h 400812"/>
                <a:gd name="connsiteX1" fmla="*/ 163759 w 445871"/>
                <a:gd name="connsiteY1" fmla="*/ 356408 h 400812"/>
                <a:gd name="connsiteX2" fmla="*/ 137232 w 445871"/>
                <a:gd name="connsiteY2" fmla="*/ 279540 h 400812"/>
                <a:gd name="connsiteX3" fmla="*/ 165749 w 445871"/>
                <a:gd name="connsiteY3" fmla="*/ 229664 h 400812"/>
                <a:gd name="connsiteX4" fmla="*/ 72500 w 445871"/>
                <a:gd name="connsiteY4" fmla="*/ 256962 h 400812"/>
                <a:gd name="connsiteX5" fmla="*/ 293 w 445871"/>
                <a:gd name="connsiteY5" fmla="*/ 178825 h 400812"/>
                <a:gd name="connsiteX6" fmla="*/ 80428 w 445871"/>
                <a:gd name="connsiteY6" fmla="*/ 65051 h 400812"/>
                <a:gd name="connsiteX7" fmla="*/ 253326 w 445871"/>
                <a:gd name="connsiteY7" fmla="*/ 7779 h 400812"/>
                <a:gd name="connsiteX8" fmla="*/ 445871 w 445871"/>
                <a:gd name="connsiteY8" fmla="*/ 8943 h 400812"/>
                <a:gd name="connsiteX9" fmla="*/ 410098 w 445871"/>
                <a:gd name="connsiteY9" fmla="*/ 100460 h 400812"/>
                <a:gd name="connsiteX10" fmla="*/ 371777 w 445871"/>
                <a:gd name="connsiteY10" fmla="*/ 186271 h 400812"/>
                <a:gd name="connsiteX11" fmla="*/ 317978 w 445871"/>
                <a:gd name="connsiteY11" fmla="*/ 313117 h 400812"/>
                <a:gd name="connsiteX12" fmla="*/ 239444 w 445871"/>
                <a:gd name="connsiteY12" fmla="*/ 399058 h 400812"/>
                <a:gd name="connsiteX0" fmla="*/ 239444 w 445871"/>
                <a:gd name="connsiteY0" fmla="*/ 399058 h 400914"/>
                <a:gd name="connsiteX1" fmla="*/ 163759 w 445871"/>
                <a:gd name="connsiteY1" fmla="*/ 356408 h 400914"/>
                <a:gd name="connsiteX2" fmla="*/ 137232 w 445871"/>
                <a:gd name="connsiteY2" fmla="*/ 279540 h 400914"/>
                <a:gd name="connsiteX3" fmla="*/ 165749 w 445871"/>
                <a:gd name="connsiteY3" fmla="*/ 229664 h 400914"/>
                <a:gd name="connsiteX4" fmla="*/ 72500 w 445871"/>
                <a:gd name="connsiteY4" fmla="*/ 256962 h 400914"/>
                <a:gd name="connsiteX5" fmla="*/ 293 w 445871"/>
                <a:gd name="connsiteY5" fmla="*/ 178825 h 400914"/>
                <a:gd name="connsiteX6" fmla="*/ 80428 w 445871"/>
                <a:gd name="connsiteY6" fmla="*/ 65051 h 400914"/>
                <a:gd name="connsiteX7" fmla="*/ 253326 w 445871"/>
                <a:gd name="connsiteY7" fmla="*/ 7779 h 400914"/>
                <a:gd name="connsiteX8" fmla="*/ 445871 w 445871"/>
                <a:gd name="connsiteY8" fmla="*/ 8943 h 400914"/>
                <a:gd name="connsiteX9" fmla="*/ 410098 w 445871"/>
                <a:gd name="connsiteY9" fmla="*/ 100460 h 400914"/>
                <a:gd name="connsiteX10" fmla="*/ 371777 w 445871"/>
                <a:gd name="connsiteY10" fmla="*/ 186271 h 400914"/>
                <a:gd name="connsiteX11" fmla="*/ 317978 w 445871"/>
                <a:gd name="connsiteY11" fmla="*/ 313117 h 400914"/>
                <a:gd name="connsiteX12" fmla="*/ 239444 w 445871"/>
                <a:gd name="connsiteY12" fmla="*/ 399058 h 400914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71777 w 445871"/>
                <a:gd name="connsiteY10" fmla="*/ 186271 h 400881"/>
                <a:gd name="connsiteX11" fmla="*/ 314992 w 445871"/>
                <a:gd name="connsiteY11" fmla="*/ 311837 h 400881"/>
                <a:gd name="connsiteX12" fmla="*/ 239444 w 445871"/>
                <a:gd name="connsiteY12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400881"/>
                <a:gd name="connsiteX1" fmla="*/ 163759 w 445871"/>
                <a:gd name="connsiteY1" fmla="*/ 356408 h 400881"/>
                <a:gd name="connsiteX2" fmla="*/ 137232 w 445871"/>
                <a:gd name="connsiteY2" fmla="*/ 279540 h 400881"/>
                <a:gd name="connsiteX3" fmla="*/ 165749 w 445871"/>
                <a:gd name="connsiteY3" fmla="*/ 229664 h 400881"/>
                <a:gd name="connsiteX4" fmla="*/ 72500 w 445871"/>
                <a:gd name="connsiteY4" fmla="*/ 256962 h 400881"/>
                <a:gd name="connsiteX5" fmla="*/ 293 w 445871"/>
                <a:gd name="connsiteY5" fmla="*/ 178825 h 400881"/>
                <a:gd name="connsiteX6" fmla="*/ 80428 w 445871"/>
                <a:gd name="connsiteY6" fmla="*/ 65051 h 400881"/>
                <a:gd name="connsiteX7" fmla="*/ 253326 w 445871"/>
                <a:gd name="connsiteY7" fmla="*/ 7779 h 400881"/>
                <a:gd name="connsiteX8" fmla="*/ 445871 w 445871"/>
                <a:gd name="connsiteY8" fmla="*/ 8943 h 400881"/>
                <a:gd name="connsiteX9" fmla="*/ 410098 w 445871"/>
                <a:gd name="connsiteY9" fmla="*/ 100460 h 400881"/>
                <a:gd name="connsiteX10" fmla="*/ 314992 w 445871"/>
                <a:gd name="connsiteY10" fmla="*/ 311837 h 400881"/>
                <a:gd name="connsiteX11" fmla="*/ 239444 w 445871"/>
                <a:gd name="connsiteY11" fmla="*/ 399058 h 400881"/>
                <a:gd name="connsiteX0" fmla="*/ 239444 w 445871"/>
                <a:gd name="connsiteY0" fmla="*/ 399058 h 399236"/>
                <a:gd name="connsiteX1" fmla="*/ 163759 w 445871"/>
                <a:gd name="connsiteY1" fmla="*/ 356408 h 399236"/>
                <a:gd name="connsiteX2" fmla="*/ 137232 w 445871"/>
                <a:gd name="connsiteY2" fmla="*/ 279540 h 399236"/>
                <a:gd name="connsiteX3" fmla="*/ 165749 w 445871"/>
                <a:gd name="connsiteY3" fmla="*/ 229664 h 399236"/>
                <a:gd name="connsiteX4" fmla="*/ 72500 w 445871"/>
                <a:gd name="connsiteY4" fmla="*/ 256962 h 399236"/>
                <a:gd name="connsiteX5" fmla="*/ 293 w 445871"/>
                <a:gd name="connsiteY5" fmla="*/ 178825 h 399236"/>
                <a:gd name="connsiteX6" fmla="*/ 80428 w 445871"/>
                <a:gd name="connsiteY6" fmla="*/ 65051 h 399236"/>
                <a:gd name="connsiteX7" fmla="*/ 253326 w 445871"/>
                <a:gd name="connsiteY7" fmla="*/ 7779 h 399236"/>
                <a:gd name="connsiteX8" fmla="*/ 445871 w 445871"/>
                <a:gd name="connsiteY8" fmla="*/ 8943 h 399236"/>
                <a:gd name="connsiteX9" fmla="*/ 410098 w 445871"/>
                <a:gd name="connsiteY9" fmla="*/ 100460 h 399236"/>
                <a:gd name="connsiteX10" fmla="*/ 314992 w 445871"/>
                <a:gd name="connsiteY10" fmla="*/ 311837 h 399236"/>
                <a:gd name="connsiteX11" fmla="*/ 239444 w 445871"/>
                <a:gd name="connsiteY11" fmla="*/ 399058 h 399236"/>
                <a:gd name="connsiteX0" fmla="*/ 239444 w 445871"/>
                <a:gd name="connsiteY0" fmla="*/ 399058 h 401450"/>
                <a:gd name="connsiteX1" fmla="*/ 163759 w 445871"/>
                <a:gd name="connsiteY1" fmla="*/ 356408 h 401450"/>
                <a:gd name="connsiteX2" fmla="*/ 137232 w 445871"/>
                <a:gd name="connsiteY2" fmla="*/ 279540 h 401450"/>
                <a:gd name="connsiteX3" fmla="*/ 165749 w 445871"/>
                <a:gd name="connsiteY3" fmla="*/ 229664 h 401450"/>
                <a:gd name="connsiteX4" fmla="*/ 72500 w 445871"/>
                <a:gd name="connsiteY4" fmla="*/ 256962 h 401450"/>
                <a:gd name="connsiteX5" fmla="*/ 293 w 445871"/>
                <a:gd name="connsiteY5" fmla="*/ 178825 h 401450"/>
                <a:gd name="connsiteX6" fmla="*/ 80428 w 445871"/>
                <a:gd name="connsiteY6" fmla="*/ 65051 h 401450"/>
                <a:gd name="connsiteX7" fmla="*/ 253326 w 445871"/>
                <a:gd name="connsiteY7" fmla="*/ 7779 h 401450"/>
                <a:gd name="connsiteX8" fmla="*/ 445871 w 445871"/>
                <a:gd name="connsiteY8" fmla="*/ 8943 h 401450"/>
                <a:gd name="connsiteX9" fmla="*/ 410098 w 445871"/>
                <a:gd name="connsiteY9" fmla="*/ 100460 h 401450"/>
                <a:gd name="connsiteX10" fmla="*/ 314992 w 445871"/>
                <a:gd name="connsiteY10" fmla="*/ 311837 h 401450"/>
                <a:gd name="connsiteX11" fmla="*/ 239444 w 445871"/>
                <a:gd name="connsiteY11" fmla="*/ 399058 h 401450"/>
                <a:gd name="connsiteX0" fmla="*/ 239444 w 445871"/>
                <a:gd name="connsiteY0" fmla="*/ 399058 h 400771"/>
                <a:gd name="connsiteX1" fmla="*/ 145842 w 445871"/>
                <a:gd name="connsiteY1" fmla="*/ 362807 h 400771"/>
                <a:gd name="connsiteX2" fmla="*/ 137232 w 445871"/>
                <a:gd name="connsiteY2" fmla="*/ 279540 h 400771"/>
                <a:gd name="connsiteX3" fmla="*/ 165749 w 445871"/>
                <a:gd name="connsiteY3" fmla="*/ 229664 h 400771"/>
                <a:gd name="connsiteX4" fmla="*/ 72500 w 445871"/>
                <a:gd name="connsiteY4" fmla="*/ 256962 h 400771"/>
                <a:gd name="connsiteX5" fmla="*/ 293 w 445871"/>
                <a:gd name="connsiteY5" fmla="*/ 178825 h 400771"/>
                <a:gd name="connsiteX6" fmla="*/ 80428 w 445871"/>
                <a:gd name="connsiteY6" fmla="*/ 65051 h 400771"/>
                <a:gd name="connsiteX7" fmla="*/ 253326 w 445871"/>
                <a:gd name="connsiteY7" fmla="*/ 7779 h 400771"/>
                <a:gd name="connsiteX8" fmla="*/ 445871 w 445871"/>
                <a:gd name="connsiteY8" fmla="*/ 8943 h 400771"/>
                <a:gd name="connsiteX9" fmla="*/ 410098 w 445871"/>
                <a:gd name="connsiteY9" fmla="*/ 100460 h 400771"/>
                <a:gd name="connsiteX10" fmla="*/ 314992 w 445871"/>
                <a:gd name="connsiteY10" fmla="*/ 311837 h 400771"/>
                <a:gd name="connsiteX11" fmla="*/ 239444 w 445871"/>
                <a:gd name="connsiteY11" fmla="*/ 399058 h 400771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098 w 445871"/>
                <a:gd name="connsiteY9" fmla="*/ 100460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04552 w 445871"/>
                <a:gd name="connsiteY9" fmla="*/ 95341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398153 w 445871"/>
                <a:gd name="connsiteY9" fmla="*/ 91502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45871"/>
                <a:gd name="connsiteY0" fmla="*/ 399058 h 400882"/>
                <a:gd name="connsiteX1" fmla="*/ 145842 w 445871"/>
                <a:gd name="connsiteY1" fmla="*/ 362807 h 400882"/>
                <a:gd name="connsiteX2" fmla="*/ 137232 w 445871"/>
                <a:gd name="connsiteY2" fmla="*/ 279540 h 400882"/>
                <a:gd name="connsiteX3" fmla="*/ 165749 w 445871"/>
                <a:gd name="connsiteY3" fmla="*/ 229664 h 400882"/>
                <a:gd name="connsiteX4" fmla="*/ 72500 w 445871"/>
                <a:gd name="connsiteY4" fmla="*/ 256962 h 400882"/>
                <a:gd name="connsiteX5" fmla="*/ 293 w 445871"/>
                <a:gd name="connsiteY5" fmla="*/ 178825 h 400882"/>
                <a:gd name="connsiteX6" fmla="*/ 80428 w 445871"/>
                <a:gd name="connsiteY6" fmla="*/ 65051 h 400882"/>
                <a:gd name="connsiteX7" fmla="*/ 253326 w 445871"/>
                <a:gd name="connsiteY7" fmla="*/ 7779 h 400882"/>
                <a:gd name="connsiteX8" fmla="*/ 445871 w 445871"/>
                <a:gd name="connsiteY8" fmla="*/ 8943 h 400882"/>
                <a:gd name="connsiteX9" fmla="*/ 410525 w 445871"/>
                <a:gd name="connsiteY9" fmla="*/ 102594 h 400882"/>
                <a:gd name="connsiteX10" fmla="*/ 310726 w 445871"/>
                <a:gd name="connsiteY10" fmla="*/ 309704 h 400882"/>
                <a:gd name="connsiteX11" fmla="*/ 239444 w 445871"/>
                <a:gd name="connsiteY11" fmla="*/ 399058 h 400882"/>
                <a:gd name="connsiteX0" fmla="*/ 239444 w 456109"/>
                <a:gd name="connsiteY0" fmla="*/ 399058 h 400882"/>
                <a:gd name="connsiteX1" fmla="*/ 145842 w 456109"/>
                <a:gd name="connsiteY1" fmla="*/ 362807 h 400882"/>
                <a:gd name="connsiteX2" fmla="*/ 137232 w 456109"/>
                <a:gd name="connsiteY2" fmla="*/ 279540 h 400882"/>
                <a:gd name="connsiteX3" fmla="*/ 165749 w 456109"/>
                <a:gd name="connsiteY3" fmla="*/ 229664 h 400882"/>
                <a:gd name="connsiteX4" fmla="*/ 72500 w 456109"/>
                <a:gd name="connsiteY4" fmla="*/ 256962 h 400882"/>
                <a:gd name="connsiteX5" fmla="*/ 293 w 456109"/>
                <a:gd name="connsiteY5" fmla="*/ 178825 h 400882"/>
                <a:gd name="connsiteX6" fmla="*/ 80428 w 456109"/>
                <a:gd name="connsiteY6" fmla="*/ 65051 h 400882"/>
                <a:gd name="connsiteX7" fmla="*/ 253326 w 456109"/>
                <a:gd name="connsiteY7" fmla="*/ 7779 h 400882"/>
                <a:gd name="connsiteX8" fmla="*/ 456109 w 456109"/>
                <a:gd name="connsiteY8" fmla="*/ 8943 h 400882"/>
                <a:gd name="connsiteX9" fmla="*/ 410525 w 456109"/>
                <a:gd name="connsiteY9" fmla="*/ 102594 h 400882"/>
                <a:gd name="connsiteX10" fmla="*/ 310726 w 456109"/>
                <a:gd name="connsiteY10" fmla="*/ 309704 h 400882"/>
                <a:gd name="connsiteX11" fmla="*/ 239444 w 456109"/>
                <a:gd name="connsiteY11" fmla="*/ 399058 h 400882"/>
                <a:gd name="connsiteX0" fmla="*/ 239444 w 457859"/>
                <a:gd name="connsiteY0" fmla="*/ 399058 h 400882"/>
                <a:gd name="connsiteX1" fmla="*/ 145842 w 457859"/>
                <a:gd name="connsiteY1" fmla="*/ 362807 h 400882"/>
                <a:gd name="connsiteX2" fmla="*/ 137232 w 457859"/>
                <a:gd name="connsiteY2" fmla="*/ 279540 h 400882"/>
                <a:gd name="connsiteX3" fmla="*/ 165749 w 457859"/>
                <a:gd name="connsiteY3" fmla="*/ 229664 h 400882"/>
                <a:gd name="connsiteX4" fmla="*/ 72500 w 457859"/>
                <a:gd name="connsiteY4" fmla="*/ 256962 h 400882"/>
                <a:gd name="connsiteX5" fmla="*/ 293 w 457859"/>
                <a:gd name="connsiteY5" fmla="*/ 178825 h 400882"/>
                <a:gd name="connsiteX6" fmla="*/ 80428 w 457859"/>
                <a:gd name="connsiteY6" fmla="*/ 65051 h 400882"/>
                <a:gd name="connsiteX7" fmla="*/ 253326 w 457859"/>
                <a:gd name="connsiteY7" fmla="*/ 7779 h 400882"/>
                <a:gd name="connsiteX8" fmla="*/ 456109 w 457859"/>
                <a:gd name="connsiteY8" fmla="*/ 8943 h 400882"/>
                <a:gd name="connsiteX9" fmla="*/ 410525 w 457859"/>
                <a:gd name="connsiteY9" fmla="*/ 102594 h 400882"/>
                <a:gd name="connsiteX10" fmla="*/ 310726 w 457859"/>
                <a:gd name="connsiteY10" fmla="*/ 309704 h 400882"/>
                <a:gd name="connsiteX11" fmla="*/ 239444 w 457859"/>
                <a:gd name="connsiteY11" fmla="*/ 399058 h 400882"/>
                <a:gd name="connsiteX0" fmla="*/ 239444 w 457274"/>
                <a:gd name="connsiteY0" fmla="*/ 399058 h 400882"/>
                <a:gd name="connsiteX1" fmla="*/ 145842 w 457274"/>
                <a:gd name="connsiteY1" fmla="*/ 362807 h 400882"/>
                <a:gd name="connsiteX2" fmla="*/ 137232 w 457274"/>
                <a:gd name="connsiteY2" fmla="*/ 279540 h 400882"/>
                <a:gd name="connsiteX3" fmla="*/ 165749 w 457274"/>
                <a:gd name="connsiteY3" fmla="*/ 229664 h 400882"/>
                <a:gd name="connsiteX4" fmla="*/ 72500 w 457274"/>
                <a:gd name="connsiteY4" fmla="*/ 256962 h 400882"/>
                <a:gd name="connsiteX5" fmla="*/ 293 w 457274"/>
                <a:gd name="connsiteY5" fmla="*/ 178825 h 400882"/>
                <a:gd name="connsiteX6" fmla="*/ 80428 w 457274"/>
                <a:gd name="connsiteY6" fmla="*/ 65051 h 400882"/>
                <a:gd name="connsiteX7" fmla="*/ 253326 w 457274"/>
                <a:gd name="connsiteY7" fmla="*/ 7779 h 400882"/>
                <a:gd name="connsiteX8" fmla="*/ 456109 w 457274"/>
                <a:gd name="connsiteY8" fmla="*/ 8943 h 400882"/>
                <a:gd name="connsiteX9" fmla="*/ 390901 w 457274"/>
                <a:gd name="connsiteY9" fmla="*/ 134589 h 400882"/>
                <a:gd name="connsiteX10" fmla="*/ 310726 w 457274"/>
                <a:gd name="connsiteY10" fmla="*/ 309704 h 400882"/>
                <a:gd name="connsiteX11" fmla="*/ 239444 w 457274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277"/>
                <a:gd name="connsiteY0" fmla="*/ 399058 h 400882"/>
                <a:gd name="connsiteX1" fmla="*/ 145842 w 457277"/>
                <a:gd name="connsiteY1" fmla="*/ 362807 h 400882"/>
                <a:gd name="connsiteX2" fmla="*/ 137232 w 457277"/>
                <a:gd name="connsiteY2" fmla="*/ 279540 h 400882"/>
                <a:gd name="connsiteX3" fmla="*/ 165749 w 457277"/>
                <a:gd name="connsiteY3" fmla="*/ 229664 h 400882"/>
                <a:gd name="connsiteX4" fmla="*/ 72500 w 457277"/>
                <a:gd name="connsiteY4" fmla="*/ 256962 h 400882"/>
                <a:gd name="connsiteX5" fmla="*/ 293 w 457277"/>
                <a:gd name="connsiteY5" fmla="*/ 178825 h 400882"/>
                <a:gd name="connsiteX6" fmla="*/ 80428 w 457277"/>
                <a:gd name="connsiteY6" fmla="*/ 65051 h 400882"/>
                <a:gd name="connsiteX7" fmla="*/ 253326 w 457277"/>
                <a:gd name="connsiteY7" fmla="*/ 7779 h 400882"/>
                <a:gd name="connsiteX8" fmla="*/ 456109 w 457277"/>
                <a:gd name="connsiteY8" fmla="*/ 8943 h 400882"/>
                <a:gd name="connsiteX9" fmla="*/ 390901 w 457277"/>
                <a:gd name="connsiteY9" fmla="*/ 134589 h 400882"/>
                <a:gd name="connsiteX10" fmla="*/ 309873 w 457277"/>
                <a:gd name="connsiteY10" fmla="*/ 309704 h 400882"/>
                <a:gd name="connsiteX11" fmla="*/ 239444 w 457277"/>
                <a:gd name="connsiteY11" fmla="*/ 399058 h 400882"/>
                <a:gd name="connsiteX0" fmla="*/ 239444 w 457331"/>
                <a:gd name="connsiteY0" fmla="*/ 399058 h 400882"/>
                <a:gd name="connsiteX1" fmla="*/ 145842 w 457331"/>
                <a:gd name="connsiteY1" fmla="*/ 362807 h 400882"/>
                <a:gd name="connsiteX2" fmla="*/ 137232 w 457331"/>
                <a:gd name="connsiteY2" fmla="*/ 279540 h 400882"/>
                <a:gd name="connsiteX3" fmla="*/ 165749 w 457331"/>
                <a:gd name="connsiteY3" fmla="*/ 229664 h 400882"/>
                <a:gd name="connsiteX4" fmla="*/ 72500 w 457331"/>
                <a:gd name="connsiteY4" fmla="*/ 256962 h 400882"/>
                <a:gd name="connsiteX5" fmla="*/ 293 w 457331"/>
                <a:gd name="connsiteY5" fmla="*/ 178825 h 400882"/>
                <a:gd name="connsiteX6" fmla="*/ 80428 w 457331"/>
                <a:gd name="connsiteY6" fmla="*/ 65051 h 400882"/>
                <a:gd name="connsiteX7" fmla="*/ 253326 w 457331"/>
                <a:gd name="connsiteY7" fmla="*/ 7779 h 400882"/>
                <a:gd name="connsiteX8" fmla="*/ 456109 w 457331"/>
                <a:gd name="connsiteY8" fmla="*/ 8943 h 400882"/>
                <a:gd name="connsiteX9" fmla="*/ 393461 w 457331"/>
                <a:gd name="connsiteY9" fmla="*/ 134589 h 400882"/>
                <a:gd name="connsiteX10" fmla="*/ 309873 w 457331"/>
                <a:gd name="connsiteY10" fmla="*/ 309704 h 400882"/>
                <a:gd name="connsiteX11" fmla="*/ 239444 w 457331"/>
                <a:gd name="connsiteY11" fmla="*/ 399058 h 400882"/>
                <a:gd name="connsiteX0" fmla="*/ 239444 w 457331"/>
                <a:gd name="connsiteY0" fmla="*/ 399058 h 406372"/>
                <a:gd name="connsiteX1" fmla="*/ 145842 w 457331"/>
                <a:gd name="connsiteY1" fmla="*/ 362807 h 406372"/>
                <a:gd name="connsiteX2" fmla="*/ 137232 w 457331"/>
                <a:gd name="connsiteY2" fmla="*/ 279540 h 406372"/>
                <a:gd name="connsiteX3" fmla="*/ 165749 w 457331"/>
                <a:gd name="connsiteY3" fmla="*/ 229664 h 406372"/>
                <a:gd name="connsiteX4" fmla="*/ 72500 w 457331"/>
                <a:gd name="connsiteY4" fmla="*/ 256962 h 406372"/>
                <a:gd name="connsiteX5" fmla="*/ 293 w 457331"/>
                <a:gd name="connsiteY5" fmla="*/ 178825 h 406372"/>
                <a:gd name="connsiteX6" fmla="*/ 80428 w 457331"/>
                <a:gd name="connsiteY6" fmla="*/ 65051 h 406372"/>
                <a:gd name="connsiteX7" fmla="*/ 253326 w 457331"/>
                <a:gd name="connsiteY7" fmla="*/ 7779 h 406372"/>
                <a:gd name="connsiteX8" fmla="*/ 456109 w 457331"/>
                <a:gd name="connsiteY8" fmla="*/ 8943 h 406372"/>
                <a:gd name="connsiteX9" fmla="*/ 393461 w 457331"/>
                <a:gd name="connsiteY9" fmla="*/ 134589 h 406372"/>
                <a:gd name="connsiteX10" fmla="*/ 309873 w 457331"/>
                <a:gd name="connsiteY10" fmla="*/ 309704 h 406372"/>
                <a:gd name="connsiteX11" fmla="*/ 239444 w 457331"/>
                <a:gd name="connsiteY11" fmla="*/ 399058 h 406372"/>
                <a:gd name="connsiteX0" fmla="*/ 239444 w 457331"/>
                <a:gd name="connsiteY0" fmla="*/ 399058 h 410028"/>
                <a:gd name="connsiteX1" fmla="*/ 145842 w 457331"/>
                <a:gd name="connsiteY1" fmla="*/ 362807 h 410028"/>
                <a:gd name="connsiteX2" fmla="*/ 137232 w 457331"/>
                <a:gd name="connsiteY2" fmla="*/ 279540 h 410028"/>
                <a:gd name="connsiteX3" fmla="*/ 165749 w 457331"/>
                <a:gd name="connsiteY3" fmla="*/ 229664 h 410028"/>
                <a:gd name="connsiteX4" fmla="*/ 72500 w 457331"/>
                <a:gd name="connsiteY4" fmla="*/ 256962 h 410028"/>
                <a:gd name="connsiteX5" fmla="*/ 293 w 457331"/>
                <a:gd name="connsiteY5" fmla="*/ 178825 h 410028"/>
                <a:gd name="connsiteX6" fmla="*/ 80428 w 457331"/>
                <a:gd name="connsiteY6" fmla="*/ 65051 h 410028"/>
                <a:gd name="connsiteX7" fmla="*/ 253326 w 457331"/>
                <a:gd name="connsiteY7" fmla="*/ 7779 h 410028"/>
                <a:gd name="connsiteX8" fmla="*/ 456109 w 457331"/>
                <a:gd name="connsiteY8" fmla="*/ 8943 h 410028"/>
                <a:gd name="connsiteX9" fmla="*/ 393461 w 457331"/>
                <a:gd name="connsiteY9" fmla="*/ 134589 h 410028"/>
                <a:gd name="connsiteX10" fmla="*/ 309873 w 457331"/>
                <a:gd name="connsiteY10" fmla="*/ 309704 h 410028"/>
                <a:gd name="connsiteX11" fmla="*/ 239444 w 457331"/>
                <a:gd name="connsiteY11" fmla="*/ 399058 h 410028"/>
                <a:gd name="connsiteX0" fmla="*/ 239444 w 457331"/>
                <a:gd name="connsiteY0" fmla="*/ 399058 h 406371"/>
                <a:gd name="connsiteX1" fmla="*/ 145842 w 457331"/>
                <a:gd name="connsiteY1" fmla="*/ 387550 h 406371"/>
                <a:gd name="connsiteX2" fmla="*/ 137232 w 457331"/>
                <a:gd name="connsiteY2" fmla="*/ 279540 h 406371"/>
                <a:gd name="connsiteX3" fmla="*/ 165749 w 457331"/>
                <a:gd name="connsiteY3" fmla="*/ 229664 h 406371"/>
                <a:gd name="connsiteX4" fmla="*/ 72500 w 457331"/>
                <a:gd name="connsiteY4" fmla="*/ 256962 h 406371"/>
                <a:gd name="connsiteX5" fmla="*/ 293 w 457331"/>
                <a:gd name="connsiteY5" fmla="*/ 178825 h 406371"/>
                <a:gd name="connsiteX6" fmla="*/ 80428 w 457331"/>
                <a:gd name="connsiteY6" fmla="*/ 65051 h 406371"/>
                <a:gd name="connsiteX7" fmla="*/ 253326 w 457331"/>
                <a:gd name="connsiteY7" fmla="*/ 7779 h 406371"/>
                <a:gd name="connsiteX8" fmla="*/ 456109 w 457331"/>
                <a:gd name="connsiteY8" fmla="*/ 8943 h 406371"/>
                <a:gd name="connsiteX9" fmla="*/ 393461 w 457331"/>
                <a:gd name="connsiteY9" fmla="*/ 134589 h 406371"/>
                <a:gd name="connsiteX10" fmla="*/ 309873 w 457331"/>
                <a:gd name="connsiteY10" fmla="*/ 309704 h 406371"/>
                <a:gd name="connsiteX11" fmla="*/ 239444 w 457331"/>
                <a:gd name="connsiteY11" fmla="*/ 399058 h 406371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57331"/>
                <a:gd name="connsiteY0" fmla="*/ 399058 h 406963"/>
                <a:gd name="connsiteX1" fmla="*/ 145842 w 457331"/>
                <a:gd name="connsiteY1" fmla="*/ 387550 h 406963"/>
                <a:gd name="connsiteX2" fmla="*/ 137232 w 457331"/>
                <a:gd name="connsiteY2" fmla="*/ 279540 h 406963"/>
                <a:gd name="connsiteX3" fmla="*/ 165749 w 457331"/>
                <a:gd name="connsiteY3" fmla="*/ 229664 h 406963"/>
                <a:gd name="connsiteX4" fmla="*/ 72500 w 457331"/>
                <a:gd name="connsiteY4" fmla="*/ 256962 h 406963"/>
                <a:gd name="connsiteX5" fmla="*/ 293 w 457331"/>
                <a:gd name="connsiteY5" fmla="*/ 178825 h 406963"/>
                <a:gd name="connsiteX6" fmla="*/ 80428 w 457331"/>
                <a:gd name="connsiteY6" fmla="*/ 65051 h 406963"/>
                <a:gd name="connsiteX7" fmla="*/ 253326 w 457331"/>
                <a:gd name="connsiteY7" fmla="*/ 7779 h 406963"/>
                <a:gd name="connsiteX8" fmla="*/ 456109 w 457331"/>
                <a:gd name="connsiteY8" fmla="*/ 8943 h 406963"/>
                <a:gd name="connsiteX9" fmla="*/ 393461 w 457331"/>
                <a:gd name="connsiteY9" fmla="*/ 134589 h 406963"/>
                <a:gd name="connsiteX10" fmla="*/ 309873 w 457331"/>
                <a:gd name="connsiteY10" fmla="*/ 309704 h 406963"/>
                <a:gd name="connsiteX11" fmla="*/ 239444 w 457331"/>
                <a:gd name="connsiteY11" fmla="*/ 399058 h 406963"/>
                <a:gd name="connsiteX0" fmla="*/ 239444 w 461104"/>
                <a:gd name="connsiteY0" fmla="*/ 399058 h 406963"/>
                <a:gd name="connsiteX1" fmla="*/ 145842 w 461104"/>
                <a:gd name="connsiteY1" fmla="*/ 387550 h 406963"/>
                <a:gd name="connsiteX2" fmla="*/ 137232 w 461104"/>
                <a:gd name="connsiteY2" fmla="*/ 279540 h 406963"/>
                <a:gd name="connsiteX3" fmla="*/ 165749 w 461104"/>
                <a:gd name="connsiteY3" fmla="*/ 229664 h 406963"/>
                <a:gd name="connsiteX4" fmla="*/ 72500 w 461104"/>
                <a:gd name="connsiteY4" fmla="*/ 256962 h 406963"/>
                <a:gd name="connsiteX5" fmla="*/ 293 w 461104"/>
                <a:gd name="connsiteY5" fmla="*/ 178825 h 406963"/>
                <a:gd name="connsiteX6" fmla="*/ 80428 w 461104"/>
                <a:gd name="connsiteY6" fmla="*/ 65051 h 406963"/>
                <a:gd name="connsiteX7" fmla="*/ 253326 w 461104"/>
                <a:gd name="connsiteY7" fmla="*/ 7779 h 406963"/>
                <a:gd name="connsiteX8" fmla="*/ 459949 w 461104"/>
                <a:gd name="connsiteY8" fmla="*/ 8943 h 406963"/>
                <a:gd name="connsiteX9" fmla="*/ 393461 w 461104"/>
                <a:gd name="connsiteY9" fmla="*/ 134589 h 406963"/>
                <a:gd name="connsiteX10" fmla="*/ 309873 w 461104"/>
                <a:gd name="connsiteY10" fmla="*/ 309704 h 406963"/>
                <a:gd name="connsiteX11" fmla="*/ 239444 w 461104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  <a:gd name="connsiteX0" fmla="*/ 239444 w 459949"/>
                <a:gd name="connsiteY0" fmla="*/ 399058 h 406963"/>
                <a:gd name="connsiteX1" fmla="*/ 145842 w 459949"/>
                <a:gd name="connsiteY1" fmla="*/ 387550 h 406963"/>
                <a:gd name="connsiteX2" fmla="*/ 137232 w 459949"/>
                <a:gd name="connsiteY2" fmla="*/ 279540 h 406963"/>
                <a:gd name="connsiteX3" fmla="*/ 165749 w 459949"/>
                <a:gd name="connsiteY3" fmla="*/ 229664 h 406963"/>
                <a:gd name="connsiteX4" fmla="*/ 72500 w 459949"/>
                <a:gd name="connsiteY4" fmla="*/ 256962 h 406963"/>
                <a:gd name="connsiteX5" fmla="*/ 293 w 459949"/>
                <a:gd name="connsiteY5" fmla="*/ 178825 h 406963"/>
                <a:gd name="connsiteX6" fmla="*/ 80428 w 459949"/>
                <a:gd name="connsiteY6" fmla="*/ 65051 h 406963"/>
                <a:gd name="connsiteX7" fmla="*/ 253326 w 459949"/>
                <a:gd name="connsiteY7" fmla="*/ 7779 h 406963"/>
                <a:gd name="connsiteX8" fmla="*/ 459949 w 459949"/>
                <a:gd name="connsiteY8" fmla="*/ 8943 h 406963"/>
                <a:gd name="connsiteX9" fmla="*/ 393461 w 459949"/>
                <a:gd name="connsiteY9" fmla="*/ 134589 h 406963"/>
                <a:gd name="connsiteX10" fmla="*/ 309873 w 459949"/>
                <a:gd name="connsiteY10" fmla="*/ 309704 h 406963"/>
                <a:gd name="connsiteX11" fmla="*/ 239444 w 459949"/>
                <a:gd name="connsiteY11" fmla="*/ 399058 h 40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949" h="406963">
                  <a:moveTo>
                    <a:pt x="239444" y="399058"/>
                  </a:moveTo>
                  <a:cubicBezTo>
                    <a:pt x="212106" y="412032"/>
                    <a:pt x="165863" y="409603"/>
                    <a:pt x="145842" y="387550"/>
                  </a:cubicBezTo>
                  <a:cubicBezTo>
                    <a:pt x="125821" y="365497"/>
                    <a:pt x="120287" y="321249"/>
                    <a:pt x="137232" y="279540"/>
                  </a:cubicBezTo>
                  <a:cubicBezTo>
                    <a:pt x="144652" y="261277"/>
                    <a:pt x="150018" y="251700"/>
                    <a:pt x="165749" y="229664"/>
                  </a:cubicBezTo>
                  <a:cubicBezTo>
                    <a:pt x="146273" y="242525"/>
                    <a:pt x="100076" y="265435"/>
                    <a:pt x="72500" y="256962"/>
                  </a:cubicBezTo>
                  <a:cubicBezTo>
                    <a:pt x="44924" y="248489"/>
                    <a:pt x="4518" y="233420"/>
                    <a:pt x="293" y="178825"/>
                  </a:cubicBezTo>
                  <a:cubicBezTo>
                    <a:pt x="-3932" y="124230"/>
                    <a:pt x="38256" y="93559"/>
                    <a:pt x="80428" y="65051"/>
                  </a:cubicBezTo>
                  <a:cubicBezTo>
                    <a:pt x="122600" y="36543"/>
                    <a:pt x="190073" y="17130"/>
                    <a:pt x="253326" y="7779"/>
                  </a:cubicBezTo>
                  <a:cubicBezTo>
                    <a:pt x="316579" y="-1572"/>
                    <a:pt x="416217" y="-3985"/>
                    <a:pt x="459949" y="8943"/>
                  </a:cubicBezTo>
                  <a:cubicBezTo>
                    <a:pt x="426744" y="60859"/>
                    <a:pt x="418474" y="84462"/>
                    <a:pt x="393461" y="134589"/>
                  </a:cubicBezTo>
                  <a:cubicBezTo>
                    <a:pt x="368448" y="184716"/>
                    <a:pt x="335542" y="265626"/>
                    <a:pt x="309873" y="309704"/>
                  </a:cubicBezTo>
                  <a:cubicBezTo>
                    <a:pt x="284204" y="353782"/>
                    <a:pt x="266782" y="386084"/>
                    <a:pt x="239444" y="399058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80D86E1D-BC40-45EC-B17A-1FB9F1A240D8}"/>
                </a:ext>
              </a:extLst>
            </p:cNvPr>
            <p:cNvSpPr/>
            <p:nvPr/>
          </p:nvSpPr>
          <p:spPr>
            <a:xfrm>
              <a:off x="797450" y="3598894"/>
              <a:ext cx="509913" cy="564879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15547 w 431209"/>
                <a:gd name="connsiteY6" fmla="*/ 137905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7420 w 431209"/>
                <a:gd name="connsiteY5" fmla="*/ 134610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45500 w 431209"/>
                <a:gd name="connsiteY5" fmla="*/ 113493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29502 w 431209"/>
                <a:gd name="connsiteY5" fmla="*/ 122452 h 505747"/>
                <a:gd name="connsiteX6" fmla="*/ 334104 w 431209"/>
                <a:gd name="connsiteY6" fmla="*/ 114229 h 505747"/>
                <a:gd name="connsiteX7" fmla="*/ 337657 w 431209"/>
                <a:gd name="connsiteY7" fmla="*/ 176677 h 505747"/>
                <a:gd name="connsiteX8" fmla="*/ 404577 w 431209"/>
                <a:gd name="connsiteY8" fmla="*/ 269888 h 505747"/>
                <a:gd name="connsiteX9" fmla="*/ 402363 w 431209"/>
                <a:gd name="connsiteY9" fmla="*/ 360276 h 505747"/>
                <a:gd name="connsiteX10" fmla="*/ 176364 w 431209"/>
                <a:gd name="connsiteY10" fmla="*/ 496329 h 505747"/>
                <a:gd name="connsiteX11" fmla="*/ 135903 w 431209"/>
                <a:gd name="connsiteY11" fmla="*/ 501809 h 505747"/>
                <a:gd name="connsiteX12" fmla="*/ 110275 w 431209"/>
                <a:gd name="connsiteY12" fmla="*/ 504466 h 505747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519529 h 520810"/>
                <a:gd name="connsiteX1" fmla="*/ 67833 w 403988"/>
                <a:gd name="connsiteY1" fmla="*/ 489916 h 520810"/>
                <a:gd name="connsiteX2" fmla="*/ 42150 w 403988"/>
                <a:gd name="connsiteY2" fmla="*/ 437333 h 520810"/>
                <a:gd name="connsiteX3" fmla="*/ 67777 w 403988"/>
                <a:gd name="connsiteY3" fmla="*/ 92440 h 520810"/>
                <a:gd name="connsiteX4" fmla="*/ 166961 w 403988"/>
                <a:gd name="connsiteY4" fmla="*/ 32628 h 520810"/>
                <a:gd name="connsiteX5" fmla="*/ 202281 w 403988"/>
                <a:gd name="connsiteY5" fmla="*/ 137515 h 520810"/>
                <a:gd name="connsiteX6" fmla="*/ 306883 w 403988"/>
                <a:gd name="connsiteY6" fmla="*/ 129292 h 520810"/>
                <a:gd name="connsiteX7" fmla="*/ 310436 w 403988"/>
                <a:gd name="connsiteY7" fmla="*/ 191740 h 520810"/>
                <a:gd name="connsiteX8" fmla="*/ 377356 w 403988"/>
                <a:gd name="connsiteY8" fmla="*/ 284951 h 520810"/>
                <a:gd name="connsiteX9" fmla="*/ 375142 w 403988"/>
                <a:gd name="connsiteY9" fmla="*/ 375339 h 520810"/>
                <a:gd name="connsiteX10" fmla="*/ 149143 w 403988"/>
                <a:gd name="connsiteY10" fmla="*/ 511392 h 520810"/>
                <a:gd name="connsiteX11" fmla="*/ 108682 w 403988"/>
                <a:gd name="connsiteY11" fmla="*/ 516872 h 520810"/>
                <a:gd name="connsiteX12" fmla="*/ 83054 w 403988"/>
                <a:gd name="connsiteY12" fmla="*/ 519529 h 520810"/>
                <a:gd name="connsiteX0" fmla="*/ 83054 w 403988"/>
                <a:gd name="connsiteY0" fmla="*/ 486901 h 488182"/>
                <a:gd name="connsiteX1" fmla="*/ 67833 w 403988"/>
                <a:gd name="connsiteY1" fmla="*/ 457288 h 488182"/>
                <a:gd name="connsiteX2" fmla="*/ 42150 w 403988"/>
                <a:gd name="connsiteY2" fmla="*/ 404705 h 488182"/>
                <a:gd name="connsiteX3" fmla="*/ 67777 w 403988"/>
                <a:gd name="connsiteY3" fmla="*/ 59812 h 488182"/>
                <a:gd name="connsiteX4" fmla="*/ 166961 w 403988"/>
                <a:gd name="connsiteY4" fmla="*/ 0 h 488182"/>
                <a:gd name="connsiteX5" fmla="*/ 202281 w 403988"/>
                <a:gd name="connsiteY5" fmla="*/ 104887 h 488182"/>
                <a:gd name="connsiteX6" fmla="*/ 306883 w 403988"/>
                <a:gd name="connsiteY6" fmla="*/ 96664 h 488182"/>
                <a:gd name="connsiteX7" fmla="*/ 310436 w 403988"/>
                <a:gd name="connsiteY7" fmla="*/ 159112 h 488182"/>
                <a:gd name="connsiteX8" fmla="*/ 377356 w 403988"/>
                <a:gd name="connsiteY8" fmla="*/ 252323 h 488182"/>
                <a:gd name="connsiteX9" fmla="*/ 375142 w 403988"/>
                <a:gd name="connsiteY9" fmla="*/ 342711 h 488182"/>
                <a:gd name="connsiteX10" fmla="*/ 149143 w 403988"/>
                <a:gd name="connsiteY10" fmla="*/ 478764 h 488182"/>
                <a:gd name="connsiteX11" fmla="*/ 108682 w 403988"/>
                <a:gd name="connsiteY11" fmla="*/ 484244 h 488182"/>
                <a:gd name="connsiteX12" fmla="*/ 83054 w 403988"/>
                <a:gd name="connsiteY12" fmla="*/ 486901 h 48818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2281 w 403988"/>
                <a:gd name="connsiteY5" fmla="*/ 12901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208040 w 403988"/>
                <a:gd name="connsiteY5" fmla="*/ 113659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8441 w 403988"/>
                <a:gd name="connsiteY5" fmla="*/ 123897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306883 w 403988"/>
                <a:gd name="connsiteY6" fmla="*/ 120794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403988"/>
                <a:gd name="connsiteY0" fmla="*/ 511031 h 512312"/>
                <a:gd name="connsiteX1" fmla="*/ 67833 w 403988"/>
                <a:gd name="connsiteY1" fmla="*/ 481418 h 512312"/>
                <a:gd name="connsiteX2" fmla="*/ 42150 w 403988"/>
                <a:gd name="connsiteY2" fmla="*/ 428835 h 512312"/>
                <a:gd name="connsiteX3" fmla="*/ 67777 w 403988"/>
                <a:gd name="connsiteY3" fmla="*/ 83942 h 512312"/>
                <a:gd name="connsiteX4" fmla="*/ 166961 w 403988"/>
                <a:gd name="connsiteY4" fmla="*/ 24130 h 512312"/>
                <a:gd name="connsiteX5" fmla="*/ 199721 w 403988"/>
                <a:gd name="connsiteY5" fmla="*/ 114298 h 512312"/>
                <a:gd name="connsiteX6" fmla="*/ 292805 w 403988"/>
                <a:gd name="connsiteY6" fmla="*/ 130393 h 512312"/>
                <a:gd name="connsiteX7" fmla="*/ 310436 w 403988"/>
                <a:gd name="connsiteY7" fmla="*/ 183242 h 512312"/>
                <a:gd name="connsiteX8" fmla="*/ 377356 w 403988"/>
                <a:gd name="connsiteY8" fmla="*/ 276453 h 512312"/>
                <a:gd name="connsiteX9" fmla="*/ 375142 w 403988"/>
                <a:gd name="connsiteY9" fmla="*/ 366841 h 512312"/>
                <a:gd name="connsiteX10" fmla="*/ 149143 w 403988"/>
                <a:gd name="connsiteY10" fmla="*/ 502894 h 512312"/>
                <a:gd name="connsiteX11" fmla="*/ 108682 w 403988"/>
                <a:gd name="connsiteY11" fmla="*/ 508374 h 512312"/>
                <a:gd name="connsiteX12" fmla="*/ 83054 w 403988"/>
                <a:gd name="connsiteY12" fmla="*/ 511031 h 512312"/>
                <a:gd name="connsiteX0" fmla="*/ 83054 w 395505"/>
                <a:gd name="connsiteY0" fmla="*/ 511031 h 512312"/>
                <a:gd name="connsiteX1" fmla="*/ 67833 w 395505"/>
                <a:gd name="connsiteY1" fmla="*/ 481418 h 512312"/>
                <a:gd name="connsiteX2" fmla="*/ 42150 w 395505"/>
                <a:gd name="connsiteY2" fmla="*/ 428835 h 512312"/>
                <a:gd name="connsiteX3" fmla="*/ 67777 w 395505"/>
                <a:gd name="connsiteY3" fmla="*/ 83942 h 512312"/>
                <a:gd name="connsiteX4" fmla="*/ 166961 w 395505"/>
                <a:gd name="connsiteY4" fmla="*/ 24130 h 512312"/>
                <a:gd name="connsiteX5" fmla="*/ 199721 w 395505"/>
                <a:gd name="connsiteY5" fmla="*/ 114298 h 512312"/>
                <a:gd name="connsiteX6" fmla="*/ 292805 w 395505"/>
                <a:gd name="connsiteY6" fmla="*/ 130393 h 512312"/>
                <a:gd name="connsiteX7" fmla="*/ 307877 w 395505"/>
                <a:gd name="connsiteY7" fmla="*/ 233155 h 512312"/>
                <a:gd name="connsiteX8" fmla="*/ 377356 w 395505"/>
                <a:gd name="connsiteY8" fmla="*/ 276453 h 512312"/>
                <a:gd name="connsiteX9" fmla="*/ 375142 w 395505"/>
                <a:gd name="connsiteY9" fmla="*/ 366841 h 512312"/>
                <a:gd name="connsiteX10" fmla="*/ 149143 w 395505"/>
                <a:gd name="connsiteY10" fmla="*/ 502894 h 512312"/>
                <a:gd name="connsiteX11" fmla="*/ 108682 w 395505"/>
                <a:gd name="connsiteY11" fmla="*/ 508374 h 512312"/>
                <a:gd name="connsiteX12" fmla="*/ 83054 w 395505"/>
                <a:gd name="connsiteY12" fmla="*/ 511031 h 512312"/>
                <a:gd name="connsiteX0" fmla="*/ 82775 w 395226"/>
                <a:gd name="connsiteY0" fmla="*/ 513109 h 514390"/>
                <a:gd name="connsiteX1" fmla="*/ 67554 w 395226"/>
                <a:gd name="connsiteY1" fmla="*/ 483496 h 514390"/>
                <a:gd name="connsiteX2" fmla="*/ 41871 w 395226"/>
                <a:gd name="connsiteY2" fmla="*/ 430913 h 514390"/>
                <a:gd name="connsiteX3" fmla="*/ 67498 w 395226"/>
                <a:gd name="connsiteY3" fmla="*/ 86020 h 514390"/>
                <a:gd name="connsiteX4" fmla="*/ 158363 w 395226"/>
                <a:gd name="connsiteY4" fmla="*/ 23648 h 514390"/>
                <a:gd name="connsiteX5" fmla="*/ 199442 w 395226"/>
                <a:gd name="connsiteY5" fmla="*/ 116376 h 514390"/>
                <a:gd name="connsiteX6" fmla="*/ 292526 w 395226"/>
                <a:gd name="connsiteY6" fmla="*/ 132471 h 514390"/>
                <a:gd name="connsiteX7" fmla="*/ 307598 w 395226"/>
                <a:gd name="connsiteY7" fmla="*/ 235233 h 514390"/>
                <a:gd name="connsiteX8" fmla="*/ 377077 w 395226"/>
                <a:gd name="connsiteY8" fmla="*/ 278531 h 514390"/>
                <a:gd name="connsiteX9" fmla="*/ 374863 w 395226"/>
                <a:gd name="connsiteY9" fmla="*/ 368919 h 514390"/>
                <a:gd name="connsiteX10" fmla="*/ 148864 w 395226"/>
                <a:gd name="connsiteY10" fmla="*/ 504972 h 514390"/>
                <a:gd name="connsiteX11" fmla="*/ 108403 w 395226"/>
                <a:gd name="connsiteY11" fmla="*/ 510452 h 514390"/>
                <a:gd name="connsiteX12" fmla="*/ 82775 w 395226"/>
                <a:gd name="connsiteY12" fmla="*/ 513109 h 514390"/>
                <a:gd name="connsiteX0" fmla="*/ 86704 w 399155"/>
                <a:gd name="connsiteY0" fmla="*/ 523390 h 524671"/>
                <a:gd name="connsiteX1" fmla="*/ 71483 w 399155"/>
                <a:gd name="connsiteY1" fmla="*/ 493777 h 524671"/>
                <a:gd name="connsiteX2" fmla="*/ 45800 w 399155"/>
                <a:gd name="connsiteY2" fmla="*/ 441194 h 524671"/>
                <a:gd name="connsiteX3" fmla="*/ 71427 w 399155"/>
                <a:gd name="connsiteY3" fmla="*/ 96301 h 524671"/>
                <a:gd name="connsiteX4" fmla="*/ 162292 w 399155"/>
                <a:gd name="connsiteY4" fmla="*/ 33929 h 524671"/>
                <a:gd name="connsiteX5" fmla="*/ 203371 w 399155"/>
                <a:gd name="connsiteY5" fmla="*/ 126657 h 524671"/>
                <a:gd name="connsiteX6" fmla="*/ 296455 w 399155"/>
                <a:gd name="connsiteY6" fmla="*/ 142752 h 524671"/>
                <a:gd name="connsiteX7" fmla="*/ 311527 w 399155"/>
                <a:gd name="connsiteY7" fmla="*/ 245514 h 524671"/>
                <a:gd name="connsiteX8" fmla="*/ 381006 w 399155"/>
                <a:gd name="connsiteY8" fmla="*/ 288812 h 524671"/>
                <a:gd name="connsiteX9" fmla="*/ 378792 w 399155"/>
                <a:gd name="connsiteY9" fmla="*/ 379200 h 524671"/>
                <a:gd name="connsiteX10" fmla="*/ 152793 w 399155"/>
                <a:gd name="connsiteY10" fmla="*/ 515253 h 524671"/>
                <a:gd name="connsiteX11" fmla="*/ 112332 w 399155"/>
                <a:gd name="connsiteY11" fmla="*/ 520733 h 524671"/>
                <a:gd name="connsiteX12" fmla="*/ 86704 w 399155"/>
                <a:gd name="connsiteY12" fmla="*/ 523390 h 524671"/>
                <a:gd name="connsiteX0" fmla="*/ 88630 w 401081"/>
                <a:gd name="connsiteY0" fmla="*/ 525049 h 526330"/>
                <a:gd name="connsiteX1" fmla="*/ 73409 w 401081"/>
                <a:gd name="connsiteY1" fmla="*/ 495436 h 526330"/>
                <a:gd name="connsiteX2" fmla="*/ 47726 w 401081"/>
                <a:gd name="connsiteY2" fmla="*/ 442853 h 526330"/>
                <a:gd name="connsiteX3" fmla="*/ 73353 w 401081"/>
                <a:gd name="connsiteY3" fmla="*/ 97960 h 526330"/>
                <a:gd name="connsiteX4" fmla="*/ 164218 w 401081"/>
                <a:gd name="connsiteY4" fmla="*/ 35588 h 526330"/>
                <a:gd name="connsiteX5" fmla="*/ 205297 w 401081"/>
                <a:gd name="connsiteY5" fmla="*/ 128316 h 526330"/>
                <a:gd name="connsiteX6" fmla="*/ 298381 w 401081"/>
                <a:gd name="connsiteY6" fmla="*/ 144411 h 526330"/>
                <a:gd name="connsiteX7" fmla="*/ 313453 w 401081"/>
                <a:gd name="connsiteY7" fmla="*/ 247173 h 526330"/>
                <a:gd name="connsiteX8" fmla="*/ 382932 w 401081"/>
                <a:gd name="connsiteY8" fmla="*/ 290471 h 526330"/>
                <a:gd name="connsiteX9" fmla="*/ 380718 w 401081"/>
                <a:gd name="connsiteY9" fmla="*/ 380859 h 526330"/>
                <a:gd name="connsiteX10" fmla="*/ 154719 w 401081"/>
                <a:gd name="connsiteY10" fmla="*/ 516912 h 526330"/>
                <a:gd name="connsiteX11" fmla="*/ 114258 w 401081"/>
                <a:gd name="connsiteY11" fmla="*/ 522392 h 526330"/>
                <a:gd name="connsiteX12" fmla="*/ 88630 w 401081"/>
                <a:gd name="connsiteY12" fmla="*/ 525049 h 526330"/>
                <a:gd name="connsiteX0" fmla="*/ 88840 w 401291"/>
                <a:gd name="connsiteY0" fmla="*/ 540721 h 542002"/>
                <a:gd name="connsiteX1" fmla="*/ 73619 w 401291"/>
                <a:gd name="connsiteY1" fmla="*/ 511108 h 542002"/>
                <a:gd name="connsiteX2" fmla="*/ 47936 w 401291"/>
                <a:gd name="connsiteY2" fmla="*/ 458525 h 542002"/>
                <a:gd name="connsiteX3" fmla="*/ 73563 w 401291"/>
                <a:gd name="connsiteY3" fmla="*/ 113632 h 542002"/>
                <a:gd name="connsiteX4" fmla="*/ 164428 w 401291"/>
                <a:gd name="connsiteY4" fmla="*/ 51260 h 542002"/>
                <a:gd name="connsiteX5" fmla="*/ 205507 w 401291"/>
                <a:gd name="connsiteY5" fmla="*/ 143988 h 542002"/>
                <a:gd name="connsiteX6" fmla="*/ 298591 w 401291"/>
                <a:gd name="connsiteY6" fmla="*/ 160083 h 542002"/>
                <a:gd name="connsiteX7" fmla="*/ 313663 w 401291"/>
                <a:gd name="connsiteY7" fmla="*/ 262845 h 542002"/>
                <a:gd name="connsiteX8" fmla="*/ 383142 w 401291"/>
                <a:gd name="connsiteY8" fmla="*/ 306143 h 542002"/>
                <a:gd name="connsiteX9" fmla="*/ 380928 w 401291"/>
                <a:gd name="connsiteY9" fmla="*/ 396531 h 542002"/>
                <a:gd name="connsiteX10" fmla="*/ 154929 w 401291"/>
                <a:gd name="connsiteY10" fmla="*/ 532584 h 542002"/>
                <a:gd name="connsiteX11" fmla="*/ 114468 w 401291"/>
                <a:gd name="connsiteY11" fmla="*/ 538064 h 542002"/>
                <a:gd name="connsiteX12" fmla="*/ 88840 w 401291"/>
                <a:gd name="connsiteY12" fmla="*/ 540721 h 542002"/>
                <a:gd name="connsiteX0" fmla="*/ 89399 w 401850"/>
                <a:gd name="connsiteY0" fmla="*/ 540721 h 542002"/>
                <a:gd name="connsiteX1" fmla="*/ 74178 w 401850"/>
                <a:gd name="connsiteY1" fmla="*/ 511108 h 542002"/>
                <a:gd name="connsiteX2" fmla="*/ 48495 w 401850"/>
                <a:gd name="connsiteY2" fmla="*/ 458525 h 542002"/>
                <a:gd name="connsiteX3" fmla="*/ 316 w 401850"/>
                <a:gd name="connsiteY3" fmla="*/ 317499 h 542002"/>
                <a:gd name="connsiteX4" fmla="*/ 74122 w 401850"/>
                <a:gd name="connsiteY4" fmla="*/ 113632 h 542002"/>
                <a:gd name="connsiteX5" fmla="*/ 164987 w 401850"/>
                <a:gd name="connsiteY5" fmla="*/ 51260 h 542002"/>
                <a:gd name="connsiteX6" fmla="*/ 206066 w 401850"/>
                <a:gd name="connsiteY6" fmla="*/ 143988 h 542002"/>
                <a:gd name="connsiteX7" fmla="*/ 299150 w 401850"/>
                <a:gd name="connsiteY7" fmla="*/ 160083 h 542002"/>
                <a:gd name="connsiteX8" fmla="*/ 314222 w 401850"/>
                <a:gd name="connsiteY8" fmla="*/ 262845 h 542002"/>
                <a:gd name="connsiteX9" fmla="*/ 383701 w 401850"/>
                <a:gd name="connsiteY9" fmla="*/ 306143 h 542002"/>
                <a:gd name="connsiteX10" fmla="*/ 381487 w 401850"/>
                <a:gd name="connsiteY10" fmla="*/ 396531 h 542002"/>
                <a:gd name="connsiteX11" fmla="*/ 155488 w 401850"/>
                <a:gd name="connsiteY11" fmla="*/ 532584 h 542002"/>
                <a:gd name="connsiteX12" fmla="*/ 115027 w 401850"/>
                <a:gd name="connsiteY12" fmla="*/ 538064 h 542002"/>
                <a:gd name="connsiteX13" fmla="*/ 89399 w 401850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103781 w 416232"/>
                <a:gd name="connsiteY0" fmla="*/ 540721 h 542002"/>
                <a:gd name="connsiteX1" fmla="*/ 88560 w 416232"/>
                <a:gd name="connsiteY1" fmla="*/ 511108 h 542002"/>
                <a:gd name="connsiteX2" fmla="*/ 62877 w 416232"/>
                <a:gd name="connsiteY2" fmla="*/ 458525 h 542002"/>
                <a:gd name="connsiteX3" fmla="*/ 14698 w 416232"/>
                <a:gd name="connsiteY3" fmla="*/ 317499 h 542002"/>
                <a:gd name="connsiteX4" fmla="*/ 88504 w 416232"/>
                <a:gd name="connsiteY4" fmla="*/ 113632 h 542002"/>
                <a:gd name="connsiteX5" fmla="*/ 179369 w 416232"/>
                <a:gd name="connsiteY5" fmla="*/ 51260 h 542002"/>
                <a:gd name="connsiteX6" fmla="*/ 220448 w 416232"/>
                <a:gd name="connsiteY6" fmla="*/ 143988 h 542002"/>
                <a:gd name="connsiteX7" fmla="*/ 313532 w 416232"/>
                <a:gd name="connsiteY7" fmla="*/ 160083 h 542002"/>
                <a:gd name="connsiteX8" fmla="*/ 328604 w 416232"/>
                <a:gd name="connsiteY8" fmla="*/ 262845 h 542002"/>
                <a:gd name="connsiteX9" fmla="*/ 398083 w 416232"/>
                <a:gd name="connsiteY9" fmla="*/ 306143 h 542002"/>
                <a:gd name="connsiteX10" fmla="*/ 395869 w 416232"/>
                <a:gd name="connsiteY10" fmla="*/ 396531 h 542002"/>
                <a:gd name="connsiteX11" fmla="*/ 169870 w 416232"/>
                <a:gd name="connsiteY11" fmla="*/ 532584 h 542002"/>
                <a:gd name="connsiteX12" fmla="*/ 129409 w 416232"/>
                <a:gd name="connsiteY12" fmla="*/ 538064 h 542002"/>
                <a:gd name="connsiteX13" fmla="*/ 103781 w 416232"/>
                <a:gd name="connsiteY13" fmla="*/ 540721 h 542002"/>
                <a:gd name="connsiteX0" fmla="*/ 92247 w 404698"/>
                <a:gd name="connsiteY0" fmla="*/ 540721 h 542002"/>
                <a:gd name="connsiteX1" fmla="*/ 77026 w 404698"/>
                <a:gd name="connsiteY1" fmla="*/ 511108 h 542002"/>
                <a:gd name="connsiteX2" fmla="*/ 51343 w 404698"/>
                <a:gd name="connsiteY2" fmla="*/ 458525 h 542002"/>
                <a:gd name="connsiteX3" fmla="*/ 3164 w 404698"/>
                <a:gd name="connsiteY3" fmla="*/ 317499 h 542002"/>
                <a:gd name="connsiteX4" fmla="*/ 76970 w 404698"/>
                <a:gd name="connsiteY4" fmla="*/ 113632 h 542002"/>
                <a:gd name="connsiteX5" fmla="*/ 167835 w 404698"/>
                <a:gd name="connsiteY5" fmla="*/ 51260 h 542002"/>
                <a:gd name="connsiteX6" fmla="*/ 208914 w 404698"/>
                <a:gd name="connsiteY6" fmla="*/ 143988 h 542002"/>
                <a:gd name="connsiteX7" fmla="*/ 301998 w 404698"/>
                <a:gd name="connsiteY7" fmla="*/ 160083 h 542002"/>
                <a:gd name="connsiteX8" fmla="*/ 317070 w 404698"/>
                <a:gd name="connsiteY8" fmla="*/ 262845 h 542002"/>
                <a:gd name="connsiteX9" fmla="*/ 386549 w 404698"/>
                <a:gd name="connsiteY9" fmla="*/ 306143 h 542002"/>
                <a:gd name="connsiteX10" fmla="*/ 384335 w 404698"/>
                <a:gd name="connsiteY10" fmla="*/ 396531 h 542002"/>
                <a:gd name="connsiteX11" fmla="*/ 158336 w 404698"/>
                <a:gd name="connsiteY11" fmla="*/ 532584 h 542002"/>
                <a:gd name="connsiteX12" fmla="*/ 117875 w 404698"/>
                <a:gd name="connsiteY12" fmla="*/ 538064 h 542002"/>
                <a:gd name="connsiteX13" fmla="*/ 92247 w 404698"/>
                <a:gd name="connsiteY13" fmla="*/ 540721 h 542002"/>
                <a:gd name="connsiteX0" fmla="*/ 113997 w 426448"/>
                <a:gd name="connsiteY0" fmla="*/ 540721 h 542002"/>
                <a:gd name="connsiteX1" fmla="*/ 98776 w 426448"/>
                <a:gd name="connsiteY1" fmla="*/ 511108 h 542002"/>
                <a:gd name="connsiteX2" fmla="*/ 73093 w 426448"/>
                <a:gd name="connsiteY2" fmla="*/ 458525 h 542002"/>
                <a:gd name="connsiteX3" fmla="*/ 24914 w 426448"/>
                <a:gd name="connsiteY3" fmla="*/ 317499 h 542002"/>
                <a:gd name="connsiteX4" fmla="*/ 98720 w 426448"/>
                <a:gd name="connsiteY4" fmla="*/ 113632 h 542002"/>
                <a:gd name="connsiteX5" fmla="*/ 189585 w 426448"/>
                <a:gd name="connsiteY5" fmla="*/ 51260 h 542002"/>
                <a:gd name="connsiteX6" fmla="*/ 230664 w 426448"/>
                <a:gd name="connsiteY6" fmla="*/ 143988 h 542002"/>
                <a:gd name="connsiteX7" fmla="*/ 323748 w 426448"/>
                <a:gd name="connsiteY7" fmla="*/ 160083 h 542002"/>
                <a:gd name="connsiteX8" fmla="*/ 338820 w 426448"/>
                <a:gd name="connsiteY8" fmla="*/ 262845 h 542002"/>
                <a:gd name="connsiteX9" fmla="*/ 408299 w 426448"/>
                <a:gd name="connsiteY9" fmla="*/ 306143 h 542002"/>
                <a:gd name="connsiteX10" fmla="*/ 406085 w 426448"/>
                <a:gd name="connsiteY10" fmla="*/ 396531 h 542002"/>
                <a:gd name="connsiteX11" fmla="*/ 180086 w 426448"/>
                <a:gd name="connsiteY11" fmla="*/ 532584 h 542002"/>
                <a:gd name="connsiteX12" fmla="*/ 139625 w 426448"/>
                <a:gd name="connsiteY12" fmla="*/ 538064 h 542002"/>
                <a:gd name="connsiteX13" fmla="*/ 113997 w 426448"/>
                <a:gd name="connsiteY13" fmla="*/ 540721 h 542002"/>
                <a:gd name="connsiteX0" fmla="*/ 135389 w 447840"/>
                <a:gd name="connsiteY0" fmla="*/ 509544 h 510825"/>
                <a:gd name="connsiteX1" fmla="*/ 120168 w 447840"/>
                <a:gd name="connsiteY1" fmla="*/ 479931 h 510825"/>
                <a:gd name="connsiteX2" fmla="*/ 94485 w 447840"/>
                <a:gd name="connsiteY2" fmla="*/ 427348 h 510825"/>
                <a:gd name="connsiteX3" fmla="*/ 2153 w 447840"/>
                <a:gd name="connsiteY3" fmla="*/ 300400 h 510825"/>
                <a:gd name="connsiteX4" fmla="*/ 120112 w 447840"/>
                <a:gd name="connsiteY4" fmla="*/ 82455 h 510825"/>
                <a:gd name="connsiteX5" fmla="*/ 210977 w 447840"/>
                <a:gd name="connsiteY5" fmla="*/ 20083 h 510825"/>
                <a:gd name="connsiteX6" fmla="*/ 252056 w 447840"/>
                <a:gd name="connsiteY6" fmla="*/ 112811 h 510825"/>
                <a:gd name="connsiteX7" fmla="*/ 345140 w 447840"/>
                <a:gd name="connsiteY7" fmla="*/ 128906 h 510825"/>
                <a:gd name="connsiteX8" fmla="*/ 360212 w 447840"/>
                <a:gd name="connsiteY8" fmla="*/ 231668 h 510825"/>
                <a:gd name="connsiteX9" fmla="*/ 429691 w 447840"/>
                <a:gd name="connsiteY9" fmla="*/ 274966 h 510825"/>
                <a:gd name="connsiteX10" fmla="*/ 427477 w 447840"/>
                <a:gd name="connsiteY10" fmla="*/ 365354 h 510825"/>
                <a:gd name="connsiteX11" fmla="*/ 201478 w 447840"/>
                <a:gd name="connsiteY11" fmla="*/ 501407 h 510825"/>
                <a:gd name="connsiteX12" fmla="*/ 161017 w 447840"/>
                <a:gd name="connsiteY12" fmla="*/ 506887 h 510825"/>
                <a:gd name="connsiteX13" fmla="*/ 135389 w 447840"/>
                <a:gd name="connsiteY13" fmla="*/ 509544 h 510825"/>
                <a:gd name="connsiteX0" fmla="*/ 134499 w 446950"/>
                <a:gd name="connsiteY0" fmla="*/ 536347 h 537628"/>
                <a:gd name="connsiteX1" fmla="*/ 119278 w 446950"/>
                <a:gd name="connsiteY1" fmla="*/ 506734 h 537628"/>
                <a:gd name="connsiteX2" fmla="*/ 93595 w 446950"/>
                <a:gd name="connsiteY2" fmla="*/ 454151 h 537628"/>
                <a:gd name="connsiteX3" fmla="*/ 1263 w 446950"/>
                <a:gd name="connsiteY3" fmla="*/ 327203 h 537628"/>
                <a:gd name="connsiteX4" fmla="*/ 169134 w 446950"/>
                <a:gd name="connsiteY4" fmla="*/ 30550 h 537628"/>
                <a:gd name="connsiteX5" fmla="*/ 210087 w 446950"/>
                <a:gd name="connsiteY5" fmla="*/ 46886 h 537628"/>
                <a:gd name="connsiteX6" fmla="*/ 251166 w 446950"/>
                <a:gd name="connsiteY6" fmla="*/ 139614 h 537628"/>
                <a:gd name="connsiteX7" fmla="*/ 344250 w 446950"/>
                <a:gd name="connsiteY7" fmla="*/ 155709 h 537628"/>
                <a:gd name="connsiteX8" fmla="*/ 359322 w 446950"/>
                <a:gd name="connsiteY8" fmla="*/ 258471 h 537628"/>
                <a:gd name="connsiteX9" fmla="*/ 428801 w 446950"/>
                <a:gd name="connsiteY9" fmla="*/ 301769 h 537628"/>
                <a:gd name="connsiteX10" fmla="*/ 426587 w 446950"/>
                <a:gd name="connsiteY10" fmla="*/ 392157 h 537628"/>
                <a:gd name="connsiteX11" fmla="*/ 200588 w 446950"/>
                <a:gd name="connsiteY11" fmla="*/ 528210 h 537628"/>
                <a:gd name="connsiteX12" fmla="*/ 160127 w 446950"/>
                <a:gd name="connsiteY12" fmla="*/ 533690 h 537628"/>
                <a:gd name="connsiteX13" fmla="*/ 134499 w 446950"/>
                <a:gd name="connsiteY13" fmla="*/ 536347 h 537628"/>
                <a:gd name="connsiteX0" fmla="*/ 134499 w 446950"/>
                <a:gd name="connsiteY0" fmla="*/ 549640 h 550921"/>
                <a:gd name="connsiteX1" fmla="*/ 119278 w 446950"/>
                <a:gd name="connsiteY1" fmla="*/ 520027 h 550921"/>
                <a:gd name="connsiteX2" fmla="*/ 93595 w 446950"/>
                <a:gd name="connsiteY2" fmla="*/ 467444 h 550921"/>
                <a:gd name="connsiteX3" fmla="*/ 1263 w 446950"/>
                <a:gd name="connsiteY3" fmla="*/ 340496 h 550921"/>
                <a:gd name="connsiteX4" fmla="*/ 169134 w 446950"/>
                <a:gd name="connsiteY4" fmla="*/ 43843 h 550921"/>
                <a:gd name="connsiteX5" fmla="*/ 210087 w 446950"/>
                <a:gd name="connsiteY5" fmla="*/ 60179 h 550921"/>
                <a:gd name="connsiteX6" fmla="*/ 251166 w 446950"/>
                <a:gd name="connsiteY6" fmla="*/ 152907 h 550921"/>
                <a:gd name="connsiteX7" fmla="*/ 344250 w 446950"/>
                <a:gd name="connsiteY7" fmla="*/ 169002 h 550921"/>
                <a:gd name="connsiteX8" fmla="*/ 359322 w 446950"/>
                <a:gd name="connsiteY8" fmla="*/ 271764 h 550921"/>
                <a:gd name="connsiteX9" fmla="*/ 428801 w 446950"/>
                <a:gd name="connsiteY9" fmla="*/ 315062 h 550921"/>
                <a:gd name="connsiteX10" fmla="*/ 426587 w 446950"/>
                <a:gd name="connsiteY10" fmla="*/ 405450 h 550921"/>
                <a:gd name="connsiteX11" fmla="*/ 200588 w 446950"/>
                <a:gd name="connsiteY11" fmla="*/ 541503 h 550921"/>
                <a:gd name="connsiteX12" fmla="*/ 160127 w 446950"/>
                <a:gd name="connsiteY12" fmla="*/ 546983 h 550921"/>
                <a:gd name="connsiteX13" fmla="*/ 134499 w 446950"/>
                <a:gd name="connsiteY13" fmla="*/ 549640 h 550921"/>
                <a:gd name="connsiteX0" fmla="*/ 138297 w 450748"/>
                <a:gd name="connsiteY0" fmla="*/ 532470 h 533751"/>
                <a:gd name="connsiteX1" fmla="*/ 123076 w 450748"/>
                <a:gd name="connsiteY1" fmla="*/ 502857 h 533751"/>
                <a:gd name="connsiteX2" fmla="*/ 97393 w 450748"/>
                <a:gd name="connsiteY2" fmla="*/ 450274 h 533751"/>
                <a:gd name="connsiteX3" fmla="*/ 1221 w 450748"/>
                <a:gd name="connsiteY3" fmla="*/ 266374 h 533751"/>
                <a:gd name="connsiteX4" fmla="*/ 172932 w 450748"/>
                <a:gd name="connsiteY4" fmla="*/ 26673 h 533751"/>
                <a:gd name="connsiteX5" fmla="*/ 213885 w 450748"/>
                <a:gd name="connsiteY5" fmla="*/ 43009 h 533751"/>
                <a:gd name="connsiteX6" fmla="*/ 254964 w 450748"/>
                <a:gd name="connsiteY6" fmla="*/ 135737 h 533751"/>
                <a:gd name="connsiteX7" fmla="*/ 348048 w 450748"/>
                <a:gd name="connsiteY7" fmla="*/ 151832 h 533751"/>
                <a:gd name="connsiteX8" fmla="*/ 363120 w 450748"/>
                <a:gd name="connsiteY8" fmla="*/ 254594 h 533751"/>
                <a:gd name="connsiteX9" fmla="*/ 432599 w 450748"/>
                <a:gd name="connsiteY9" fmla="*/ 297892 h 533751"/>
                <a:gd name="connsiteX10" fmla="*/ 430385 w 450748"/>
                <a:gd name="connsiteY10" fmla="*/ 388280 h 533751"/>
                <a:gd name="connsiteX11" fmla="*/ 204386 w 450748"/>
                <a:gd name="connsiteY11" fmla="*/ 524333 h 533751"/>
                <a:gd name="connsiteX12" fmla="*/ 163925 w 450748"/>
                <a:gd name="connsiteY12" fmla="*/ 529813 h 533751"/>
                <a:gd name="connsiteX13" fmla="*/ 138297 w 450748"/>
                <a:gd name="connsiteY13" fmla="*/ 532470 h 533751"/>
                <a:gd name="connsiteX0" fmla="*/ 137298 w 449749"/>
                <a:gd name="connsiteY0" fmla="*/ 532470 h 533751"/>
                <a:gd name="connsiteX1" fmla="*/ 122077 w 449749"/>
                <a:gd name="connsiteY1" fmla="*/ 502857 h 533751"/>
                <a:gd name="connsiteX2" fmla="*/ 96394 w 449749"/>
                <a:gd name="connsiteY2" fmla="*/ 450274 h 533751"/>
                <a:gd name="connsiteX3" fmla="*/ 222 w 449749"/>
                <a:gd name="connsiteY3" fmla="*/ 266374 h 533751"/>
                <a:gd name="connsiteX4" fmla="*/ 171933 w 449749"/>
                <a:gd name="connsiteY4" fmla="*/ 26673 h 533751"/>
                <a:gd name="connsiteX5" fmla="*/ 212886 w 449749"/>
                <a:gd name="connsiteY5" fmla="*/ 43009 h 533751"/>
                <a:gd name="connsiteX6" fmla="*/ 253965 w 449749"/>
                <a:gd name="connsiteY6" fmla="*/ 135737 h 533751"/>
                <a:gd name="connsiteX7" fmla="*/ 347049 w 449749"/>
                <a:gd name="connsiteY7" fmla="*/ 151832 h 533751"/>
                <a:gd name="connsiteX8" fmla="*/ 362121 w 449749"/>
                <a:gd name="connsiteY8" fmla="*/ 254594 h 533751"/>
                <a:gd name="connsiteX9" fmla="*/ 431600 w 449749"/>
                <a:gd name="connsiteY9" fmla="*/ 297892 h 533751"/>
                <a:gd name="connsiteX10" fmla="*/ 429386 w 449749"/>
                <a:gd name="connsiteY10" fmla="*/ 388280 h 533751"/>
                <a:gd name="connsiteX11" fmla="*/ 203387 w 449749"/>
                <a:gd name="connsiteY11" fmla="*/ 524333 h 533751"/>
                <a:gd name="connsiteX12" fmla="*/ 162926 w 449749"/>
                <a:gd name="connsiteY12" fmla="*/ 529813 h 533751"/>
                <a:gd name="connsiteX13" fmla="*/ 137298 w 449749"/>
                <a:gd name="connsiteY13" fmla="*/ 532470 h 533751"/>
                <a:gd name="connsiteX0" fmla="*/ 129629 w 442080"/>
                <a:gd name="connsiteY0" fmla="*/ 535511 h 536792"/>
                <a:gd name="connsiteX1" fmla="*/ 114408 w 442080"/>
                <a:gd name="connsiteY1" fmla="*/ 505898 h 536792"/>
                <a:gd name="connsiteX2" fmla="*/ 88725 w 442080"/>
                <a:gd name="connsiteY2" fmla="*/ 453315 h 536792"/>
                <a:gd name="connsiteX3" fmla="*/ 232 w 442080"/>
                <a:gd name="connsiteY3" fmla="*/ 314208 h 536792"/>
                <a:gd name="connsiteX4" fmla="*/ 164264 w 442080"/>
                <a:gd name="connsiteY4" fmla="*/ 29714 h 536792"/>
                <a:gd name="connsiteX5" fmla="*/ 205217 w 442080"/>
                <a:gd name="connsiteY5" fmla="*/ 46050 h 536792"/>
                <a:gd name="connsiteX6" fmla="*/ 246296 w 442080"/>
                <a:gd name="connsiteY6" fmla="*/ 138778 h 536792"/>
                <a:gd name="connsiteX7" fmla="*/ 339380 w 442080"/>
                <a:gd name="connsiteY7" fmla="*/ 154873 h 536792"/>
                <a:gd name="connsiteX8" fmla="*/ 354452 w 442080"/>
                <a:gd name="connsiteY8" fmla="*/ 257635 h 536792"/>
                <a:gd name="connsiteX9" fmla="*/ 423931 w 442080"/>
                <a:gd name="connsiteY9" fmla="*/ 300933 h 536792"/>
                <a:gd name="connsiteX10" fmla="*/ 421717 w 442080"/>
                <a:gd name="connsiteY10" fmla="*/ 391321 h 536792"/>
                <a:gd name="connsiteX11" fmla="*/ 195718 w 442080"/>
                <a:gd name="connsiteY11" fmla="*/ 527374 h 536792"/>
                <a:gd name="connsiteX12" fmla="*/ 155257 w 442080"/>
                <a:gd name="connsiteY12" fmla="*/ 532854 h 536792"/>
                <a:gd name="connsiteX13" fmla="*/ 129629 w 442080"/>
                <a:gd name="connsiteY13" fmla="*/ 535511 h 536792"/>
                <a:gd name="connsiteX0" fmla="*/ 129728 w 442179"/>
                <a:gd name="connsiteY0" fmla="*/ 549870 h 551151"/>
                <a:gd name="connsiteX1" fmla="*/ 114507 w 442179"/>
                <a:gd name="connsiteY1" fmla="*/ 520257 h 551151"/>
                <a:gd name="connsiteX2" fmla="*/ 88824 w 442179"/>
                <a:gd name="connsiteY2" fmla="*/ 467674 h 551151"/>
                <a:gd name="connsiteX3" fmla="*/ 331 w 442179"/>
                <a:gd name="connsiteY3" fmla="*/ 328567 h 551151"/>
                <a:gd name="connsiteX4" fmla="*/ 164363 w 442179"/>
                <a:gd name="connsiteY4" fmla="*/ 44073 h 551151"/>
                <a:gd name="connsiteX5" fmla="*/ 205316 w 442179"/>
                <a:gd name="connsiteY5" fmla="*/ 60409 h 551151"/>
                <a:gd name="connsiteX6" fmla="*/ 246395 w 442179"/>
                <a:gd name="connsiteY6" fmla="*/ 153137 h 551151"/>
                <a:gd name="connsiteX7" fmla="*/ 339479 w 442179"/>
                <a:gd name="connsiteY7" fmla="*/ 169232 h 551151"/>
                <a:gd name="connsiteX8" fmla="*/ 354551 w 442179"/>
                <a:gd name="connsiteY8" fmla="*/ 271994 h 551151"/>
                <a:gd name="connsiteX9" fmla="*/ 424030 w 442179"/>
                <a:gd name="connsiteY9" fmla="*/ 315292 h 551151"/>
                <a:gd name="connsiteX10" fmla="*/ 421816 w 442179"/>
                <a:gd name="connsiteY10" fmla="*/ 405680 h 551151"/>
                <a:gd name="connsiteX11" fmla="*/ 195817 w 442179"/>
                <a:gd name="connsiteY11" fmla="*/ 541733 h 551151"/>
                <a:gd name="connsiteX12" fmla="*/ 155356 w 442179"/>
                <a:gd name="connsiteY12" fmla="*/ 547213 h 551151"/>
                <a:gd name="connsiteX13" fmla="*/ 129728 w 442179"/>
                <a:gd name="connsiteY13" fmla="*/ 549870 h 551151"/>
                <a:gd name="connsiteX0" fmla="*/ 131342 w 443793"/>
                <a:gd name="connsiteY0" fmla="*/ 549870 h 551151"/>
                <a:gd name="connsiteX1" fmla="*/ 116121 w 443793"/>
                <a:gd name="connsiteY1" fmla="*/ 520257 h 551151"/>
                <a:gd name="connsiteX2" fmla="*/ 78280 w 443793"/>
                <a:gd name="connsiteY2" fmla="*/ 470874 h 551151"/>
                <a:gd name="connsiteX3" fmla="*/ 1945 w 443793"/>
                <a:gd name="connsiteY3" fmla="*/ 328567 h 551151"/>
                <a:gd name="connsiteX4" fmla="*/ 165977 w 443793"/>
                <a:gd name="connsiteY4" fmla="*/ 44073 h 551151"/>
                <a:gd name="connsiteX5" fmla="*/ 206930 w 443793"/>
                <a:gd name="connsiteY5" fmla="*/ 60409 h 551151"/>
                <a:gd name="connsiteX6" fmla="*/ 248009 w 443793"/>
                <a:gd name="connsiteY6" fmla="*/ 153137 h 551151"/>
                <a:gd name="connsiteX7" fmla="*/ 341093 w 443793"/>
                <a:gd name="connsiteY7" fmla="*/ 169232 h 551151"/>
                <a:gd name="connsiteX8" fmla="*/ 356165 w 443793"/>
                <a:gd name="connsiteY8" fmla="*/ 271994 h 551151"/>
                <a:gd name="connsiteX9" fmla="*/ 425644 w 443793"/>
                <a:gd name="connsiteY9" fmla="*/ 315292 h 551151"/>
                <a:gd name="connsiteX10" fmla="*/ 423430 w 443793"/>
                <a:gd name="connsiteY10" fmla="*/ 405680 h 551151"/>
                <a:gd name="connsiteX11" fmla="*/ 197431 w 443793"/>
                <a:gd name="connsiteY11" fmla="*/ 541733 h 551151"/>
                <a:gd name="connsiteX12" fmla="*/ 156970 w 443793"/>
                <a:gd name="connsiteY12" fmla="*/ 547213 h 551151"/>
                <a:gd name="connsiteX13" fmla="*/ 131342 w 443793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1151"/>
                <a:gd name="connsiteX1" fmla="*/ 115115 w 442787"/>
                <a:gd name="connsiteY1" fmla="*/ 520257 h 551151"/>
                <a:gd name="connsiteX2" fmla="*/ 77274 w 442787"/>
                <a:gd name="connsiteY2" fmla="*/ 470874 h 551151"/>
                <a:gd name="connsiteX3" fmla="*/ 939 w 442787"/>
                <a:gd name="connsiteY3" fmla="*/ 328567 h 551151"/>
                <a:gd name="connsiteX4" fmla="*/ 164971 w 442787"/>
                <a:gd name="connsiteY4" fmla="*/ 44073 h 551151"/>
                <a:gd name="connsiteX5" fmla="*/ 205924 w 442787"/>
                <a:gd name="connsiteY5" fmla="*/ 60409 h 551151"/>
                <a:gd name="connsiteX6" fmla="*/ 247003 w 442787"/>
                <a:gd name="connsiteY6" fmla="*/ 153137 h 551151"/>
                <a:gd name="connsiteX7" fmla="*/ 340087 w 442787"/>
                <a:gd name="connsiteY7" fmla="*/ 169232 h 551151"/>
                <a:gd name="connsiteX8" fmla="*/ 355159 w 442787"/>
                <a:gd name="connsiteY8" fmla="*/ 271994 h 551151"/>
                <a:gd name="connsiteX9" fmla="*/ 424638 w 442787"/>
                <a:gd name="connsiteY9" fmla="*/ 315292 h 551151"/>
                <a:gd name="connsiteX10" fmla="*/ 422424 w 442787"/>
                <a:gd name="connsiteY10" fmla="*/ 405680 h 551151"/>
                <a:gd name="connsiteX11" fmla="*/ 196425 w 442787"/>
                <a:gd name="connsiteY11" fmla="*/ 541733 h 551151"/>
                <a:gd name="connsiteX12" fmla="*/ 155964 w 442787"/>
                <a:gd name="connsiteY12" fmla="*/ 547213 h 551151"/>
                <a:gd name="connsiteX13" fmla="*/ 130336 w 442787"/>
                <a:gd name="connsiteY13" fmla="*/ 549870 h 551151"/>
                <a:gd name="connsiteX0" fmla="*/ 130336 w 442787"/>
                <a:gd name="connsiteY0" fmla="*/ 549870 h 556543"/>
                <a:gd name="connsiteX1" fmla="*/ 101037 w 442787"/>
                <a:gd name="connsiteY1" fmla="*/ 548413 h 556543"/>
                <a:gd name="connsiteX2" fmla="*/ 77274 w 442787"/>
                <a:gd name="connsiteY2" fmla="*/ 470874 h 556543"/>
                <a:gd name="connsiteX3" fmla="*/ 939 w 442787"/>
                <a:gd name="connsiteY3" fmla="*/ 328567 h 556543"/>
                <a:gd name="connsiteX4" fmla="*/ 164971 w 442787"/>
                <a:gd name="connsiteY4" fmla="*/ 44073 h 556543"/>
                <a:gd name="connsiteX5" fmla="*/ 205924 w 442787"/>
                <a:gd name="connsiteY5" fmla="*/ 60409 h 556543"/>
                <a:gd name="connsiteX6" fmla="*/ 247003 w 442787"/>
                <a:gd name="connsiteY6" fmla="*/ 153137 h 556543"/>
                <a:gd name="connsiteX7" fmla="*/ 340087 w 442787"/>
                <a:gd name="connsiteY7" fmla="*/ 169232 h 556543"/>
                <a:gd name="connsiteX8" fmla="*/ 355159 w 442787"/>
                <a:gd name="connsiteY8" fmla="*/ 271994 h 556543"/>
                <a:gd name="connsiteX9" fmla="*/ 424638 w 442787"/>
                <a:gd name="connsiteY9" fmla="*/ 315292 h 556543"/>
                <a:gd name="connsiteX10" fmla="*/ 422424 w 442787"/>
                <a:gd name="connsiteY10" fmla="*/ 405680 h 556543"/>
                <a:gd name="connsiteX11" fmla="*/ 196425 w 442787"/>
                <a:gd name="connsiteY11" fmla="*/ 541733 h 556543"/>
                <a:gd name="connsiteX12" fmla="*/ 155964 w 442787"/>
                <a:gd name="connsiteY12" fmla="*/ 547213 h 556543"/>
                <a:gd name="connsiteX13" fmla="*/ 130336 w 442787"/>
                <a:gd name="connsiteY13" fmla="*/ 549870 h 556543"/>
                <a:gd name="connsiteX0" fmla="*/ 130336 w 442787"/>
                <a:gd name="connsiteY0" fmla="*/ 587624 h 587708"/>
                <a:gd name="connsiteX1" fmla="*/ 101037 w 442787"/>
                <a:gd name="connsiteY1" fmla="*/ 548413 h 587708"/>
                <a:gd name="connsiteX2" fmla="*/ 77274 w 442787"/>
                <a:gd name="connsiteY2" fmla="*/ 470874 h 587708"/>
                <a:gd name="connsiteX3" fmla="*/ 939 w 442787"/>
                <a:gd name="connsiteY3" fmla="*/ 328567 h 587708"/>
                <a:gd name="connsiteX4" fmla="*/ 164971 w 442787"/>
                <a:gd name="connsiteY4" fmla="*/ 44073 h 587708"/>
                <a:gd name="connsiteX5" fmla="*/ 205924 w 442787"/>
                <a:gd name="connsiteY5" fmla="*/ 60409 h 587708"/>
                <a:gd name="connsiteX6" fmla="*/ 247003 w 442787"/>
                <a:gd name="connsiteY6" fmla="*/ 153137 h 587708"/>
                <a:gd name="connsiteX7" fmla="*/ 340087 w 442787"/>
                <a:gd name="connsiteY7" fmla="*/ 169232 h 587708"/>
                <a:gd name="connsiteX8" fmla="*/ 355159 w 442787"/>
                <a:gd name="connsiteY8" fmla="*/ 271994 h 587708"/>
                <a:gd name="connsiteX9" fmla="*/ 424638 w 442787"/>
                <a:gd name="connsiteY9" fmla="*/ 315292 h 587708"/>
                <a:gd name="connsiteX10" fmla="*/ 422424 w 442787"/>
                <a:gd name="connsiteY10" fmla="*/ 405680 h 587708"/>
                <a:gd name="connsiteX11" fmla="*/ 196425 w 442787"/>
                <a:gd name="connsiteY11" fmla="*/ 541733 h 587708"/>
                <a:gd name="connsiteX12" fmla="*/ 155964 w 442787"/>
                <a:gd name="connsiteY12" fmla="*/ 547213 h 587708"/>
                <a:gd name="connsiteX13" fmla="*/ 130336 w 442787"/>
                <a:gd name="connsiteY13" fmla="*/ 587624 h 587708"/>
                <a:gd name="connsiteX0" fmla="*/ 130336 w 442787"/>
                <a:gd name="connsiteY0" fmla="*/ 587624 h 588338"/>
                <a:gd name="connsiteX1" fmla="*/ 101037 w 442787"/>
                <a:gd name="connsiteY1" fmla="*/ 548413 h 588338"/>
                <a:gd name="connsiteX2" fmla="*/ 77274 w 442787"/>
                <a:gd name="connsiteY2" fmla="*/ 470874 h 588338"/>
                <a:gd name="connsiteX3" fmla="*/ 939 w 442787"/>
                <a:gd name="connsiteY3" fmla="*/ 328567 h 588338"/>
                <a:gd name="connsiteX4" fmla="*/ 164971 w 442787"/>
                <a:gd name="connsiteY4" fmla="*/ 44073 h 588338"/>
                <a:gd name="connsiteX5" fmla="*/ 205924 w 442787"/>
                <a:gd name="connsiteY5" fmla="*/ 60409 h 588338"/>
                <a:gd name="connsiteX6" fmla="*/ 247003 w 442787"/>
                <a:gd name="connsiteY6" fmla="*/ 153137 h 588338"/>
                <a:gd name="connsiteX7" fmla="*/ 340087 w 442787"/>
                <a:gd name="connsiteY7" fmla="*/ 169232 h 588338"/>
                <a:gd name="connsiteX8" fmla="*/ 355159 w 442787"/>
                <a:gd name="connsiteY8" fmla="*/ 271994 h 588338"/>
                <a:gd name="connsiteX9" fmla="*/ 424638 w 442787"/>
                <a:gd name="connsiteY9" fmla="*/ 315292 h 588338"/>
                <a:gd name="connsiteX10" fmla="*/ 422424 w 442787"/>
                <a:gd name="connsiteY10" fmla="*/ 405680 h 588338"/>
                <a:gd name="connsiteX11" fmla="*/ 196425 w 442787"/>
                <a:gd name="connsiteY11" fmla="*/ 541733 h 588338"/>
                <a:gd name="connsiteX12" fmla="*/ 166202 w 442787"/>
                <a:gd name="connsiteY12" fmla="*/ 582408 h 588338"/>
                <a:gd name="connsiteX13" fmla="*/ 130336 w 442787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621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39440"/>
                <a:gd name="connsiteY0" fmla="*/ 587624 h 588338"/>
                <a:gd name="connsiteX1" fmla="*/ 101037 w 439440"/>
                <a:gd name="connsiteY1" fmla="*/ 548413 h 588338"/>
                <a:gd name="connsiteX2" fmla="*/ 77274 w 439440"/>
                <a:gd name="connsiteY2" fmla="*/ 470874 h 588338"/>
                <a:gd name="connsiteX3" fmla="*/ 939 w 439440"/>
                <a:gd name="connsiteY3" fmla="*/ 328567 h 588338"/>
                <a:gd name="connsiteX4" fmla="*/ 164971 w 439440"/>
                <a:gd name="connsiteY4" fmla="*/ 44073 h 588338"/>
                <a:gd name="connsiteX5" fmla="*/ 205924 w 439440"/>
                <a:gd name="connsiteY5" fmla="*/ 60409 h 588338"/>
                <a:gd name="connsiteX6" fmla="*/ 247003 w 439440"/>
                <a:gd name="connsiteY6" fmla="*/ 153137 h 588338"/>
                <a:gd name="connsiteX7" fmla="*/ 340087 w 439440"/>
                <a:gd name="connsiteY7" fmla="*/ 169232 h 588338"/>
                <a:gd name="connsiteX8" fmla="*/ 355159 w 439440"/>
                <a:gd name="connsiteY8" fmla="*/ 271994 h 588338"/>
                <a:gd name="connsiteX9" fmla="*/ 424638 w 439440"/>
                <a:gd name="connsiteY9" fmla="*/ 315292 h 588338"/>
                <a:gd name="connsiteX10" fmla="*/ 422424 w 439440"/>
                <a:gd name="connsiteY10" fmla="*/ 405680 h 588338"/>
                <a:gd name="connsiteX11" fmla="*/ 244418 w 439440"/>
                <a:gd name="connsiteY11" fmla="*/ 523177 h 588338"/>
                <a:gd name="connsiteX12" fmla="*/ 166202 w 439440"/>
                <a:gd name="connsiteY12" fmla="*/ 582408 h 588338"/>
                <a:gd name="connsiteX13" fmla="*/ 130336 w 439440"/>
                <a:gd name="connsiteY13" fmla="*/ 587624 h 588338"/>
                <a:gd name="connsiteX0" fmla="*/ 130336 w 441853"/>
                <a:gd name="connsiteY0" fmla="*/ 587624 h 588338"/>
                <a:gd name="connsiteX1" fmla="*/ 101037 w 441853"/>
                <a:gd name="connsiteY1" fmla="*/ 54841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30336 w 441853"/>
                <a:gd name="connsiteY0" fmla="*/ 587624 h 588338"/>
                <a:gd name="connsiteX1" fmla="*/ 85040 w 441853"/>
                <a:gd name="connsiteY1" fmla="*/ 549693 h 588338"/>
                <a:gd name="connsiteX2" fmla="*/ 77274 w 441853"/>
                <a:gd name="connsiteY2" fmla="*/ 470874 h 588338"/>
                <a:gd name="connsiteX3" fmla="*/ 939 w 441853"/>
                <a:gd name="connsiteY3" fmla="*/ 328567 h 588338"/>
                <a:gd name="connsiteX4" fmla="*/ 164971 w 441853"/>
                <a:gd name="connsiteY4" fmla="*/ 44073 h 588338"/>
                <a:gd name="connsiteX5" fmla="*/ 205924 w 441853"/>
                <a:gd name="connsiteY5" fmla="*/ 60409 h 588338"/>
                <a:gd name="connsiteX6" fmla="*/ 247003 w 441853"/>
                <a:gd name="connsiteY6" fmla="*/ 153137 h 588338"/>
                <a:gd name="connsiteX7" fmla="*/ 340087 w 441853"/>
                <a:gd name="connsiteY7" fmla="*/ 169232 h 588338"/>
                <a:gd name="connsiteX8" fmla="*/ 355159 w 441853"/>
                <a:gd name="connsiteY8" fmla="*/ 271994 h 588338"/>
                <a:gd name="connsiteX9" fmla="*/ 424638 w 441853"/>
                <a:gd name="connsiteY9" fmla="*/ 315292 h 588338"/>
                <a:gd name="connsiteX10" fmla="*/ 422424 w 441853"/>
                <a:gd name="connsiteY10" fmla="*/ 405680 h 588338"/>
                <a:gd name="connsiteX11" fmla="*/ 210503 w 441853"/>
                <a:gd name="connsiteY11" fmla="*/ 548133 h 588338"/>
                <a:gd name="connsiteX12" fmla="*/ 166202 w 441853"/>
                <a:gd name="connsiteY12" fmla="*/ 582408 h 588338"/>
                <a:gd name="connsiteX13" fmla="*/ 130336 w 441853"/>
                <a:gd name="connsiteY13" fmla="*/ 587624 h 588338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1864"/>
                <a:gd name="connsiteX1" fmla="*/ 85040 w 441853"/>
                <a:gd name="connsiteY1" fmla="*/ 549693 h 591864"/>
                <a:gd name="connsiteX2" fmla="*/ 77274 w 441853"/>
                <a:gd name="connsiteY2" fmla="*/ 470874 h 591864"/>
                <a:gd name="connsiteX3" fmla="*/ 939 w 441853"/>
                <a:gd name="connsiteY3" fmla="*/ 328567 h 591864"/>
                <a:gd name="connsiteX4" fmla="*/ 164971 w 441853"/>
                <a:gd name="connsiteY4" fmla="*/ 44073 h 591864"/>
                <a:gd name="connsiteX5" fmla="*/ 205924 w 441853"/>
                <a:gd name="connsiteY5" fmla="*/ 60409 h 591864"/>
                <a:gd name="connsiteX6" fmla="*/ 247003 w 441853"/>
                <a:gd name="connsiteY6" fmla="*/ 153137 h 591864"/>
                <a:gd name="connsiteX7" fmla="*/ 340087 w 441853"/>
                <a:gd name="connsiteY7" fmla="*/ 169232 h 591864"/>
                <a:gd name="connsiteX8" fmla="*/ 355159 w 441853"/>
                <a:gd name="connsiteY8" fmla="*/ 271994 h 591864"/>
                <a:gd name="connsiteX9" fmla="*/ 424638 w 441853"/>
                <a:gd name="connsiteY9" fmla="*/ 315292 h 591864"/>
                <a:gd name="connsiteX10" fmla="*/ 422424 w 441853"/>
                <a:gd name="connsiteY10" fmla="*/ 405680 h 591864"/>
                <a:gd name="connsiteX11" fmla="*/ 210503 w 441853"/>
                <a:gd name="connsiteY11" fmla="*/ 548133 h 591864"/>
                <a:gd name="connsiteX12" fmla="*/ 166202 w 441853"/>
                <a:gd name="connsiteY12" fmla="*/ 582408 h 591864"/>
                <a:gd name="connsiteX13" fmla="*/ 114978 w 441853"/>
                <a:gd name="connsiteY13" fmla="*/ 591463 h 591864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4489"/>
                <a:gd name="connsiteX1" fmla="*/ 85040 w 441853"/>
                <a:gd name="connsiteY1" fmla="*/ 549693 h 594489"/>
                <a:gd name="connsiteX2" fmla="*/ 77274 w 441853"/>
                <a:gd name="connsiteY2" fmla="*/ 470874 h 594489"/>
                <a:gd name="connsiteX3" fmla="*/ 939 w 441853"/>
                <a:gd name="connsiteY3" fmla="*/ 328567 h 594489"/>
                <a:gd name="connsiteX4" fmla="*/ 164971 w 441853"/>
                <a:gd name="connsiteY4" fmla="*/ 44073 h 594489"/>
                <a:gd name="connsiteX5" fmla="*/ 205924 w 441853"/>
                <a:gd name="connsiteY5" fmla="*/ 60409 h 594489"/>
                <a:gd name="connsiteX6" fmla="*/ 247003 w 441853"/>
                <a:gd name="connsiteY6" fmla="*/ 153137 h 594489"/>
                <a:gd name="connsiteX7" fmla="*/ 340087 w 441853"/>
                <a:gd name="connsiteY7" fmla="*/ 169232 h 594489"/>
                <a:gd name="connsiteX8" fmla="*/ 355159 w 441853"/>
                <a:gd name="connsiteY8" fmla="*/ 271994 h 594489"/>
                <a:gd name="connsiteX9" fmla="*/ 424638 w 441853"/>
                <a:gd name="connsiteY9" fmla="*/ 315292 h 594489"/>
                <a:gd name="connsiteX10" fmla="*/ 422424 w 441853"/>
                <a:gd name="connsiteY10" fmla="*/ 405680 h 594489"/>
                <a:gd name="connsiteX11" fmla="*/ 210503 w 441853"/>
                <a:gd name="connsiteY11" fmla="*/ 548133 h 594489"/>
                <a:gd name="connsiteX12" fmla="*/ 166202 w 441853"/>
                <a:gd name="connsiteY12" fmla="*/ 582408 h 594489"/>
                <a:gd name="connsiteX13" fmla="*/ 114978 w 441853"/>
                <a:gd name="connsiteY13" fmla="*/ 591463 h 594489"/>
                <a:gd name="connsiteX0" fmla="*/ 114978 w 441853"/>
                <a:gd name="connsiteY0" fmla="*/ 591463 h 591967"/>
                <a:gd name="connsiteX1" fmla="*/ 85040 w 441853"/>
                <a:gd name="connsiteY1" fmla="*/ 549693 h 591967"/>
                <a:gd name="connsiteX2" fmla="*/ 77274 w 441853"/>
                <a:gd name="connsiteY2" fmla="*/ 470874 h 591967"/>
                <a:gd name="connsiteX3" fmla="*/ 939 w 441853"/>
                <a:gd name="connsiteY3" fmla="*/ 328567 h 591967"/>
                <a:gd name="connsiteX4" fmla="*/ 164971 w 441853"/>
                <a:gd name="connsiteY4" fmla="*/ 44073 h 591967"/>
                <a:gd name="connsiteX5" fmla="*/ 205924 w 441853"/>
                <a:gd name="connsiteY5" fmla="*/ 60409 h 591967"/>
                <a:gd name="connsiteX6" fmla="*/ 247003 w 441853"/>
                <a:gd name="connsiteY6" fmla="*/ 153137 h 591967"/>
                <a:gd name="connsiteX7" fmla="*/ 340087 w 441853"/>
                <a:gd name="connsiteY7" fmla="*/ 169232 h 591967"/>
                <a:gd name="connsiteX8" fmla="*/ 355159 w 441853"/>
                <a:gd name="connsiteY8" fmla="*/ 271994 h 591967"/>
                <a:gd name="connsiteX9" fmla="*/ 424638 w 441853"/>
                <a:gd name="connsiteY9" fmla="*/ 315292 h 591967"/>
                <a:gd name="connsiteX10" fmla="*/ 422424 w 441853"/>
                <a:gd name="connsiteY10" fmla="*/ 405680 h 591967"/>
                <a:gd name="connsiteX11" fmla="*/ 210503 w 441853"/>
                <a:gd name="connsiteY11" fmla="*/ 548133 h 591967"/>
                <a:gd name="connsiteX12" fmla="*/ 152764 w 441853"/>
                <a:gd name="connsiteY12" fmla="*/ 571530 h 591967"/>
                <a:gd name="connsiteX13" fmla="*/ 114978 w 441853"/>
                <a:gd name="connsiteY13" fmla="*/ 591463 h 591967"/>
                <a:gd name="connsiteX0" fmla="*/ 102820 w 441853"/>
                <a:gd name="connsiteY0" fmla="*/ 586984 h 587245"/>
                <a:gd name="connsiteX1" fmla="*/ 85040 w 441853"/>
                <a:gd name="connsiteY1" fmla="*/ 549693 h 587245"/>
                <a:gd name="connsiteX2" fmla="*/ 77274 w 441853"/>
                <a:gd name="connsiteY2" fmla="*/ 470874 h 587245"/>
                <a:gd name="connsiteX3" fmla="*/ 939 w 441853"/>
                <a:gd name="connsiteY3" fmla="*/ 328567 h 587245"/>
                <a:gd name="connsiteX4" fmla="*/ 164971 w 441853"/>
                <a:gd name="connsiteY4" fmla="*/ 44073 h 587245"/>
                <a:gd name="connsiteX5" fmla="*/ 205924 w 441853"/>
                <a:gd name="connsiteY5" fmla="*/ 60409 h 587245"/>
                <a:gd name="connsiteX6" fmla="*/ 247003 w 441853"/>
                <a:gd name="connsiteY6" fmla="*/ 153137 h 587245"/>
                <a:gd name="connsiteX7" fmla="*/ 340087 w 441853"/>
                <a:gd name="connsiteY7" fmla="*/ 169232 h 587245"/>
                <a:gd name="connsiteX8" fmla="*/ 355159 w 441853"/>
                <a:gd name="connsiteY8" fmla="*/ 271994 h 587245"/>
                <a:gd name="connsiteX9" fmla="*/ 424638 w 441853"/>
                <a:gd name="connsiteY9" fmla="*/ 315292 h 587245"/>
                <a:gd name="connsiteX10" fmla="*/ 422424 w 441853"/>
                <a:gd name="connsiteY10" fmla="*/ 405680 h 587245"/>
                <a:gd name="connsiteX11" fmla="*/ 210503 w 441853"/>
                <a:gd name="connsiteY11" fmla="*/ 548133 h 587245"/>
                <a:gd name="connsiteX12" fmla="*/ 152764 w 441853"/>
                <a:gd name="connsiteY12" fmla="*/ 571530 h 587245"/>
                <a:gd name="connsiteX13" fmla="*/ 102820 w 441853"/>
                <a:gd name="connsiteY13" fmla="*/ 586984 h 587245"/>
                <a:gd name="connsiteX0" fmla="*/ 104100 w 441853"/>
                <a:gd name="connsiteY0" fmla="*/ 582505 h 582872"/>
                <a:gd name="connsiteX1" fmla="*/ 85040 w 441853"/>
                <a:gd name="connsiteY1" fmla="*/ 549693 h 582872"/>
                <a:gd name="connsiteX2" fmla="*/ 77274 w 441853"/>
                <a:gd name="connsiteY2" fmla="*/ 470874 h 582872"/>
                <a:gd name="connsiteX3" fmla="*/ 939 w 441853"/>
                <a:gd name="connsiteY3" fmla="*/ 328567 h 582872"/>
                <a:gd name="connsiteX4" fmla="*/ 164971 w 441853"/>
                <a:gd name="connsiteY4" fmla="*/ 44073 h 582872"/>
                <a:gd name="connsiteX5" fmla="*/ 205924 w 441853"/>
                <a:gd name="connsiteY5" fmla="*/ 60409 h 582872"/>
                <a:gd name="connsiteX6" fmla="*/ 247003 w 441853"/>
                <a:gd name="connsiteY6" fmla="*/ 153137 h 582872"/>
                <a:gd name="connsiteX7" fmla="*/ 340087 w 441853"/>
                <a:gd name="connsiteY7" fmla="*/ 169232 h 582872"/>
                <a:gd name="connsiteX8" fmla="*/ 355159 w 441853"/>
                <a:gd name="connsiteY8" fmla="*/ 271994 h 582872"/>
                <a:gd name="connsiteX9" fmla="*/ 424638 w 441853"/>
                <a:gd name="connsiteY9" fmla="*/ 315292 h 582872"/>
                <a:gd name="connsiteX10" fmla="*/ 422424 w 441853"/>
                <a:gd name="connsiteY10" fmla="*/ 405680 h 582872"/>
                <a:gd name="connsiteX11" fmla="*/ 210503 w 441853"/>
                <a:gd name="connsiteY11" fmla="*/ 548133 h 582872"/>
                <a:gd name="connsiteX12" fmla="*/ 152764 w 441853"/>
                <a:gd name="connsiteY12" fmla="*/ 571530 h 582872"/>
                <a:gd name="connsiteX13" fmla="*/ 104100 w 441853"/>
                <a:gd name="connsiteY13" fmla="*/ 582505 h 582872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89264"/>
                <a:gd name="connsiteX1" fmla="*/ 85040 w 441853"/>
                <a:gd name="connsiteY1" fmla="*/ 549693 h 589264"/>
                <a:gd name="connsiteX2" fmla="*/ 77274 w 441853"/>
                <a:gd name="connsiteY2" fmla="*/ 470874 h 589264"/>
                <a:gd name="connsiteX3" fmla="*/ 939 w 441853"/>
                <a:gd name="connsiteY3" fmla="*/ 328567 h 589264"/>
                <a:gd name="connsiteX4" fmla="*/ 164971 w 441853"/>
                <a:gd name="connsiteY4" fmla="*/ 44073 h 589264"/>
                <a:gd name="connsiteX5" fmla="*/ 205924 w 441853"/>
                <a:gd name="connsiteY5" fmla="*/ 60409 h 589264"/>
                <a:gd name="connsiteX6" fmla="*/ 247003 w 441853"/>
                <a:gd name="connsiteY6" fmla="*/ 153137 h 589264"/>
                <a:gd name="connsiteX7" fmla="*/ 340087 w 441853"/>
                <a:gd name="connsiteY7" fmla="*/ 169232 h 589264"/>
                <a:gd name="connsiteX8" fmla="*/ 355159 w 441853"/>
                <a:gd name="connsiteY8" fmla="*/ 271994 h 589264"/>
                <a:gd name="connsiteX9" fmla="*/ 424638 w 441853"/>
                <a:gd name="connsiteY9" fmla="*/ 315292 h 589264"/>
                <a:gd name="connsiteX10" fmla="*/ 422424 w 441853"/>
                <a:gd name="connsiteY10" fmla="*/ 405680 h 589264"/>
                <a:gd name="connsiteX11" fmla="*/ 210503 w 441853"/>
                <a:gd name="connsiteY11" fmla="*/ 548133 h 589264"/>
                <a:gd name="connsiteX12" fmla="*/ 152764 w 441853"/>
                <a:gd name="connsiteY12" fmla="*/ 571530 h 589264"/>
                <a:gd name="connsiteX13" fmla="*/ 104100 w 441853"/>
                <a:gd name="connsiteY13" fmla="*/ 582505 h 589264"/>
                <a:gd name="connsiteX0" fmla="*/ 104100 w 441853"/>
                <a:gd name="connsiteY0" fmla="*/ 582505 h 590423"/>
                <a:gd name="connsiteX1" fmla="*/ 85040 w 441853"/>
                <a:gd name="connsiteY1" fmla="*/ 549693 h 590423"/>
                <a:gd name="connsiteX2" fmla="*/ 77274 w 441853"/>
                <a:gd name="connsiteY2" fmla="*/ 470874 h 590423"/>
                <a:gd name="connsiteX3" fmla="*/ 939 w 441853"/>
                <a:gd name="connsiteY3" fmla="*/ 328567 h 590423"/>
                <a:gd name="connsiteX4" fmla="*/ 164971 w 441853"/>
                <a:gd name="connsiteY4" fmla="*/ 44073 h 590423"/>
                <a:gd name="connsiteX5" fmla="*/ 205924 w 441853"/>
                <a:gd name="connsiteY5" fmla="*/ 60409 h 590423"/>
                <a:gd name="connsiteX6" fmla="*/ 247003 w 441853"/>
                <a:gd name="connsiteY6" fmla="*/ 153137 h 590423"/>
                <a:gd name="connsiteX7" fmla="*/ 340087 w 441853"/>
                <a:gd name="connsiteY7" fmla="*/ 169232 h 590423"/>
                <a:gd name="connsiteX8" fmla="*/ 355159 w 441853"/>
                <a:gd name="connsiteY8" fmla="*/ 271994 h 590423"/>
                <a:gd name="connsiteX9" fmla="*/ 424638 w 441853"/>
                <a:gd name="connsiteY9" fmla="*/ 315292 h 590423"/>
                <a:gd name="connsiteX10" fmla="*/ 422424 w 441853"/>
                <a:gd name="connsiteY10" fmla="*/ 405680 h 590423"/>
                <a:gd name="connsiteX11" fmla="*/ 210503 w 441853"/>
                <a:gd name="connsiteY11" fmla="*/ 548133 h 590423"/>
                <a:gd name="connsiteX12" fmla="*/ 152764 w 441853"/>
                <a:gd name="connsiteY12" fmla="*/ 571530 h 590423"/>
                <a:gd name="connsiteX13" fmla="*/ 104100 w 441853"/>
                <a:gd name="connsiteY13" fmla="*/ 582505 h 590423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9724"/>
                <a:gd name="connsiteX1" fmla="*/ 85040 w 441853"/>
                <a:gd name="connsiteY1" fmla="*/ 549693 h 589724"/>
                <a:gd name="connsiteX2" fmla="*/ 77274 w 441853"/>
                <a:gd name="connsiteY2" fmla="*/ 470874 h 589724"/>
                <a:gd name="connsiteX3" fmla="*/ 939 w 441853"/>
                <a:gd name="connsiteY3" fmla="*/ 328567 h 589724"/>
                <a:gd name="connsiteX4" fmla="*/ 164971 w 441853"/>
                <a:gd name="connsiteY4" fmla="*/ 44073 h 589724"/>
                <a:gd name="connsiteX5" fmla="*/ 205924 w 441853"/>
                <a:gd name="connsiteY5" fmla="*/ 60409 h 589724"/>
                <a:gd name="connsiteX6" fmla="*/ 247003 w 441853"/>
                <a:gd name="connsiteY6" fmla="*/ 153137 h 589724"/>
                <a:gd name="connsiteX7" fmla="*/ 340087 w 441853"/>
                <a:gd name="connsiteY7" fmla="*/ 169232 h 589724"/>
                <a:gd name="connsiteX8" fmla="*/ 355159 w 441853"/>
                <a:gd name="connsiteY8" fmla="*/ 271994 h 589724"/>
                <a:gd name="connsiteX9" fmla="*/ 424638 w 441853"/>
                <a:gd name="connsiteY9" fmla="*/ 315292 h 589724"/>
                <a:gd name="connsiteX10" fmla="*/ 422424 w 441853"/>
                <a:gd name="connsiteY10" fmla="*/ 405680 h 589724"/>
                <a:gd name="connsiteX11" fmla="*/ 210503 w 441853"/>
                <a:gd name="connsiteY11" fmla="*/ 548133 h 589724"/>
                <a:gd name="connsiteX12" fmla="*/ 152764 w 441853"/>
                <a:gd name="connsiteY12" fmla="*/ 571530 h 589724"/>
                <a:gd name="connsiteX13" fmla="*/ 104100 w 441853"/>
                <a:gd name="connsiteY13" fmla="*/ 582505 h 589724"/>
                <a:gd name="connsiteX0" fmla="*/ 104100 w 441853"/>
                <a:gd name="connsiteY0" fmla="*/ 582505 h 588438"/>
                <a:gd name="connsiteX1" fmla="*/ 85040 w 441853"/>
                <a:gd name="connsiteY1" fmla="*/ 549693 h 588438"/>
                <a:gd name="connsiteX2" fmla="*/ 77274 w 441853"/>
                <a:gd name="connsiteY2" fmla="*/ 470874 h 588438"/>
                <a:gd name="connsiteX3" fmla="*/ 939 w 441853"/>
                <a:gd name="connsiteY3" fmla="*/ 328567 h 588438"/>
                <a:gd name="connsiteX4" fmla="*/ 164971 w 441853"/>
                <a:gd name="connsiteY4" fmla="*/ 44073 h 588438"/>
                <a:gd name="connsiteX5" fmla="*/ 205924 w 441853"/>
                <a:gd name="connsiteY5" fmla="*/ 60409 h 588438"/>
                <a:gd name="connsiteX6" fmla="*/ 247003 w 441853"/>
                <a:gd name="connsiteY6" fmla="*/ 153137 h 588438"/>
                <a:gd name="connsiteX7" fmla="*/ 340087 w 441853"/>
                <a:gd name="connsiteY7" fmla="*/ 169232 h 588438"/>
                <a:gd name="connsiteX8" fmla="*/ 355159 w 441853"/>
                <a:gd name="connsiteY8" fmla="*/ 271994 h 588438"/>
                <a:gd name="connsiteX9" fmla="*/ 424638 w 441853"/>
                <a:gd name="connsiteY9" fmla="*/ 315292 h 588438"/>
                <a:gd name="connsiteX10" fmla="*/ 422424 w 441853"/>
                <a:gd name="connsiteY10" fmla="*/ 405680 h 588438"/>
                <a:gd name="connsiteX11" fmla="*/ 210503 w 441853"/>
                <a:gd name="connsiteY11" fmla="*/ 548133 h 588438"/>
                <a:gd name="connsiteX12" fmla="*/ 164282 w 441853"/>
                <a:gd name="connsiteY12" fmla="*/ 563851 h 588438"/>
                <a:gd name="connsiteX13" fmla="*/ 104100 w 441853"/>
                <a:gd name="connsiteY13" fmla="*/ 582505 h 588438"/>
                <a:gd name="connsiteX0" fmla="*/ 104100 w 441853"/>
                <a:gd name="connsiteY0" fmla="*/ 582505 h 588610"/>
                <a:gd name="connsiteX1" fmla="*/ 85040 w 441853"/>
                <a:gd name="connsiteY1" fmla="*/ 549693 h 588610"/>
                <a:gd name="connsiteX2" fmla="*/ 77274 w 441853"/>
                <a:gd name="connsiteY2" fmla="*/ 470874 h 588610"/>
                <a:gd name="connsiteX3" fmla="*/ 939 w 441853"/>
                <a:gd name="connsiteY3" fmla="*/ 328567 h 588610"/>
                <a:gd name="connsiteX4" fmla="*/ 164971 w 441853"/>
                <a:gd name="connsiteY4" fmla="*/ 44073 h 588610"/>
                <a:gd name="connsiteX5" fmla="*/ 205924 w 441853"/>
                <a:gd name="connsiteY5" fmla="*/ 60409 h 588610"/>
                <a:gd name="connsiteX6" fmla="*/ 247003 w 441853"/>
                <a:gd name="connsiteY6" fmla="*/ 153137 h 588610"/>
                <a:gd name="connsiteX7" fmla="*/ 340087 w 441853"/>
                <a:gd name="connsiteY7" fmla="*/ 169232 h 588610"/>
                <a:gd name="connsiteX8" fmla="*/ 355159 w 441853"/>
                <a:gd name="connsiteY8" fmla="*/ 271994 h 588610"/>
                <a:gd name="connsiteX9" fmla="*/ 424638 w 441853"/>
                <a:gd name="connsiteY9" fmla="*/ 315292 h 588610"/>
                <a:gd name="connsiteX10" fmla="*/ 422424 w 441853"/>
                <a:gd name="connsiteY10" fmla="*/ 405680 h 588610"/>
                <a:gd name="connsiteX11" fmla="*/ 210503 w 441853"/>
                <a:gd name="connsiteY11" fmla="*/ 548133 h 588610"/>
                <a:gd name="connsiteX12" fmla="*/ 164282 w 441853"/>
                <a:gd name="connsiteY12" fmla="*/ 563851 h 588610"/>
                <a:gd name="connsiteX13" fmla="*/ 104100 w 441853"/>
                <a:gd name="connsiteY13" fmla="*/ 582505 h 588610"/>
                <a:gd name="connsiteX0" fmla="*/ 111139 w 441853"/>
                <a:gd name="connsiteY0" fmla="*/ 582505 h 588111"/>
                <a:gd name="connsiteX1" fmla="*/ 85040 w 441853"/>
                <a:gd name="connsiteY1" fmla="*/ 549693 h 588111"/>
                <a:gd name="connsiteX2" fmla="*/ 77274 w 441853"/>
                <a:gd name="connsiteY2" fmla="*/ 470874 h 588111"/>
                <a:gd name="connsiteX3" fmla="*/ 939 w 441853"/>
                <a:gd name="connsiteY3" fmla="*/ 328567 h 588111"/>
                <a:gd name="connsiteX4" fmla="*/ 164971 w 441853"/>
                <a:gd name="connsiteY4" fmla="*/ 44073 h 588111"/>
                <a:gd name="connsiteX5" fmla="*/ 205924 w 441853"/>
                <a:gd name="connsiteY5" fmla="*/ 60409 h 588111"/>
                <a:gd name="connsiteX6" fmla="*/ 247003 w 441853"/>
                <a:gd name="connsiteY6" fmla="*/ 153137 h 588111"/>
                <a:gd name="connsiteX7" fmla="*/ 340087 w 441853"/>
                <a:gd name="connsiteY7" fmla="*/ 169232 h 588111"/>
                <a:gd name="connsiteX8" fmla="*/ 355159 w 441853"/>
                <a:gd name="connsiteY8" fmla="*/ 271994 h 588111"/>
                <a:gd name="connsiteX9" fmla="*/ 424638 w 441853"/>
                <a:gd name="connsiteY9" fmla="*/ 315292 h 588111"/>
                <a:gd name="connsiteX10" fmla="*/ 422424 w 441853"/>
                <a:gd name="connsiteY10" fmla="*/ 405680 h 588111"/>
                <a:gd name="connsiteX11" fmla="*/ 210503 w 441853"/>
                <a:gd name="connsiteY11" fmla="*/ 548133 h 588111"/>
                <a:gd name="connsiteX12" fmla="*/ 164282 w 441853"/>
                <a:gd name="connsiteY12" fmla="*/ 563851 h 588111"/>
                <a:gd name="connsiteX13" fmla="*/ 111139 w 441853"/>
                <a:gd name="connsiteY13" fmla="*/ 582505 h 588111"/>
                <a:gd name="connsiteX0" fmla="*/ 111139 w 441853"/>
                <a:gd name="connsiteY0" fmla="*/ 582505 h 586501"/>
                <a:gd name="connsiteX1" fmla="*/ 85040 w 441853"/>
                <a:gd name="connsiteY1" fmla="*/ 549693 h 586501"/>
                <a:gd name="connsiteX2" fmla="*/ 77274 w 441853"/>
                <a:gd name="connsiteY2" fmla="*/ 470874 h 586501"/>
                <a:gd name="connsiteX3" fmla="*/ 939 w 441853"/>
                <a:gd name="connsiteY3" fmla="*/ 328567 h 586501"/>
                <a:gd name="connsiteX4" fmla="*/ 164971 w 441853"/>
                <a:gd name="connsiteY4" fmla="*/ 44073 h 586501"/>
                <a:gd name="connsiteX5" fmla="*/ 205924 w 441853"/>
                <a:gd name="connsiteY5" fmla="*/ 60409 h 586501"/>
                <a:gd name="connsiteX6" fmla="*/ 247003 w 441853"/>
                <a:gd name="connsiteY6" fmla="*/ 153137 h 586501"/>
                <a:gd name="connsiteX7" fmla="*/ 340087 w 441853"/>
                <a:gd name="connsiteY7" fmla="*/ 169232 h 586501"/>
                <a:gd name="connsiteX8" fmla="*/ 355159 w 441853"/>
                <a:gd name="connsiteY8" fmla="*/ 271994 h 586501"/>
                <a:gd name="connsiteX9" fmla="*/ 424638 w 441853"/>
                <a:gd name="connsiteY9" fmla="*/ 315292 h 586501"/>
                <a:gd name="connsiteX10" fmla="*/ 422424 w 441853"/>
                <a:gd name="connsiteY10" fmla="*/ 405680 h 586501"/>
                <a:gd name="connsiteX11" fmla="*/ 210503 w 441853"/>
                <a:gd name="connsiteY11" fmla="*/ 548133 h 586501"/>
                <a:gd name="connsiteX12" fmla="*/ 164282 w 441853"/>
                <a:gd name="connsiteY12" fmla="*/ 563851 h 586501"/>
                <a:gd name="connsiteX13" fmla="*/ 111139 w 441853"/>
                <a:gd name="connsiteY13" fmla="*/ 582505 h 586501"/>
                <a:gd name="connsiteX0" fmla="*/ 111139 w 441853"/>
                <a:gd name="connsiteY0" fmla="*/ 582505 h 584180"/>
                <a:gd name="connsiteX1" fmla="*/ 85040 w 441853"/>
                <a:gd name="connsiteY1" fmla="*/ 549693 h 584180"/>
                <a:gd name="connsiteX2" fmla="*/ 77274 w 441853"/>
                <a:gd name="connsiteY2" fmla="*/ 470874 h 584180"/>
                <a:gd name="connsiteX3" fmla="*/ 939 w 441853"/>
                <a:gd name="connsiteY3" fmla="*/ 328567 h 584180"/>
                <a:gd name="connsiteX4" fmla="*/ 164971 w 441853"/>
                <a:gd name="connsiteY4" fmla="*/ 44073 h 584180"/>
                <a:gd name="connsiteX5" fmla="*/ 205924 w 441853"/>
                <a:gd name="connsiteY5" fmla="*/ 60409 h 584180"/>
                <a:gd name="connsiteX6" fmla="*/ 247003 w 441853"/>
                <a:gd name="connsiteY6" fmla="*/ 153137 h 584180"/>
                <a:gd name="connsiteX7" fmla="*/ 340087 w 441853"/>
                <a:gd name="connsiteY7" fmla="*/ 169232 h 584180"/>
                <a:gd name="connsiteX8" fmla="*/ 355159 w 441853"/>
                <a:gd name="connsiteY8" fmla="*/ 271994 h 584180"/>
                <a:gd name="connsiteX9" fmla="*/ 424638 w 441853"/>
                <a:gd name="connsiteY9" fmla="*/ 315292 h 584180"/>
                <a:gd name="connsiteX10" fmla="*/ 422424 w 441853"/>
                <a:gd name="connsiteY10" fmla="*/ 405680 h 584180"/>
                <a:gd name="connsiteX11" fmla="*/ 210503 w 441853"/>
                <a:gd name="connsiteY11" fmla="*/ 548133 h 584180"/>
                <a:gd name="connsiteX12" fmla="*/ 164282 w 441853"/>
                <a:gd name="connsiteY12" fmla="*/ 563851 h 584180"/>
                <a:gd name="connsiteX13" fmla="*/ 111139 w 441853"/>
                <a:gd name="connsiteY13" fmla="*/ 582505 h 584180"/>
                <a:gd name="connsiteX0" fmla="*/ 111139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111139 w 441853"/>
                <a:gd name="connsiteY13" fmla="*/ 582505 h 586749"/>
                <a:gd name="connsiteX0" fmla="*/ 97701 w 441853"/>
                <a:gd name="connsiteY0" fmla="*/ 582505 h 586749"/>
                <a:gd name="connsiteX1" fmla="*/ 85040 w 441853"/>
                <a:gd name="connsiteY1" fmla="*/ 549693 h 586749"/>
                <a:gd name="connsiteX2" fmla="*/ 77274 w 441853"/>
                <a:gd name="connsiteY2" fmla="*/ 470874 h 586749"/>
                <a:gd name="connsiteX3" fmla="*/ 939 w 441853"/>
                <a:gd name="connsiteY3" fmla="*/ 328567 h 586749"/>
                <a:gd name="connsiteX4" fmla="*/ 164971 w 441853"/>
                <a:gd name="connsiteY4" fmla="*/ 44073 h 586749"/>
                <a:gd name="connsiteX5" fmla="*/ 205924 w 441853"/>
                <a:gd name="connsiteY5" fmla="*/ 60409 h 586749"/>
                <a:gd name="connsiteX6" fmla="*/ 247003 w 441853"/>
                <a:gd name="connsiteY6" fmla="*/ 153137 h 586749"/>
                <a:gd name="connsiteX7" fmla="*/ 340087 w 441853"/>
                <a:gd name="connsiteY7" fmla="*/ 169232 h 586749"/>
                <a:gd name="connsiteX8" fmla="*/ 355159 w 441853"/>
                <a:gd name="connsiteY8" fmla="*/ 271994 h 586749"/>
                <a:gd name="connsiteX9" fmla="*/ 424638 w 441853"/>
                <a:gd name="connsiteY9" fmla="*/ 315292 h 586749"/>
                <a:gd name="connsiteX10" fmla="*/ 422424 w 441853"/>
                <a:gd name="connsiteY10" fmla="*/ 405680 h 586749"/>
                <a:gd name="connsiteX11" fmla="*/ 210503 w 441853"/>
                <a:gd name="connsiteY11" fmla="*/ 548133 h 586749"/>
                <a:gd name="connsiteX12" fmla="*/ 164282 w 441853"/>
                <a:gd name="connsiteY12" fmla="*/ 563851 h 586749"/>
                <a:gd name="connsiteX13" fmla="*/ 97701 w 441853"/>
                <a:gd name="connsiteY13" fmla="*/ 582505 h 586749"/>
                <a:gd name="connsiteX0" fmla="*/ 97701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97701 w 441853"/>
                <a:gd name="connsiteY13" fmla="*/ 582505 h 586791"/>
                <a:gd name="connsiteX0" fmla="*/ 113059 w 441853"/>
                <a:gd name="connsiteY0" fmla="*/ 582505 h 586791"/>
                <a:gd name="connsiteX1" fmla="*/ 85040 w 441853"/>
                <a:gd name="connsiteY1" fmla="*/ 549693 h 586791"/>
                <a:gd name="connsiteX2" fmla="*/ 77274 w 441853"/>
                <a:gd name="connsiteY2" fmla="*/ 470874 h 586791"/>
                <a:gd name="connsiteX3" fmla="*/ 939 w 441853"/>
                <a:gd name="connsiteY3" fmla="*/ 328567 h 586791"/>
                <a:gd name="connsiteX4" fmla="*/ 164971 w 441853"/>
                <a:gd name="connsiteY4" fmla="*/ 44073 h 586791"/>
                <a:gd name="connsiteX5" fmla="*/ 205924 w 441853"/>
                <a:gd name="connsiteY5" fmla="*/ 60409 h 586791"/>
                <a:gd name="connsiteX6" fmla="*/ 247003 w 441853"/>
                <a:gd name="connsiteY6" fmla="*/ 153137 h 586791"/>
                <a:gd name="connsiteX7" fmla="*/ 340087 w 441853"/>
                <a:gd name="connsiteY7" fmla="*/ 169232 h 586791"/>
                <a:gd name="connsiteX8" fmla="*/ 355159 w 441853"/>
                <a:gd name="connsiteY8" fmla="*/ 271994 h 586791"/>
                <a:gd name="connsiteX9" fmla="*/ 424638 w 441853"/>
                <a:gd name="connsiteY9" fmla="*/ 315292 h 586791"/>
                <a:gd name="connsiteX10" fmla="*/ 422424 w 441853"/>
                <a:gd name="connsiteY10" fmla="*/ 405680 h 586791"/>
                <a:gd name="connsiteX11" fmla="*/ 210503 w 441853"/>
                <a:gd name="connsiteY11" fmla="*/ 548133 h 586791"/>
                <a:gd name="connsiteX12" fmla="*/ 164282 w 441853"/>
                <a:gd name="connsiteY12" fmla="*/ 563851 h 586791"/>
                <a:gd name="connsiteX13" fmla="*/ 113059 w 441853"/>
                <a:gd name="connsiteY13" fmla="*/ 582505 h 586791"/>
                <a:gd name="connsiteX0" fmla="*/ 113059 w 441853"/>
                <a:gd name="connsiteY0" fmla="*/ 582505 h 583610"/>
                <a:gd name="connsiteX1" fmla="*/ 85040 w 441853"/>
                <a:gd name="connsiteY1" fmla="*/ 549693 h 583610"/>
                <a:gd name="connsiteX2" fmla="*/ 77274 w 441853"/>
                <a:gd name="connsiteY2" fmla="*/ 470874 h 583610"/>
                <a:gd name="connsiteX3" fmla="*/ 939 w 441853"/>
                <a:gd name="connsiteY3" fmla="*/ 328567 h 583610"/>
                <a:gd name="connsiteX4" fmla="*/ 164971 w 441853"/>
                <a:gd name="connsiteY4" fmla="*/ 44073 h 583610"/>
                <a:gd name="connsiteX5" fmla="*/ 205924 w 441853"/>
                <a:gd name="connsiteY5" fmla="*/ 60409 h 583610"/>
                <a:gd name="connsiteX6" fmla="*/ 247003 w 441853"/>
                <a:gd name="connsiteY6" fmla="*/ 153137 h 583610"/>
                <a:gd name="connsiteX7" fmla="*/ 340087 w 441853"/>
                <a:gd name="connsiteY7" fmla="*/ 169232 h 583610"/>
                <a:gd name="connsiteX8" fmla="*/ 355159 w 441853"/>
                <a:gd name="connsiteY8" fmla="*/ 271994 h 583610"/>
                <a:gd name="connsiteX9" fmla="*/ 424638 w 441853"/>
                <a:gd name="connsiteY9" fmla="*/ 315292 h 583610"/>
                <a:gd name="connsiteX10" fmla="*/ 422424 w 441853"/>
                <a:gd name="connsiteY10" fmla="*/ 405680 h 583610"/>
                <a:gd name="connsiteX11" fmla="*/ 210503 w 441853"/>
                <a:gd name="connsiteY11" fmla="*/ 548133 h 583610"/>
                <a:gd name="connsiteX12" fmla="*/ 164282 w 441853"/>
                <a:gd name="connsiteY12" fmla="*/ 563851 h 583610"/>
                <a:gd name="connsiteX13" fmla="*/ 113059 w 441853"/>
                <a:gd name="connsiteY13" fmla="*/ 582505 h 583610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3126"/>
                <a:gd name="connsiteX1" fmla="*/ 83760 w 441853"/>
                <a:gd name="connsiteY1" fmla="*/ 539455 h 583126"/>
                <a:gd name="connsiteX2" fmla="*/ 77274 w 441853"/>
                <a:gd name="connsiteY2" fmla="*/ 470874 h 583126"/>
                <a:gd name="connsiteX3" fmla="*/ 939 w 441853"/>
                <a:gd name="connsiteY3" fmla="*/ 328567 h 583126"/>
                <a:gd name="connsiteX4" fmla="*/ 164971 w 441853"/>
                <a:gd name="connsiteY4" fmla="*/ 44073 h 583126"/>
                <a:gd name="connsiteX5" fmla="*/ 205924 w 441853"/>
                <a:gd name="connsiteY5" fmla="*/ 60409 h 583126"/>
                <a:gd name="connsiteX6" fmla="*/ 247003 w 441853"/>
                <a:gd name="connsiteY6" fmla="*/ 153137 h 583126"/>
                <a:gd name="connsiteX7" fmla="*/ 340087 w 441853"/>
                <a:gd name="connsiteY7" fmla="*/ 169232 h 583126"/>
                <a:gd name="connsiteX8" fmla="*/ 355159 w 441853"/>
                <a:gd name="connsiteY8" fmla="*/ 271994 h 583126"/>
                <a:gd name="connsiteX9" fmla="*/ 424638 w 441853"/>
                <a:gd name="connsiteY9" fmla="*/ 315292 h 583126"/>
                <a:gd name="connsiteX10" fmla="*/ 422424 w 441853"/>
                <a:gd name="connsiteY10" fmla="*/ 405680 h 583126"/>
                <a:gd name="connsiteX11" fmla="*/ 210503 w 441853"/>
                <a:gd name="connsiteY11" fmla="*/ 548133 h 583126"/>
                <a:gd name="connsiteX12" fmla="*/ 164282 w 441853"/>
                <a:gd name="connsiteY12" fmla="*/ 563851 h 583126"/>
                <a:gd name="connsiteX13" fmla="*/ 113059 w 441853"/>
                <a:gd name="connsiteY13" fmla="*/ 582505 h 583126"/>
                <a:gd name="connsiteX0" fmla="*/ 113059 w 441853"/>
                <a:gd name="connsiteY0" fmla="*/ 582505 h 584307"/>
                <a:gd name="connsiteX1" fmla="*/ 83760 w 441853"/>
                <a:gd name="connsiteY1" fmla="*/ 539455 h 584307"/>
                <a:gd name="connsiteX2" fmla="*/ 77274 w 441853"/>
                <a:gd name="connsiteY2" fmla="*/ 470874 h 584307"/>
                <a:gd name="connsiteX3" fmla="*/ 939 w 441853"/>
                <a:gd name="connsiteY3" fmla="*/ 328567 h 584307"/>
                <a:gd name="connsiteX4" fmla="*/ 164971 w 441853"/>
                <a:gd name="connsiteY4" fmla="*/ 44073 h 584307"/>
                <a:gd name="connsiteX5" fmla="*/ 205924 w 441853"/>
                <a:gd name="connsiteY5" fmla="*/ 60409 h 584307"/>
                <a:gd name="connsiteX6" fmla="*/ 247003 w 441853"/>
                <a:gd name="connsiteY6" fmla="*/ 153137 h 584307"/>
                <a:gd name="connsiteX7" fmla="*/ 340087 w 441853"/>
                <a:gd name="connsiteY7" fmla="*/ 169232 h 584307"/>
                <a:gd name="connsiteX8" fmla="*/ 355159 w 441853"/>
                <a:gd name="connsiteY8" fmla="*/ 271994 h 584307"/>
                <a:gd name="connsiteX9" fmla="*/ 424638 w 441853"/>
                <a:gd name="connsiteY9" fmla="*/ 315292 h 584307"/>
                <a:gd name="connsiteX10" fmla="*/ 422424 w 441853"/>
                <a:gd name="connsiteY10" fmla="*/ 405680 h 584307"/>
                <a:gd name="connsiteX11" fmla="*/ 210503 w 441853"/>
                <a:gd name="connsiteY11" fmla="*/ 548133 h 584307"/>
                <a:gd name="connsiteX12" fmla="*/ 164282 w 441853"/>
                <a:gd name="connsiteY12" fmla="*/ 573450 h 584307"/>
                <a:gd name="connsiteX13" fmla="*/ 113059 w 441853"/>
                <a:gd name="connsiteY13" fmla="*/ 582505 h 584307"/>
                <a:gd name="connsiteX0" fmla="*/ 113059 w 441853"/>
                <a:gd name="connsiteY0" fmla="*/ 582505 h 586364"/>
                <a:gd name="connsiteX1" fmla="*/ 83760 w 441853"/>
                <a:gd name="connsiteY1" fmla="*/ 539455 h 586364"/>
                <a:gd name="connsiteX2" fmla="*/ 77274 w 441853"/>
                <a:gd name="connsiteY2" fmla="*/ 470874 h 586364"/>
                <a:gd name="connsiteX3" fmla="*/ 939 w 441853"/>
                <a:gd name="connsiteY3" fmla="*/ 328567 h 586364"/>
                <a:gd name="connsiteX4" fmla="*/ 164971 w 441853"/>
                <a:gd name="connsiteY4" fmla="*/ 44073 h 586364"/>
                <a:gd name="connsiteX5" fmla="*/ 205924 w 441853"/>
                <a:gd name="connsiteY5" fmla="*/ 60409 h 586364"/>
                <a:gd name="connsiteX6" fmla="*/ 247003 w 441853"/>
                <a:gd name="connsiteY6" fmla="*/ 153137 h 586364"/>
                <a:gd name="connsiteX7" fmla="*/ 340087 w 441853"/>
                <a:gd name="connsiteY7" fmla="*/ 169232 h 586364"/>
                <a:gd name="connsiteX8" fmla="*/ 355159 w 441853"/>
                <a:gd name="connsiteY8" fmla="*/ 271994 h 586364"/>
                <a:gd name="connsiteX9" fmla="*/ 424638 w 441853"/>
                <a:gd name="connsiteY9" fmla="*/ 315292 h 586364"/>
                <a:gd name="connsiteX10" fmla="*/ 422424 w 441853"/>
                <a:gd name="connsiteY10" fmla="*/ 405680 h 586364"/>
                <a:gd name="connsiteX11" fmla="*/ 210503 w 441853"/>
                <a:gd name="connsiteY11" fmla="*/ 548133 h 586364"/>
                <a:gd name="connsiteX12" fmla="*/ 164282 w 441853"/>
                <a:gd name="connsiteY12" fmla="*/ 573450 h 586364"/>
                <a:gd name="connsiteX13" fmla="*/ 113059 w 441853"/>
                <a:gd name="connsiteY13" fmla="*/ 582505 h 586364"/>
                <a:gd name="connsiteX0" fmla="*/ 113059 w 453835"/>
                <a:gd name="connsiteY0" fmla="*/ 582505 h 586364"/>
                <a:gd name="connsiteX1" fmla="*/ 83760 w 453835"/>
                <a:gd name="connsiteY1" fmla="*/ 539455 h 586364"/>
                <a:gd name="connsiteX2" fmla="*/ 77274 w 453835"/>
                <a:gd name="connsiteY2" fmla="*/ 470874 h 586364"/>
                <a:gd name="connsiteX3" fmla="*/ 939 w 453835"/>
                <a:gd name="connsiteY3" fmla="*/ 328567 h 586364"/>
                <a:gd name="connsiteX4" fmla="*/ 164971 w 453835"/>
                <a:gd name="connsiteY4" fmla="*/ 44073 h 586364"/>
                <a:gd name="connsiteX5" fmla="*/ 205924 w 453835"/>
                <a:gd name="connsiteY5" fmla="*/ 60409 h 586364"/>
                <a:gd name="connsiteX6" fmla="*/ 247003 w 453835"/>
                <a:gd name="connsiteY6" fmla="*/ 153137 h 586364"/>
                <a:gd name="connsiteX7" fmla="*/ 340087 w 453835"/>
                <a:gd name="connsiteY7" fmla="*/ 169232 h 586364"/>
                <a:gd name="connsiteX8" fmla="*/ 355159 w 453835"/>
                <a:gd name="connsiteY8" fmla="*/ 271994 h 586364"/>
                <a:gd name="connsiteX9" fmla="*/ 424638 w 453835"/>
                <a:gd name="connsiteY9" fmla="*/ 315292 h 586364"/>
                <a:gd name="connsiteX10" fmla="*/ 438422 w 453835"/>
                <a:gd name="connsiteY10" fmla="*/ 413359 h 586364"/>
                <a:gd name="connsiteX11" fmla="*/ 210503 w 453835"/>
                <a:gd name="connsiteY11" fmla="*/ 548133 h 586364"/>
                <a:gd name="connsiteX12" fmla="*/ 164282 w 453835"/>
                <a:gd name="connsiteY12" fmla="*/ 573450 h 586364"/>
                <a:gd name="connsiteX13" fmla="*/ 113059 w 453835"/>
                <a:gd name="connsiteY13" fmla="*/ 582505 h 586364"/>
                <a:gd name="connsiteX0" fmla="*/ 113059 w 492770"/>
                <a:gd name="connsiteY0" fmla="*/ 582505 h 586364"/>
                <a:gd name="connsiteX1" fmla="*/ 83760 w 492770"/>
                <a:gd name="connsiteY1" fmla="*/ 539455 h 586364"/>
                <a:gd name="connsiteX2" fmla="*/ 77274 w 492770"/>
                <a:gd name="connsiteY2" fmla="*/ 470874 h 586364"/>
                <a:gd name="connsiteX3" fmla="*/ 939 w 492770"/>
                <a:gd name="connsiteY3" fmla="*/ 328567 h 586364"/>
                <a:gd name="connsiteX4" fmla="*/ 164971 w 492770"/>
                <a:gd name="connsiteY4" fmla="*/ 44073 h 586364"/>
                <a:gd name="connsiteX5" fmla="*/ 205924 w 492770"/>
                <a:gd name="connsiteY5" fmla="*/ 60409 h 586364"/>
                <a:gd name="connsiteX6" fmla="*/ 247003 w 492770"/>
                <a:gd name="connsiteY6" fmla="*/ 153137 h 586364"/>
                <a:gd name="connsiteX7" fmla="*/ 340087 w 492770"/>
                <a:gd name="connsiteY7" fmla="*/ 169232 h 586364"/>
                <a:gd name="connsiteX8" fmla="*/ 355159 w 492770"/>
                <a:gd name="connsiteY8" fmla="*/ 271994 h 586364"/>
                <a:gd name="connsiteX9" fmla="*/ 424638 w 492770"/>
                <a:gd name="connsiteY9" fmla="*/ 315292 h 586364"/>
                <a:gd name="connsiteX10" fmla="*/ 438422 w 492770"/>
                <a:gd name="connsiteY10" fmla="*/ 413359 h 586364"/>
                <a:gd name="connsiteX11" fmla="*/ 210503 w 492770"/>
                <a:gd name="connsiteY11" fmla="*/ 548133 h 586364"/>
                <a:gd name="connsiteX12" fmla="*/ 164282 w 492770"/>
                <a:gd name="connsiteY12" fmla="*/ 573450 h 586364"/>
                <a:gd name="connsiteX13" fmla="*/ 113059 w 492770"/>
                <a:gd name="connsiteY13" fmla="*/ 582505 h 586364"/>
                <a:gd name="connsiteX0" fmla="*/ 113059 w 495534"/>
                <a:gd name="connsiteY0" fmla="*/ 582505 h 586364"/>
                <a:gd name="connsiteX1" fmla="*/ 83760 w 495534"/>
                <a:gd name="connsiteY1" fmla="*/ 539455 h 586364"/>
                <a:gd name="connsiteX2" fmla="*/ 77274 w 495534"/>
                <a:gd name="connsiteY2" fmla="*/ 470874 h 586364"/>
                <a:gd name="connsiteX3" fmla="*/ 939 w 495534"/>
                <a:gd name="connsiteY3" fmla="*/ 328567 h 586364"/>
                <a:gd name="connsiteX4" fmla="*/ 164971 w 495534"/>
                <a:gd name="connsiteY4" fmla="*/ 44073 h 586364"/>
                <a:gd name="connsiteX5" fmla="*/ 205924 w 495534"/>
                <a:gd name="connsiteY5" fmla="*/ 60409 h 586364"/>
                <a:gd name="connsiteX6" fmla="*/ 247003 w 495534"/>
                <a:gd name="connsiteY6" fmla="*/ 153137 h 586364"/>
                <a:gd name="connsiteX7" fmla="*/ 340087 w 495534"/>
                <a:gd name="connsiteY7" fmla="*/ 169232 h 586364"/>
                <a:gd name="connsiteX8" fmla="*/ 355159 w 495534"/>
                <a:gd name="connsiteY8" fmla="*/ 271994 h 586364"/>
                <a:gd name="connsiteX9" fmla="*/ 424638 w 495534"/>
                <a:gd name="connsiteY9" fmla="*/ 315292 h 586364"/>
                <a:gd name="connsiteX10" fmla="*/ 438422 w 495534"/>
                <a:gd name="connsiteY10" fmla="*/ 413359 h 586364"/>
                <a:gd name="connsiteX11" fmla="*/ 210503 w 495534"/>
                <a:gd name="connsiteY11" fmla="*/ 548133 h 586364"/>
                <a:gd name="connsiteX12" fmla="*/ 164282 w 495534"/>
                <a:gd name="connsiteY12" fmla="*/ 573450 h 586364"/>
                <a:gd name="connsiteX13" fmla="*/ 113059 w 495534"/>
                <a:gd name="connsiteY13" fmla="*/ 582505 h 586364"/>
                <a:gd name="connsiteX0" fmla="*/ 113059 w 513185"/>
                <a:gd name="connsiteY0" fmla="*/ 582505 h 586364"/>
                <a:gd name="connsiteX1" fmla="*/ 83760 w 513185"/>
                <a:gd name="connsiteY1" fmla="*/ 539455 h 586364"/>
                <a:gd name="connsiteX2" fmla="*/ 77274 w 513185"/>
                <a:gd name="connsiteY2" fmla="*/ 470874 h 586364"/>
                <a:gd name="connsiteX3" fmla="*/ 939 w 513185"/>
                <a:gd name="connsiteY3" fmla="*/ 328567 h 586364"/>
                <a:gd name="connsiteX4" fmla="*/ 164971 w 513185"/>
                <a:gd name="connsiteY4" fmla="*/ 44073 h 586364"/>
                <a:gd name="connsiteX5" fmla="*/ 205924 w 513185"/>
                <a:gd name="connsiteY5" fmla="*/ 60409 h 586364"/>
                <a:gd name="connsiteX6" fmla="*/ 247003 w 513185"/>
                <a:gd name="connsiteY6" fmla="*/ 153137 h 586364"/>
                <a:gd name="connsiteX7" fmla="*/ 340087 w 513185"/>
                <a:gd name="connsiteY7" fmla="*/ 169232 h 586364"/>
                <a:gd name="connsiteX8" fmla="*/ 355159 w 513185"/>
                <a:gd name="connsiteY8" fmla="*/ 271994 h 586364"/>
                <a:gd name="connsiteX9" fmla="*/ 424638 w 513185"/>
                <a:gd name="connsiteY9" fmla="*/ 315292 h 586364"/>
                <a:gd name="connsiteX10" fmla="*/ 438422 w 513185"/>
                <a:gd name="connsiteY10" fmla="*/ 413359 h 586364"/>
                <a:gd name="connsiteX11" fmla="*/ 210503 w 513185"/>
                <a:gd name="connsiteY11" fmla="*/ 548133 h 586364"/>
                <a:gd name="connsiteX12" fmla="*/ 164282 w 513185"/>
                <a:gd name="connsiteY12" fmla="*/ 573450 h 586364"/>
                <a:gd name="connsiteX13" fmla="*/ 113059 w 513185"/>
                <a:gd name="connsiteY13" fmla="*/ 582505 h 586364"/>
                <a:gd name="connsiteX0" fmla="*/ 113059 w 481709"/>
                <a:gd name="connsiteY0" fmla="*/ 582505 h 586364"/>
                <a:gd name="connsiteX1" fmla="*/ 83760 w 481709"/>
                <a:gd name="connsiteY1" fmla="*/ 539455 h 586364"/>
                <a:gd name="connsiteX2" fmla="*/ 77274 w 481709"/>
                <a:gd name="connsiteY2" fmla="*/ 470874 h 586364"/>
                <a:gd name="connsiteX3" fmla="*/ 939 w 481709"/>
                <a:gd name="connsiteY3" fmla="*/ 328567 h 586364"/>
                <a:gd name="connsiteX4" fmla="*/ 164971 w 481709"/>
                <a:gd name="connsiteY4" fmla="*/ 44073 h 586364"/>
                <a:gd name="connsiteX5" fmla="*/ 205924 w 481709"/>
                <a:gd name="connsiteY5" fmla="*/ 60409 h 586364"/>
                <a:gd name="connsiteX6" fmla="*/ 247003 w 481709"/>
                <a:gd name="connsiteY6" fmla="*/ 153137 h 586364"/>
                <a:gd name="connsiteX7" fmla="*/ 340087 w 481709"/>
                <a:gd name="connsiteY7" fmla="*/ 169232 h 586364"/>
                <a:gd name="connsiteX8" fmla="*/ 355159 w 481709"/>
                <a:gd name="connsiteY8" fmla="*/ 271994 h 586364"/>
                <a:gd name="connsiteX9" fmla="*/ 428477 w 481709"/>
                <a:gd name="connsiteY9" fmla="*/ 321691 h 586364"/>
                <a:gd name="connsiteX10" fmla="*/ 438422 w 481709"/>
                <a:gd name="connsiteY10" fmla="*/ 413359 h 586364"/>
                <a:gd name="connsiteX11" fmla="*/ 210503 w 481709"/>
                <a:gd name="connsiteY11" fmla="*/ 548133 h 586364"/>
                <a:gd name="connsiteX12" fmla="*/ 164282 w 481709"/>
                <a:gd name="connsiteY12" fmla="*/ 573450 h 586364"/>
                <a:gd name="connsiteX13" fmla="*/ 113059 w 48170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82559"/>
                <a:gd name="connsiteY0" fmla="*/ 582505 h 586364"/>
                <a:gd name="connsiteX1" fmla="*/ 83760 w 482559"/>
                <a:gd name="connsiteY1" fmla="*/ 539455 h 586364"/>
                <a:gd name="connsiteX2" fmla="*/ 77274 w 482559"/>
                <a:gd name="connsiteY2" fmla="*/ 470874 h 586364"/>
                <a:gd name="connsiteX3" fmla="*/ 939 w 482559"/>
                <a:gd name="connsiteY3" fmla="*/ 328567 h 586364"/>
                <a:gd name="connsiteX4" fmla="*/ 164971 w 482559"/>
                <a:gd name="connsiteY4" fmla="*/ 44073 h 586364"/>
                <a:gd name="connsiteX5" fmla="*/ 205924 w 482559"/>
                <a:gd name="connsiteY5" fmla="*/ 60409 h 586364"/>
                <a:gd name="connsiteX6" fmla="*/ 247003 w 482559"/>
                <a:gd name="connsiteY6" fmla="*/ 153137 h 586364"/>
                <a:gd name="connsiteX7" fmla="*/ 340087 w 482559"/>
                <a:gd name="connsiteY7" fmla="*/ 169232 h 586364"/>
                <a:gd name="connsiteX8" fmla="*/ 355159 w 482559"/>
                <a:gd name="connsiteY8" fmla="*/ 271994 h 586364"/>
                <a:gd name="connsiteX9" fmla="*/ 428477 w 482559"/>
                <a:gd name="connsiteY9" fmla="*/ 321691 h 586364"/>
                <a:gd name="connsiteX10" fmla="*/ 438422 w 482559"/>
                <a:gd name="connsiteY10" fmla="*/ 413359 h 586364"/>
                <a:gd name="connsiteX11" fmla="*/ 210503 w 482559"/>
                <a:gd name="connsiteY11" fmla="*/ 548133 h 586364"/>
                <a:gd name="connsiteX12" fmla="*/ 164282 w 482559"/>
                <a:gd name="connsiteY12" fmla="*/ 573450 h 586364"/>
                <a:gd name="connsiteX13" fmla="*/ 113059 w 482559"/>
                <a:gd name="connsiteY13" fmla="*/ 582505 h 586364"/>
                <a:gd name="connsiteX0" fmla="*/ 113059 w 497518"/>
                <a:gd name="connsiteY0" fmla="*/ 582505 h 586364"/>
                <a:gd name="connsiteX1" fmla="*/ 83760 w 497518"/>
                <a:gd name="connsiteY1" fmla="*/ 539455 h 586364"/>
                <a:gd name="connsiteX2" fmla="*/ 77274 w 497518"/>
                <a:gd name="connsiteY2" fmla="*/ 470874 h 586364"/>
                <a:gd name="connsiteX3" fmla="*/ 939 w 497518"/>
                <a:gd name="connsiteY3" fmla="*/ 328567 h 586364"/>
                <a:gd name="connsiteX4" fmla="*/ 164971 w 497518"/>
                <a:gd name="connsiteY4" fmla="*/ 44073 h 586364"/>
                <a:gd name="connsiteX5" fmla="*/ 205924 w 497518"/>
                <a:gd name="connsiteY5" fmla="*/ 60409 h 586364"/>
                <a:gd name="connsiteX6" fmla="*/ 247003 w 497518"/>
                <a:gd name="connsiteY6" fmla="*/ 153137 h 586364"/>
                <a:gd name="connsiteX7" fmla="*/ 340087 w 497518"/>
                <a:gd name="connsiteY7" fmla="*/ 169232 h 586364"/>
                <a:gd name="connsiteX8" fmla="*/ 355159 w 497518"/>
                <a:gd name="connsiteY8" fmla="*/ 271994 h 586364"/>
                <a:gd name="connsiteX9" fmla="*/ 428477 w 497518"/>
                <a:gd name="connsiteY9" fmla="*/ 321691 h 586364"/>
                <a:gd name="connsiteX10" fmla="*/ 438422 w 497518"/>
                <a:gd name="connsiteY10" fmla="*/ 413359 h 586364"/>
                <a:gd name="connsiteX11" fmla="*/ 210503 w 497518"/>
                <a:gd name="connsiteY11" fmla="*/ 548133 h 586364"/>
                <a:gd name="connsiteX12" fmla="*/ 164282 w 497518"/>
                <a:gd name="connsiteY12" fmla="*/ 573450 h 586364"/>
                <a:gd name="connsiteX13" fmla="*/ 113059 w 497518"/>
                <a:gd name="connsiteY13" fmla="*/ 582505 h 586364"/>
                <a:gd name="connsiteX0" fmla="*/ 113059 w 493406"/>
                <a:gd name="connsiteY0" fmla="*/ 582505 h 586364"/>
                <a:gd name="connsiteX1" fmla="*/ 83760 w 493406"/>
                <a:gd name="connsiteY1" fmla="*/ 539455 h 586364"/>
                <a:gd name="connsiteX2" fmla="*/ 77274 w 493406"/>
                <a:gd name="connsiteY2" fmla="*/ 470874 h 586364"/>
                <a:gd name="connsiteX3" fmla="*/ 939 w 493406"/>
                <a:gd name="connsiteY3" fmla="*/ 328567 h 586364"/>
                <a:gd name="connsiteX4" fmla="*/ 164971 w 493406"/>
                <a:gd name="connsiteY4" fmla="*/ 44073 h 586364"/>
                <a:gd name="connsiteX5" fmla="*/ 205924 w 493406"/>
                <a:gd name="connsiteY5" fmla="*/ 60409 h 586364"/>
                <a:gd name="connsiteX6" fmla="*/ 247003 w 493406"/>
                <a:gd name="connsiteY6" fmla="*/ 153137 h 586364"/>
                <a:gd name="connsiteX7" fmla="*/ 340087 w 493406"/>
                <a:gd name="connsiteY7" fmla="*/ 169232 h 586364"/>
                <a:gd name="connsiteX8" fmla="*/ 355159 w 493406"/>
                <a:gd name="connsiteY8" fmla="*/ 271994 h 586364"/>
                <a:gd name="connsiteX9" fmla="*/ 428477 w 493406"/>
                <a:gd name="connsiteY9" fmla="*/ 321691 h 586364"/>
                <a:gd name="connsiteX10" fmla="*/ 438422 w 493406"/>
                <a:gd name="connsiteY10" fmla="*/ 413359 h 586364"/>
                <a:gd name="connsiteX11" fmla="*/ 210503 w 493406"/>
                <a:gd name="connsiteY11" fmla="*/ 548133 h 586364"/>
                <a:gd name="connsiteX12" fmla="*/ 164282 w 493406"/>
                <a:gd name="connsiteY12" fmla="*/ 573450 h 586364"/>
                <a:gd name="connsiteX13" fmla="*/ 113059 w 493406"/>
                <a:gd name="connsiteY13" fmla="*/ 582505 h 586364"/>
                <a:gd name="connsiteX0" fmla="*/ 113059 w 473502"/>
                <a:gd name="connsiteY0" fmla="*/ 582505 h 586364"/>
                <a:gd name="connsiteX1" fmla="*/ 83760 w 473502"/>
                <a:gd name="connsiteY1" fmla="*/ 539455 h 586364"/>
                <a:gd name="connsiteX2" fmla="*/ 77274 w 473502"/>
                <a:gd name="connsiteY2" fmla="*/ 470874 h 586364"/>
                <a:gd name="connsiteX3" fmla="*/ 939 w 473502"/>
                <a:gd name="connsiteY3" fmla="*/ 328567 h 586364"/>
                <a:gd name="connsiteX4" fmla="*/ 164971 w 473502"/>
                <a:gd name="connsiteY4" fmla="*/ 44073 h 586364"/>
                <a:gd name="connsiteX5" fmla="*/ 205924 w 473502"/>
                <a:gd name="connsiteY5" fmla="*/ 60409 h 586364"/>
                <a:gd name="connsiteX6" fmla="*/ 247003 w 473502"/>
                <a:gd name="connsiteY6" fmla="*/ 153137 h 586364"/>
                <a:gd name="connsiteX7" fmla="*/ 340087 w 473502"/>
                <a:gd name="connsiteY7" fmla="*/ 169232 h 586364"/>
                <a:gd name="connsiteX8" fmla="*/ 355159 w 473502"/>
                <a:gd name="connsiteY8" fmla="*/ 271994 h 586364"/>
                <a:gd name="connsiteX9" fmla="*/ 428477 w 473502"/>
                <a:gd name="connsiteY9" fmla="*/ 321691 h 586364"/>
                <a:gd name="connsiteX10" fmla="*/ 444181 w 473502"/>
                <a:gd name="connsiteY10" fmla="*/ 413359 h 586364"/>
                <a:gd name="connsiteX11" fmla="*/ 210503 w 473502"/>
                <a:gd name="connsiteY11" fmla="*/ 548133 h 586364"/>
                <a:gd name="connsiteX12" fmla="*/ 164282 w 473502"/>
                <a:gd name="connsiteY12" fmla="*/ 573450 h 586364"/>
                <a:gd name="connsiteX13" fmla="*/ 113059 w 473502"/>
                <a:gd name="connsiteY13" fmla="*/ 582505 h 586364"/>
                <a:gd name="connsiteX0" fmla="*/ 113059 w 475542"/>
                <a:gd name="connsiteY0" fmla="*/ 582505 h 586364"/>
                <a:gd name="connsiteX1" fmla="*/ 83760 w 475542"/>
                <a:gd name="connsiteY1" fmla="*/ 539455 h 586364"/>
                <a:gd name="connsiteX2" fmla="*/ 77274 w 475542"/>
                <a:gd name="connsiteY2" fmla="*/ 470874 h 586364"/>
                <a:gd name="connsiteX3" fmla="*/ 939 w 475542"/>
                <a:gd name="connsiteY3" fmla="*/ 328567 h 586364"/>
                <a:gd name="connsiteX4" fmla="*/ 164971 w 475542"/>
                <a:gd name="connsiteY4" fmla="*/ 44073 h 586364"/>
                <a:gd name="connsiteX5" fmla="*/ 205924 w 475542"/>
                <a:gd name="connsiteY5" fmla="*/ 60409 h 586364"/>
                <a:gd name="connsiteX6" fmla="*/ 247003 w 475542"/>
                <a:gd name="connsiteY6" fmla="*/ 153137 h 586364"/>
                <a:gd name="connsiteX7" fmla="*/ 340087 w 475542"/>
                <a:gd name="connsiteY7" fmla="*/ 169232 h 586364"/>
                <a:gd name="connsiteX8" fmla="*/ 355159 w 475542"/>
                <a:gd name="connsiteY8" fmla="*/ 271994 h 586364"/>
                <a:gd name="connsiteX9" fmla="*/ 428477 w 475542"/>
                <a:gd name="connsiteY9" fmla="*/ 321691 h 586364"/>
                <a:gd name="connsiteX10" fmla="*/ 446741 w 475542"/>
                <a:gd name="connsiteY10" fmla="*/ 389682 h 586364"/>
                <a:gd name="connsiteX11" fmla="*/ 210503 w 475542"/>
                <a:gd name="connsiteY11" fmla="*/ 548133 h 586364"/>
                <a:gd name="connsiteX12" fmla="*/ 164282 w 475542"/>
                <a:gd name="connsiteY12" fmla="*/ 573450 h 586364"/>
                <a:gd name="connsiteX13" fmla="*/ 113059 w 475542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412719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77084"/>
                <a:gd name="connsiteY0" fmla="*/ 582505 h 586364"/>
                <a:gd name="connsiteX1" fmla="*/ 83760 w 477084"/>
                <a:gd name="connsiteY1" fmla="*/ 539455 h 586364"/>
                <a:gd name="connsiteX2" fmla="*/ 77274 w 477084"/>
                <a:gd name="connsiteY2" fmla="*/ 470874 h 586364"/>
                <a:gd name="connsiteX3" fmla="*/ 939 w 477084"/>
                <a:gd name="connsiteY3" fmla="*/ 328567 h 586364"/>
                <a:gd name="connsiteX4" fmla="*/ 164971 w 477084"/>
                <a:gd name="connsiteY4" fmla="*/ 44073 h 586364"/>
                <a:gd name="connsiteX5" fmla="*/ 205924 w 477084"/>
                <a:gd name="connsiteY5" fmla="*/ 60409 h 586364"/>
                <a:gd name="connsiteX6" fmla="*/ 247003 w 477084"/>
                <a:gd name="connsiteY6" fmla="*/ 153137 h 586364"/>
                <a:gd name="connsiteX7" fmla="*/ 340087 w 477084"/>
                <a:gd name="connsiteY7" fmla="*/ 169232 h 586364"/>
                <a:gd name="connsiteX8" fmla="*/ 355159 w 477084"/>
                <a:gd name="connsiteY8" fmla="*/ 271994 h 586364"/>
                <a:gd name="connsiteX9" fmla="*/ 428477 w 477084"/>
                <a:gd name="connsiteY9" fmla="*/ 321691 h 586364"/>
                <a:gd name="connsiteX10" fmla="*/ 448660 w 477084"/>
                <a:gd name="connsiteY10" fmla="*/ 398002 h 586364"/>
                <a:gd name="connsiteX11" fmla="*/ 210503 w 477084"/>
                <a:gd name="connsiteY11" fmla="*/ 548133 h 586364"/>
                <a:gd name="connsiteX12" fmla="*/ 164282 w 477084"/>
                <a:gd name="connsiteY12" fmla="*/ 573450 h 586364"/>
                <a:gd name="connsiteX13" fmla="*/ 113059 w 477084"/>
                <a:gd name="connsiteY13" fmla="*/ 582505 h 586364"/>
                <a:gd name="connsiteX0" fmla="*/ 113059 w 483608"/>
                <a:gd name="connsiteY0" fmla="*/ 582505 h 586364"/>
                <a:gd name="connsiteX1" fmla="*/ 83760 w 483608"/>
                <a:gd name="connsiteY1" fmla="*/ 539455 h 586364"/>
                <a:gd name="connsiteX2" fmla="*/ 77274 w 483608"/>
                <a:gd name="connsiteY2" fmla="*/ 470874 h 586364"/>
                <a:gd name="connsiteX3" fmla="*/ 939 w 483608"/>
                <a:gd name="connsiteY3" fmla="*/ 328567 h 586364"/>
                <a:gd name="connsiteX4" fmla="*/ 164971 w 483608"/>
                <a:gd name="connsiteY4" fmla="*/ 44073 h 586364"/>
                <a:gd name="connsiteX5" fmla="*/ 205924 w 483608"/>
                <a:gd name="connsiteY5" fmla="*/ 60409 h 586364"/>
                <a:gd name="connsiteX6" fmla="*/ 247003 w 483608"/>
                <a:gd name="connsiteY6" fmla="*/ 153137 h 586364"/>
                <a:gd name="connsiteX7" fmla="*/ 340087 w 483608"/>
                <a:gd name="connsiteY7" fmla="*/ 169232 h 586364"/>
                <a:gd name="connsiteX8" fmla="*/ 355159 w 483608"/>
                <a:gd name="connsiteY8" fmla="*/ 271994 h 586364"/>
                <a:gd name="connsiteX9" fmla="*/ 428477 w 483608"/>
                <a:gd name="connsiteY9" fmla="*/ 321691 h 586364"/>
                <a:gd name="connsiteX10" fmla="*/ 448660 w 483608"/>
                <a:gd name="connsiteY10" fmla="*/ 398002 h 586364"/>
                <a:gd name="connsiteX11" fmla="*/ 210503 w 483608"/>
                <a:gd name="connsiteY11" fmla="*/ 548133 h 586364"/>
                <a:gd name="connsiteX12" fmla="*/ 164282 w 483608"/>
                <a:gd name="connsiteY12" fmla="*/ 573450 h 586364"/>
                <a:gd name="connsiteX13" fmla="*/ 113059 w 483608"/>
                <a:gd name="connsiteY13" fmla="*/ 582505 h 586364"/>
                <a:gd name="connsiteX0" fmla="*/ 113059 w 489565"/>
                <a:gd name="connsiteY0" fmla="*/ 582505 h 586364"/>
                <a:gd name="connsiteX1" fmla="*/ 83760 w 489565"/>
                <a:gd name="connsiteY1" fmla="*/ 539455 h 586364"/>
                <a:gd name="connsiteX2" fmla="*/ 77274 w 489565"/>
                <a:gd name="connsiteY2" fmla="*/ 470874 h 586364"/>
                <a:gd name="connsiteX3" fmla="*/ 939 w 489565"/>
                <a:gd name="connsiteY3" fmla="*/ 328567 h 586364"/>
                <a:gd name="connsiteX4" fmla="*/ 164971 w 489565"/>
                <a:gd name="connsiteY4" fmla="*/ 44073 h 586364"/>
                <a:gd name="connsiteX5" fmla="*/ 205924 w 489565"/>
                <a:gd name="connsiteY5" fmla="*/ 60409 h 586364"/>
                <a:gd name="connsiteX6" fmla="*/ 247003 w 489565"/>
                <a:gd name="connsiteY6" fmla="*/ 153137 h 586364"/>
                <a:gd name="connsiteX7" fmla="*/ 340087 w 489565"/>
                <a:gd name="connsiteY7" fmla="*/ 169232 h 586364"/>
                <a:gd name="connsiteX8" fmla="*/ 355159 w 489565"/>
                <a:gd name="connsiteY8" fmla="*/ 271994 h 586364"/>
                <a:gd name="connsiteX9" fmla="*/ 428477 w 489565"/>
                <a:gd name="connsiteY9" fmla="*/ 321691 h 586364"/>
                <a:gd name="connsiteX10" fmla="*/ 448660 w 489565"/>
                <a:gd name="connsiteY10" fmla="*/ 398002 h 586364"/>
                <a:gd name="connsiteX11" fmla="*/ 210503 w 489565"/>
                <a:gd name="connsiteY11" fmla="*/ 548133 h 586364"/>
                <a:gd name="connsiteX12" fmla="*/ 164282 w 489565"/>
                <a:gd name="connsiteY12" fmla="*/ 573450 h 586364"/>
                <a:gd name="connsiteX13" fmla="*/ 113059 w 489565"/>
                <a:gd name="connsiteY13" fmla="*/ 582505 h 586364"/>
                <a:gd name="connsiteX0" fmla="*/ 113059 w 455146"/>
                <a:gd name="connsiteY0" fmla="*/ 582505 h 586364"/>
                <a:gd name="connsiteX1" fmla="*/ 83760 w 455146"/>
                <a:gd name="connsiteY1" fmla="*/ 539455 h 586364"/>
                <a:gd name="connsiteX2" fmla="*/ 77274 w 455146"/>
                <a:gd name="connsiteY2" fmla="*/ 470874 h 586364"/>
                <a:gd name="connsiteX3" fmla="*/ 939 w 455146"/>
                <a:gd name="connsiteY3" fmla="*/ 328567 h 586364"/>
                <a:gd name="connsiteX4" fmla="*/ 164971 w 455146"/>
                <a:gd name="connsiteY4" fmla="*/ 44073 h 586364"/>
                <a:gd name="connsiteX5" fmla="*/ 205924 w 455146"/>
                <a:gd name="connsiteY5" fmla="*/ 60409 h 586364"/>
                <a:gd name="connsiteX6" fmla="*/ 247003 w 455146"/>
                <a:gd name="connsiteY6" fmla="*/ 153137 h 586364"/>
                <a:gd name="connsiteX7" fmla="*/ 340087 w 455146"/>
                <a:gd name="connsiteY7" fmla="*/ 169232 h 586364"/>
                <a:gd name="connsiteX8" fmla="*/ 355159 w 455146"/>
                <a:gd name="connsiteY8" fmla="*/ 271994 h 586364"/>
                <a:gd name="connsiteX9" fmla="*/ 384963 w 455146"/>
                <a:gd name="connsiteY9" fmla="*/ 327450 h 586364"/>
                <a:gd name="connsiteX10" fmla="*/ 448660 w 455146"/>
                <a:gd name="connsiteY10" fmla="*/ 398002 h 586364"/>
                <a:gd name="connsiteX11" fmla="*/ 210503 w 455146"/>
                <a:gd name="connsiteY11" fmla="*/ 548133 h 586364"/>
                <a:gd name="connsiteX12" fmla="*/ 164282 w 455146"/>
                <a:gd name="connsiteY12" fmla="*/ 573450 h 586364"/>
                <a:gd name="connsiteX13" fmla="*/ 113059 w 455146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5220"/>
                <a:gd name="connsiteY0" fmla="*/ 582505 h 586364"/>
                <a:gd name="connsiteX1" fmla="*/ 83760 w 455220"/>
                <a:gd name="connsiteY1" fmla="*/ 539455 h 586364"/>
                <a:gd name="connsiteX2" fmla="*/ 77274 w 455220"/>
                <a:gd name="connsiteY2" fmla="*/ 470874 h 586364"/>
                <a:gd name="connsiteX3" fmla="*/ 939 w 455220"/>
                <a:gd name="connsiteY3" fmla="*/ 328567 h 586364"/>
                <a:gd name="connsiteX4" fmla="*/ 164971 w 455220"/>
                <a:gd name="connsiteY4" fmla="*/ 44073 h 586364"/>
                <a:gd name="connsiteX5" fmla="*/ 205924 w 455220"/>
                <a:gd name="connsiteY5" fmla="*/ 60409 h 586364"/>
                <a:gd name="connsiteX6" fmla="*/ 247003 w 455220"/>
                <a:gd name="connsiteY6" fmla="*/ 153137 h 586364"/>
                <a:gd name="connsiteX7" fmla="*/ 340087 w 455220"/>
                <a:gd name="connsiteY7" fmla="*/ 169232 h 586364"/>
                <a:gd name="connsiteX8" fmla="*/ 348120 w 455220"/>
                <a:gd name="connsiteY8" fmla="*/ 271994 h 586364"/>
                <a:gd name="connsiteX9" fmla="*/ 384963 w 455220"/>
                <a:gd name="connsiteY9" fmla="*/ 327450 h 586364"/>
                <a:gd name="connsiteX10" fmla="*/ 448660 w 455220"/>
                <a:gd name="connsiteY10" fmla="*/ 398002 h 586364"/>
                <a:gd name="connsiteX11" fmla="*/ 210503 w 455220"/>
                <a:gd name="connsiteY11" fmla="*/ 548133 h 586364"/>
                <a:gd name="connsiteX12" fmla="*/ 164282 w 455220"/>
                <a:gd name="connsiteY12" fmla="*/ 573450 h 586364"/>
                <a:gd name="connsiteX13" fmla="*/ 113059 w 455220"/>
                <a:gd name="connsiteY13" fmla="*/ 582505 h 586364"/>
                <a:gd name="connsiteX0" fmla="*/ 113059 w 457188"/>
                <a:gd name="connsiteY0" fmla="*/ 582505 h 586364"/>
                <a:gd name="connsiteX1" fmla="*/ 83760 w 457188"/>
                <a:gd name="connsiteY1" fmla="*/ 539455 h 586364"/>
                <a:gd name="connsiteX2" fmla="*/ 77274 w 457188"/>
                <a:gd name="connsiteY2" fmla="*/ 470874 h 586364"/>
                <a:gd name="connsiteX3" fmla="*/ 939 w 457188"/>
                <a:gd name="connsiteY3" fmla="*/ 328567 h 586364"/>
                <a:gd name="connsiteX4" fmla="*/ 164971 w 457188"/>
                <a:gd name="connsiteY4" fmla="*/ 44073 h 586364"/>
                <a:gd name="connsiteX5" fmla="*/ 205924 w 457188"/>
                <a:gd name="connsiteY5" fmla="*/ 60409 h 586364"/>
                <a:gd name="connsiteX6" fmla="*/ 247003 w 457188"/>
                <a:gd name="connsiteY6" fmla="*/ 153137 h 586364"/>
                <a:gd name="connsiteX7" fmla="*/ 340087 w 457188"/>
                <a:gd name="connsiteY7" fmla="*/ 169232 h 586364"/>
                <a:gd name="connsiteX8" fmla="*/ 348120 w 457188"/>
                <a:gd name="connsiteY8" fmla="*/ 271994 h 586364"/>
                <a:gd name="connsiteX9" fmla="*/ 399041 w 457188"/>
                <a:gd name="connsiteY9" fmla="*/ 321051 h 586364"/>
                <a:gd name="connsiteX10" fmla="*/ 448660 w 457188"/>
                <a:gd name="connsiteY10" fmla="*/ 398002 h 586364"/>
                <a:gd name="connsiteX11" fmla="*/ 210503 w 457188"/>
                <a:gd name="connsiteY11" fmla="*/ 548133 h 586364"/>
                <a:gd name="connsiteX12" fmla="*/ 164282 w 457188"/>
                <a:gd name="connsiteY12" fmla="*/ 573450 h 586364"/>
                <a:gd name="connsiteX13" fmla="*/ 113059 w 457188"/>
                <a:gd name="connsiteY13" fmla="*/ 582505 h 586364"/>
                <a:gd name="connsiteX0" fmla="*/ 113059 w 458774"/>
                <a:gd name="connsiteY0" fmla="*/ 582505 h 586364"/>
                <a:gd name="connsiteX1" fmla="*/ 83760 w 458774"/>
                <a:gd name="connsiteY1" fmla="*/ 539455 h 586364"/>
                <a:gd name="connsiteX2" fmla="*/ 77274 w 458774"/>
                <a:gd name="connsiteY2" fmla="*/ 470874 h 586364"/>
                <a:gd name="connsiteX3" fmla="*/ 939 w 458774"/>
                <a:gd name="connsiteY3" fmla="*/ 328567 h 586364"/>
                <a:gd name="connsiteX4" fmla="*/ 164971 w 458774"/>
                <a:gd name="connsiteY4" fmla="*/ 44073 h 586364"/>
                <a:gd name="connsiteX5" fmla="*/ 205924 w 458774"/>
                <a:gd name="connsiteY5" fmla="*/ 60409 h 586364"/>
                <a:gd name="connsiteX6" fmla="*/ 247003 w 458774"/>
                <a:gd name="connsiteY6" fmla="*/ 153137 h 586364"/>
                <a:gd name="connsiteX7" fmla="*/ 340087 w 458774"/>
                <a:gd name="connsiteY7" fmla="*/ 169232 h 586364"/>
                <a:gd name="connsiteX8" fmla="*/ 348120 w 458774"/>
                <a:gd name="connsiteY8" fmla="*/ 271994 h 586364"/>
                <a:gd name="connsiteX9" fmla="*/ 399041 w 458774"/>
                <a:gd name="connsiteY9" fmla="*/ 321051 h 586364"/>
                <a:gd name="connsiteX10" fmla="*/ 448660 w 458774"/>
                <a:gd name="connsiteY10" fmla="*/ 398002 h 586364"/>
                <a:gd name="connsiteX11" fmla="*/ 210503 w 458774"/>
                <a:gd name="connsiteY11" fmla="*/ 548133 h 586364"/>
                <a:gd name="connsiteX12" fmla="*/ 164282 w 458774"/>
                <a:gd name="connsiteY12" fmla="*/ 573450 h 586364"/>
                <a:gd name="connsiteX13" fmla="*/ 113059 w 458774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7472"/>
                <a:gd name="connsiteY0" fmla="*/ 582505 h 586364"/>
                <a:gd name="connsiteX1" fmla="*/ 83760 w 457472"/>
                <a:gd name="connsiteY1" fmla="*/ 539455 h 586364"/>
                <a:gd name="connsiteX2" fmla="*/ 77274 w 457472"/>
                <a:gd name="connsiteY2" fmla="*/ 470874 h 586364"/>
                <a:gd name="connsiteX3" fmla="*/ 939 w 457472"/>
                <a:gd name="connsiteY3" fmla="*/ 328567 h 586364"/>
                <a:gd name="connsiteX4" fmla="*/ 164971 w 457472"/>
                <a:gd name="connsiteY4" fmla="*/ 44073 h 586364"/>
                <a:gd name="connsiteX5" fmla="*/ 205924 w 457472"/>
                <a:gd name="connsiteY5" fmla="*/ 60409 h 586364"/>
                <a:gd name="connsiteX6" fmla="*/ 247003 w 457472"/>
                <a:gd name="connsiteY6" fmla="*/ 153137 h 586364"/>
                <a:gd name="connsiteX7" fmla="*/ 340087 w 457472"/>
                <a:gd name="connsiteY7" fmla="*/ 169232 h 586364"/>
                <a:gd name="connsiteX8" fmla="*/ 329563 w 457472"/>
                <a:gd name="connsiteY8" fmla="*/ 253437 h 586364"/>
                <a:gd name="connsiteX9" fmla="*/ 399041 w 457472"/>
                <a:gd name="connsiteY9" fmla="*/ 321051 h 586364"/>
                <a:gd name="connsiteX10" fmla="*/ 448660 w 457472"/>
                <a:gd name="connsiteY10" fmla="*/ 398002 h 586364"/>
                <a:gd name="connsiteX11" fmla="*/ 210503 w 457472"/>
                <a:gd name="connsiteY11" fmla="*/ 548133 h 586364"/>
                <a:gd name="connsiteX12" fmla="*/ 164282 w 457472"/>
                <a:gd name="connsiteY12" fmla="*/ 573450 h 586364"/>
                <a:gd name="connsiteX13" fmla="*/ 113059 w 457472"/>
                <a:gd name="connsiteY13" fmla="*/ 582505 h 586364"/>
                <a:gd name="connsiteX0" fmla="*/ 113059 w 455669"/>
                <a:gd name="connsiteY0" fmla="*/ 582505 h 586364"/>
                <a:gd name="connsiteX1" fmla="*/ 83760 w 455669"/>
                <a:gd name="connsiteY1" fmla="*/ 539455 h 586364"/>
                <a:gd name="connsiteX2" fmla="*/ 77274 w 455669"/>
                <a:gd name="connsiteY2" fmla="*/ 470874 h 586364"/>
                <a:gd name="connsiteX3" fmla="*/ 939 w 455669"/>
                <a:gd name="connsiteY3" fmla="*/ 328567 h 586364"/>
                <a:gd name="connsiteX4" fmla="*/ 164971 w 455669"/>
                <a:gd name="connsiteY4" fmla="*/ 44073 h 586364"/>
                <a:gd name="connsiteX5" fmla="*/ 205924 w 455669"/>
                <a:gd name="connsiteY5" fmla="*/ 60409 h 586364"/>
                <a:gd name="connsiteX6" fmla="*/ 247003 w 455669"/>
                <a:gd name="connsiteY6" fmla="*/ 153137 h 586364"/>
                <a:gd name="connsiteX7" fmla="*/ 340087 w 455669"/>
                <a:gd name="connsiteY7" fmla="*/ 169232 h 586364"/>
                <a:gd name="connsiteX8" fmla="*/ 329563 w 455669"/>
                <a:gd name="connsiteY8" fmla="*/ 253437 h 586364"/>
                <a:gd name="connsiteX9" fmla="*/ 386883 w 455669"/>
                <a:gd name="connsiteY9" fmla="*/ 325530 h 586364"/>
                <a:gd name="connsiteX10" fmla="*/ 448660 w 455669"/>
                <a:gd name="connsiteY10" fmla="*/ 398002 h 586364"/>
                <a:gd name="connsiteX11" fmla="*/ 210503 w 455669"/>
                <a:gd name="connsiteY11" fmla="*/ 548133 h 586364"/>
                <a:gd name="connsiteX12" fmla="*/ 164282 w 455669"/>
                <a:gd name="connsiteY12" fmla="*/ 573450 h 586364"/>
                <a:gd name="connsiteX13" fmla="*/ 113059 w 455669"/>
                <a:gd name="connsiteY13" fmla="*/ 582505 h 586364"/>
                <a:gd name="connsiteX0" fmla="*/ 113059 w 497835"/>
                <a:gd name="connsiteY0" fmla="*/ 582505 h 586364"/>
                <a:gd name="connsiteX1" fmla="*/ 83760 w 497835"/>
                <a:gd name="connsiteY1" fmla="*/ 539455 h 586364"/>
                <a:gd name="connsiteX2" fmla="*/ 77274 w 497835"/>
                <a:gd name="connsiteY2" fmla="*/ 470874 h 586364"/>
                <a:gd name="connsiteX3" fmla="*/ 939 w 497835"/>
                <a:gd name="connsiteY3" fmla="*/ 328567 h 586364"/>
                <a:gd name="connsiteX4" fmla="*/ 164971 w 497835"/>
                <a:gd name="connsiteY4" fmla="*/ 44073 h 586364"/>
                <a:gd name="connsiteX5" fmla="*/ 205924 w 497835"/>
                <a:gd name="connsiteY5" fmla="*/ 60409 h 586364"/>
                <a:gd name="connsiteX6" fmla="*/ 247003 w 497835"/>
                <a:gd name="connsiteY6" fmla="*/ 153137 h 586364"/>
                <a:gd name="connsiteX7" fmla="*/ 340087 w 497835"/>
                <a:gd name="connsiteY7" fmla="*/ 169232 h 586364"/>
                <a:gd name="connsiteX8" fmla="*/ 329563 w 497835"/>
                <a:gd name="connsiteY8" fmla="*/ 253437 h 586364"/>
                <a:gd name="connsiteX9" fmla="*/ 386883 w 497835"/>
                <a:gd name="connsiteY9" fmla="*/ 325530 h 586364"/>
                <a:gd name="connsiteX10" fmla="*/ 492814 w 497835"/>
                <a:gd name="connsiteY10" fmla="*/ 330812 h 586364"/>
                <a:gd name="connsiteX11" fmla="*/ 210503 w 497835"/>
                <a:gd name="connsiteY11" fmla="*/ 548133 h 586364"/>
                <a:gd name="connsiteX12" fmla="*/ 164282 w 497835"/>
                <a:gd name="connsiteY12" fmla="*/ 573450 h 586364"/>
                <a:gd name="connsiteX13" fmla="*/ 113059 w 497835"/>
                <a:gd name="connsiteY13" fmla="*/ 582505 h 586364"/>
                <a:gd name="connsiteX0" fmla="*/ 113059 w 498642"/>
                <a:gd name="connsiteY0" fmla="*/ 582505 h 586364"/>
                <a:gd name="connsiteX1" fmla="*/ 83760 w 498642"/>
                <a:gd name="connsiteY1" fmla="*/ 539455 h 586364"/>
                <a:gd name="connsiteX2" fmla="*/ 77274 w 498642"/>
                <a:gd name="connsiteY2" fmla="*/ 470874 h 586364"/>
                <a:gd name="connsiteX3" fmla="*/ 939 w 498642"/>
                <a:gd name="connsiteY3" fmla="*/ 328567 h 586364"/>
                <a:gd name="connsiteX4" fmla="*/ 164971 w 498642"/>
                <a:gd name="connsiteY4" fmla="*/ 44073 h 586364"/>
                <a:gd name="connsiteX5" fmla="*/ 205924 w 498642"/>
                <a:gd name="connsiteY5" fmla="*/ 60409 h 586364"/>
                <a:gd name="connsiteX6" fmla="*/ 247003 w 498642"/>
                <a:gd name="connsiteY6" fmla="*/ 153137 h 586364"/>
                <a:gd name="connsiteX7" fmla="*/ 340087 w 498642"/>
                <a:gd name="connsiteY7" fmla="*/ 169232 h 586364"/>
                <a:gd name="connsiteX8" fmla="*/ 329563 w 498642"/>
                <a:gd name="connsiteY8" fmla="*/ 253437 h 586364"/>
                <a:gd name="connsiteX9" fmla="*/ 395842 w 498642"/>
                <a:gd name="connsiteY9" fmla="*/ 327450 h 586364"/>
                <a:gd name="connsiteX10" fmla="*/ 492814 w 498642"/>
                <a:gd name="connsiteY10" fmla="*/ 330812 h 586364"/>
                <a:gd name="connsiteX11" fmla="*/ 210503 w 498642"/>
                <a:gd name="connsiteY11" fmla="*/ 548133 h 586364"/>
                <a:gd name="connsiteX12" fmla="*/ 164282 w 498642"/>
                <a:gd name="connsiteY12" fmla="*/ 573450 h 586364"/>
                <a:gd name="connsiteX13" fmla="*/ 113059 w 498642"/>
                <a:gd name="connsiteY13" fmla="*/ 582505 h 586364"/>
                <a:gd name="connsiteX0" fmla="*/ 113059 w 515897"/>
                <a:gd name="connsiteY0" fmla="*/ 582505 h 586364"/>
                <a:gd name="connsiteX1" fmla="*/ 83760 w 515897"/>
                <a:gd name="connsiteY1" fmla="*/ 539455 h 586364"/>
                <a:gd name="connsiteX2" fmla="*/ 77274 w 515897"/>
                <a:gd name="connsiteY2" fmla="*/ 470874 h 586364"/>
                <a:gd name="connsiteX3" fmla="*/ 939 w 515897"/>
                <a:gd name="connsiteY3" fmla="*/ 328567 h 586364"/>
                <a:gd name="connsiteX4" fmla="*/ 164971 w 515897"/>
                <a:gd name="connsiteY4" fmla="*/ 44073 h 586364"/>
                <a:gd name="connsiteX5" fmla="*/ 205924 w 515897"/>
                <a:gd name="connsiteY5" fmla="*/ 60409 h 586364"/>
                <a:gd name="connsiteX6" fmla="*/ 247003 w 515897"/>
                <a:gd name="connsiteY6" fmla="*/ 153137 h 586364"/>
                <a:gd name="connsiteX7" fmla="*/ 340087 w 515897"/>
                <a:gd name="connsiteY7" fmla="*/ 169232 h 586364"/>
                <a:gd name="connsiteX8" fmla="*/ 329563 w 515897"/>
                <a:gd name="connsiteY8" fmla="*/ 253437 h 586364"/>
                <a:gd name="connsiteX9" fmla="*/ 395842 w 515897"/>
                <a:gd name="connsiteY9" fmla="*/ 327450 h 586364"/>
                <a:gd name="connsiteX10" fmla="*/ 492814 w 515897"/>
                <a:gd name="connsiteY10" fmla="*/ 330812 h 586364"/>
                <a:gd name="connsiteX11" fmla="*/ 210503 w 515897"/>
                <a:gd name="connsiteY11" fmla="*/ 548133 h 586364"/>
                <a:gd name="connsiteX12" fmla="*/ 164282 w 515897"/>
                <a:gd name="connsiteY12" fmla="*/ 573450 h 586364"/>
                <a:gd name="connsiteX13" fmla="*/ 113059 w 515897"/>
                <a:gd name="connsiteY13" fmla="*/ 582505 h 586364"/>
                <a:gd name="connsiteX0" fmla="*/ 113059 w 509008"/>
                <a:gd name="connsiteY0" fmla="*/ 582505 h 586364"/>
                <a:gd name="connsiteX1" fmla="*/ 83760 w 509008"/>
                <a:gd name="connsiteY1" fmla="*/ 539455 h 586364"/>
                <a:gd name="connsiteX2" fmla="*/ 77274 w 509008"/>
                <a:gd name="connsiteY2" fmla="*/ 470874 h 586364"/>
                <a:gd name="connsiteX3" fmla="*/ 939 w 509008"/>
                <a:gd name="connsiteY3" fmla="*/ 328567 h 586364"/>
                <a:gd name="connsiteX4" fmla="*/ 164971 w 509008"/>
                <a:gd name="connsiteY4" fmla="*/ 44073 h 586364"/>
                <a:gd name="connsiteX5" fmla="*/ 205924 w 509008"/>
                <a:gd name="connsiteY5" fmla="*/ 60409 h 586364"/>
                <a:gd name="connsiteX6" fmla="*/ 247003 w 509008"/>
                <a:gd name="connsiteY6" fmla="*/ 153137 h 586364"/>
                <a:gd name="connsiteX7" fmla="*/ 340087 w 509008"/>
                <a:gd name="connsiteY7" fmla="*/ 169232 h 586364"/>
                <a:gd name="connsiteX8" fmla="*/ 329563 w 509008"/>
                <a:gd name="connsiteY8" fmla="*/ 253437 h 586364"/>
                <a:gd name="connsiteX9" fmla="*/ 395842 w 509008"/>
                <a:gd name="connsiteY9" fmla="*/ 327450 h 586364"/>
                <a:gd name="connsiteX10" fmla="*/ 466150 w 509008"/>
                <a:gd name="connsiteY10" fmla="*/ 302972 h 586364"/>
                <a:gd name="connsiteX11" fmla="*/ 492814 w 509008"/>
                <a:gd name="connsiteY11" fmla="*/ 330812 h 586364"/>
                <a:gd name="connsiteX12" fmla="*/ 210503 w 509008"/>
                <a:gd name="connsiteY12" fmla="*/ 548133 h 586364"/>
                <a:gd name="connsiteX13" fmla="*/ 164282 w 509008"/>
                <a:gd name="connsiteY13" fmla="*/ 573450 h 586364"/>
                <a:gd name="connsiteX14" fmla="*/ 113059 w 509008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23949"/>
                <a:gd name="connsiteY0" fmla="*/ 582505 h 586364"/>
                <a:gd name="connsiteX1" fmla="*/ 83760 w 523949"/>
                <a:gd name="connsiteY1" fmla="*/ 539455 h 586364"/>
                <a:gd name="connsiteX2" fmla="*/ 77274 w 523949"/>
                <a:gd name="connsiteY2" fmla="*/ 470874 h 586364"/>
                <a:gd name="connsiteX3" fmla="*/ 939 w 523949"/>
                <a:gd name="connsiteY3" fmla="*/ 328567 h 586364"/>
                <a:gd name="connsiteX4" fmla="*/ 164971 w 523949"/>
                <a:gd name="connsiteY4" fmla="*/ 44073 h 586364"/>
                <a:gd name="connsiteX5" fmla="*/ 205924 w 523949"/>
                <a:gd name="connsiteY5" fmla="*/ 60409 h 586364"/>
                <a:gd name="connsiteX6" fmla="*/ 247003 w 523949"/>
                <a:gd name="connsiteY6" fmla="*/ 153137 h 586364"/>
                <a:gd name="connsiteX7" fmla="*/ 340087 w 523949"/>
                <a:gd name="connsiteY7" fmla="*/ 169232 h 586364"/>
                <a:gd name="connsiteX8" fmla="*/ 329563 w 523949"/>
                <a:gd name="connsiteY8" fmla="*/ 253437 h 586364"/>
                <a:gd name="connsiteX9" fmla="*/ 395842 w 523949"/>
                <a:gd name="connsiteY9" fmla="*/ 327450 h 586364"/>
                <a:gd name="connsiteX10" fmla="*/ 466150 w 523949"/>
                <a:gd name="connsiteY10" fmla="*/ 302972 h 586364"/>
                <a:gd name="connsiteX11" fmla="*/ 492814 w 523949"/>
                <a:gd name="connsiteY11" fmla="*/ 330812 h 586364"/>
                <a:gd name="connsiteX12" fmla="*/ 210503 w 523949"/>
                <a:gd name="connsiteY12" fmla="*/ 548133 h 586364"/>
                <a:gd name="connsiteX13" fmla="*/ 164282 w 523949"/>
                <a:gd name="connsiteY13" fmla="*/ 573450 h 586364"/>
                <a:gd name="connsiteX14" fmla="*/ 113059 w 523949"/>
                <a:gd name="connsiteY14" fmla="*/ 582505 h 586364"/>
                <a:gd name="connsiteX0" fmla="*/ 113059 w 548280"/>
                <a:gd name="connsiteY0" fmla="*/ 582505 h 586364"/>
                <a:gd name="connsiteX1" fmla="*/ 83760 w 548280"/>
                <a:gd name="connsiteY1" fmla="*/ 539455 h 586364"/>
                <a:gd name="connsiteX2" fmla="*/ 77274 w 548280"/>
                <a:gd name="connsiteY2" fmla="*/ 470874 h 586364"/>
                <a:gd name="connsiteX3" fmla="*/ 939 w 548280"/>
                <a:gd name="connsiteY3" fmla="*/ 328567 h 586364"/>
                <a:gd name="connsiteX4" fmla="*/ 164971 w 548280"/>
                <a:gd name="connsiteY4" fmla="*/ 44073 h 586364"/>
                <a:gd name="connsiteX5" fmla="*/ 205924 w 548280"/>
                <a:gd name="connsiteY5" fmla="*/ 60409 h 586364"/>
                <a:gd name="connsiteX6" fmla="*/ 247003 w 548280"/>
                <a:gd name="connsiteY6" fmla="*/ 153137 h 586364"/>
                <a:gd name="connsiteX7" fmla="*/ 340087 w 548280"/>
                <a:gd name="connsiteY7" fmla="*/ 169232 h 586364"/>
                <a:gd name="connsiteX8" fmla="*/ 329563 w 548280"/>
                <a:gd name="connsiteY8" fmla="*/ 253437 h 586364"/>
                <a:gd name="connsiteX9" fmla="*/ 395842 w 548280"/>
                <a:gd name="connsiteY9" fmla="*/ 327450 h 586364"/>
                <a:gd name="connsiteX10" fmla="*/ 506464 w 548280"/>
                <a:gd name="connsiteY10" fmla="*/ 283775 h 586364"/>
                <a:gd name="connsiteX11" fmla="*/ 492814 w 548280"/>
                <a:gd name="connsiteY11" fmla="*/ 330812 h 586364"/>
                <a:gd name="connsiteX12" fmla="*/ 210503 w 548280"/>
                <a:gd name="connsiteY12" fmla="*/ 548133 h 586364"/>
                <a:gd name="connsiteX13" fmla="*/ 164282 w 548280"/>
                <a:gd name="connsiteY13" fmla="*/ 573450 h 586364"/>
                <a:gd name="connsiteX14" fmla="*/ 113059 w 548280"/>
                <a:gd name="connsiteY14" fmla="*/ 582505 h 586364"/>
                <a:gd name="connsiteX0" fmla="*/ 113059 w 536900"/>
                <a:gd name="connsiteY0" fmla="*/ 582505 h 586364"/>
                <a:gd name="connsiteX1" fmla="*/ 83760 w 536900"/>
                <a:gd name="connsiteY1" fmla="*/ 539455 h 586364"/>
                <a:gd name="connsiteX2" fmla="*/ 77274 w 536900"/>
                <a:gd name="connsiteY2" fmla="*/ 470874 h 586364"/>
                <a:gd name="connsiteX3" fmla="*/ 939 w 536900"/>
                <a:gd name="connsiteY3" fmla="*/ 328567 h 586364"/>
                <a:gd name="connsiteX4" fmla="*/ 164971 w 536900"/>
                <a:gd name="connsiteY4" fmla="*/ 44073 h 586364"/>
                <a:gd name="connsiteX5" fmla="*/ 205924 w 536900"/>
                <a:gd name="connsiteY5" fmla="*/ 60409 h 586364"/>
                <a:gd name="connsiteX6" fmla="*/ 247003 w 536900"/>
                <a:gd name="connsiteY6" fmla="*/ 153137 h 586364"/>
                <a:gd name="connsiteX7" fmla="*/ 340087 w 536900"/>
                <a:gd name="connsiteY7" fmla="*/ 169232 h 586364"/>
                <a:gd name="connsiteX8" fmla="*/ 329563 w 536900"/>
                <a:gd name="connsiteY8" fmla="*/ 253437 h 586364"/>
                <a:gd name="connsiteX9" fmla="*/ 395842 w 536900"/>
                <a:gd name="connsiteY9" fmla="*/ 327450 h 586364"/>
                <a:gd name="connsiteX10" fmla="*/ 489187 w 536900"/>
                <a:gd name="connsiteY10" fmla="*/ 306812 h 586364"/>
                <a:gd name="connsiteX11" fmla="*/ 492814 w 536900"/>
                <a:gd name="connsiteY11" fmla="*/ 330812 h 586364"/>
                <a:gd name="connsiteX12" fmla="*/ 210503 w 536900"/>
                <a:gd name="connsiteY12" fmla="*/ 548133 h 586364"/>
                <a:gd name="connsiteX13" fmla="*/ 164282 w 536900"/>
                <a:gd name="connsiteY13" fmla="*/ 573450 h 586364"/>
                <a:gd name="connsiteX14" fmla="*/ 113059 w 536900"/>
                <a:gd name="connsiteY14" fmla="*/ 582505 h 586364"/>
                <a:gd name="connsiteX0" fmla="*/ 113059 w 508535"/>
                <a:gd name="connsiteY0" fmla="*/ 582505 h 586364"/>
                <a:gd name="connsiteX1" fmla="*/ 83760 w 508535"/>
                <a:gd name="connsiteY1" fmla="*/ 539455 h 586364"/>
                <a:gd name="connsiteX2" fmla="*/ 77274 w 508535"/>
                <a:gd name="connsiteY2" fmla="*/ 470874 h 586364"/>
                <a:gd name="connsiteX3" fmla="*/ 939 w 508535"/>
                <a:gd name="connsiteY3" fmla="*/ 328567 h 586364"/>
                <a:gd name="connsiteX4" fmla="*/ 164971 w 508535"/>
                <a:gd name="connsiteY4" fmla="*/ 44073 h 586364"/>
                <a:gd name="connsiteX5" fmla="*/ 205924 w 508535"/>
                <a:gd name="connsiteY5" fmla="*/ 60409 h 586364"/>
                <a:gd name="connsiteX6" fmla="*/ 247003 w 508535"/>
                <a:gd name="connsiteY6" fmla="*/ 153137 h 586364"/>
                <a:gd name="connsiteX7" fmla="*/ 340087 w 508535"/>
                <a:gd name="connsiteY7" fmla="*/ 169232 h 586364"/>
                <a:gd name="connsiteX8" fmla="*/ 329563 w 508535"/>
                <a:gd name="connsiteY8" fmla="*/ 253437 h 586364"/>
                <a:gd name="connsiteX9" fmla="*/ 395842 w 508535"/>
                <a:gd name="connsiteY9" fmla="*/ 327450 h 586364"/>
                <a:gd name="connsiteX10" fmla="*/ 489187 w 508535"/>
                <a:gd name="connsiteY10" fmla="*/ 306812 h 586364"/>
                <a:gd name="connsiteX11" fmla="*/ 492814 w 508535"/>
                <a:gd name="connsiteY11" fmla="*/ 330812 h 586364"/>
                <a:gd name="connsiteX12" fmla="*/ 210503 w 508535"/>
                <a:gd name="connsiteY12" fmla="*/ 548133 h 586364"/>
                <a:gd name="connsiteX13" fmla="*/ 164282 w 508535"/>
                <a:gd name="connsiteY13" fmla="*/ 573450 h 586364"/>
                <a:gd name="connsiteX14" fmla="*/ 113059 w 508535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13466 w 489187"/>
                <a:gd name="connsiteY11" fmla="*/ 452394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89187"/>
                <a:gd name="connsiteY0" fmla="*/ 582505 h 586364"/>
                <a:gd name="connsiteX1" fmla="*/ 83760 w 489187"/>
                <a:gd name="connsiteY1" fmla="*/ 539455 h 586364"/>
                <a:gd name="connsiteX2" fmla="*/ 77274 w 489187"/>
                <a:gd name="connsiteY2" fmla="*/ 470874 h 586364"/>
                <a:gd name="connsiteX3" fmla="*/ 939 w 489187"/>
                <a:gd name="connsiteY3" fmla="*/ 328567 h 586364"/>
                <a:gd name="connsiteX4" fmla="*/ 164971 w 489187"/>
                <a:gd name="connsiteY4" fmla="*/ 44073 h 586364"/>
                <a:gd name="connsiteX5" fmla="*/ 205924 w 489187"/>
                <a:gd name="connsiteY5" fmla="*/ 60409 h 586364"/>
                <a:gd name="connsiteX6" fmla="*/ 247003 w 489187"/>
                <a:gd name="connsiteY6" fmla="*/ 153137 h 586364"/>
                <a:gd name="connsiteX7" fmla="*/ 340087 w 489187"/>
                <a:gd name="connsiteY7" fmla="*/ 169232 h 586364"/>
                <a:gd name="connsiteX8" fmla="*/ 329563 w 489187"/>
                <a:gd name="connsiteY8" fmla="*/ 253437 h 586364"/>
                <a:gd name="connsiteX9" fmla="*/ 395842 w 489187"/>
                <a:gd name="connsiteY9" fmla="*/ 327450 h 586364"/>
                <a:gd name="connsiteX10" fmla="*/ 489187 w 489187"/>
                <a:gd name="connsiteY10" fmla="*/ 306812 h 586364"/>
                <a:gd name="connsiteX11" fmla="*/ 402587 w 489187"/>
                <a:gd name="connsiteY11" fmla="*/ 476070 h 586364"/>
                <a:gd name="connsiteX12" fmla="*/ 210503 w 489187"/>
                <a:gd name="connsiteY12" fmla="*/ 548133 h 586364"/>
                <a:gd name="connsiteX13" fmla="*/ 164282 w 489187"/>
                <a:gd name="connsiteY13" fmla="*/ 573450 h 586364"/>
                <a:gd name="connsiteX14" fmla="*/ 113059 w 489187"/>
                <a:gd name="connsiteY14" fmla="*/ 582505 h 586364"/>
                <a:gd name="connsiteX0" fmla="*/ 113059 w 491897"/>
                <a:gd name="connsiteY0" fmla="*/ 582505 h 586364"/>
                <a:gd name="connsiteX1" fmla="*/ 83760 w 491897"/>
                <a:gd name="connsiteY1" fmla="*/ 539455 h 586364"/>
                <a:gd name="connsiteX2" fmla="*/ 77274 w 491897"/>
                <a:gd name="connsiteY2" fmla="*/ 470874 h 586364"/>
                <a:gd name="connsiteX3" fmla="*/ 939 w 491897"/>
                <a:gd name="connsiteY3" fmla="*/ 328567 h 586364"/>
                <a:gd name="connsiteX4" fmla="*/ 164971 w 491897"/>
                <a:gd name="connsiteY4" fmla="*/ 44073 h 586364"/>
                <a:gd name="connsiteX5" fmla="*/ 205924 w 491897"/>
                <a:gd name="connsiteY5" fmla="*/ 60409 h 586364"/>
                <a:gd name="connsiteX6" fmla="*/ 247003 w 491897"/>
                <a:gd name="connsiteY6" fmla="*/ 153137 h 586364"/>
                <a:gd name="connsiteX7" fmla="*/ 340087 w 491897"/>
                <a:gd name="connsiteY7" fmla="*/ 169232 h 586364"/>
                <a:gd name="connsiteX8" fmla="*/ 329563 w 491897"/>
                <a:gd name="connsiteY8" fmla="*/ 253437 h 586364"/>
                <a:gd name="connsiteX9" fmla="*/ 395842 w 491897"/>
                <a:gd name="connsiteY9" fmla="*/ 327450 h 586364"/>
                <a:gd name="connsiteX10" fmla="*/ 489187 w 491897"/>
                <a:gd name="connsiteY10" fmla="*/ 306812 h 586364"/>
                <a:gd name="connsiteX11" fmla="*/ 402587 w 491897"/>
                <a:gd name="connsiteY11" fmla="*/ 476070 h 586364"/>
                <a:gd name="connsiteX12" fmla="*/ 210503 w 491897"/>
                <a:gd name="connsiteY12" fmla="*/ 548133 h 586364"/>
                <a:gd name="connsiteX13" fmla="*/ 164282 w 491897"/>
                <a:gd name="connsiteY13" fmla="*/ 573450 h 586364"/>
                <a:gd name="connsiteX14" fmla="*/ 113059 w 491897"/>
                <a:gd name="connsiteY14" fmla="*/ 582505 h 586364"/>
                <a:gd name="connsiteX0" fmla="*/ 113059 w 491777"/>
                <a:gd name="connsiteY0" fmla="*/ 582505 h 586364"/>
                <a:gd name="connsiteX1" fmla="*/ 83760 w 491777"/>
                <a:gd name="connsiteY1" fmla="*/ 539455 h 586364"/>
                <a:gd name="connsiteX2" fmla="*/ 77274 w 491777"/>
                <a:gd name="connsiteY2" fmla="*/ 470874 h 586364"/>
                <a:gd name="connsiteX3" fmla="*/ 939 w 491777"/>
                <a:gd name="connsiteY3" fmla="*/ 328567 h 586364"/>
                <a:gd name="connsiteX4" fmla="*/ 164971 w 491777"/>
                <a:gd name="connsiteY4" fmla="*/ 44073 h 586364"/>
                <a:gd name="connsiteX5" fmla="*/ 205924 w 491777"/>
                <a:gd name="connsiteY5" fmla="*/ 60409 h 586364"/>
                <a:gd name="connsiteX6" fmla="*/ 247003 w 491777"/>
                <a:gd name="connsiteY6" fmla="*/ 153137 h 586364"/>
                <a:gd name="connsiteX7" fmla="*/ 340087 w 491777"/>
                <a:gd name="connsiteY7" fmla="*/ 169232 h 586364"/>
                <a:gd name="connsiteX8" fmla="*/ 329563 w 491777"/>
                <a:gd name="connsiteY8" fmla="*/ 253437 h 586364"/>
                <a:gd name="connsiteX9" fmla="*/ 395842 w 491777"/>
                <a:gd name="connsiteY9" fmla="*/ 327450 h 586364"/>
                <a:gd name="connsiteX10" fmla="*/ 489187 w 491777"/>
                <a:gd name="connsiteY10" fmla="*/ 306812 h 586364"/>
                <a:gd name="connsiteX11" fmla="*/ 402587 w 491777"/>
                <a:gd name="connsiteY11" fmla="*/ 476070 h 586364"/>
                <a:gd name="connsiteX12" fmla="*/ 210503 w 491777"/>
                <a:gd name="connsiteY12" fmla="*/ 548133 h 586364"/>
                <a:gd name="connsiteX13" fmla="*/ 164282 w 491777"/>
                <a:gd name="connsiteY13" fmla="*/ 573450 h 586364"/>
                <a:gd name="connsiteX14" fmla="*/ 113059 w 491777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1983"/>
                <a:gd name="connsiteY0" fmla="*/ 582505 h 586364"/>
                <a:gd name="connsiteX1" fmla="*/ 83760 w 491983"/>
                <a:gd name="connsiteY1" fmla="*/ 539455 h 586364"/>
                <a:gd name="connsiteX2" fmla="*/ 77274 w 491983"/>
                <a:gd name="connsiteY2" fmla="*/ 470874 h 586364"/>
                <a:gd name="connsiteX3" fmla="*/ 939 w 491983"/>
                <a:gd name="connsiteY3" fmla="*/ 328567 h 586364"/>
                <a:gd name="connsiteX4" fmla="*/ 164971 w 491983"/>
                <a:gd name="connsiteY4" fmla="*/ 44073 h 586364"/>
                <a:gd name="connsiteX5" fmla="*/ 205924 w 491983"/>
                <a:gd name="connsiteY5" fmla="*/ 60409 h 586364"/>
                <a:gd name="connsiteX6" fmla="*/ 247003 w 491983"/>
                <a:gd name="connsiteY6" fmla="*/ 153137 h 586364"/>
                <a:gd name="connsiteX7" fmla="*/ 340087 w 491983"/>
                <a:gd name="connsiteY7" fmla="*/ 169232 h 586364"/>
                <a:gd name="connsiteX8" fmla="*/ 329563 w 491983"/>
                <a:gd name="connsiteY8" fmla="*/ 253437 h 586364"/>
                <a:gd name="connsiteX9" fmla="*/ 395842 w 491983"/>
                <a:gd name="connsiteY9" fmla="*/ 327450 h 586364"/>
                <a:gd name="connsiteX10" fmla="*/ 489187 w 491983"/>
                <a:gd name="connsiteY10" fmla="*/ 306812 h 586364"/>
                <a:gd name="connsiteX11" fmla="*/ 402587 w 491983"/>
                <a:gd name="connsiteY11" fmla="*/ 476070 h 586364"/>
                <a:gd name="connsiteX12" fmla="*/ 210503 w 491983"/>
                <a:gd name="connsiteY12" fmla="*/ 548133 h 586364"/>
                <a:gd name="connsiteX13" fmla="*/ 164282 w 491983"/>
                <a:gd name="connsiteY13" fmla="*/ 573450 h 586364"/>
                <a:gd name="connsiteX14" fmla="*/ 113059 w 491983"/>
                <a:gd name="connsiteY14" fmla="*/ 582505 h 586364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4189"/>
                <a:gd name="connsiteX1" fmla="*/ 83760 w 492110"/>
                <a:gd name="connsiteY1" fmla="*/ 539455 h 584189"/>
                <a:gd name="connsiteX2" fmla="*/ 77274 w 492110"/>
                <a:gd name="connsiteY2" fmla="*/ 470874 h 584189"/>
                <a:gd name="connsiteX3" fmla="*/ 939 w 492110"/>
                <a:gd name="connsiteY3" fmla="*/ 328567 h 584189"/>
                <a:gd name="connsiteX4" fmla="*/ 164971 w 492110"/>
                <a:gd name="connsiteY4" fmla="*/ 44073 h 584189"/>
                <a:gd name="connsiteX5" fmla="*/ 205924 w 492110"/>
                <a:gd name="connsiteY5" fmla="*/ 60409 h 584189"/>
                <a:gd name="connsiteX6" fmla="*/ 247003 w 492110"/>
                <a:gd name="connsiteY6" fmla="*/ 153137 h 584189"/>
                <a:gd name="connsiteX7" fmla="*/ 340087 w 492110"/>
                <a:gd name="connsiteY7" fmla="*/ 169232 h 584189"/>
                <a:gd name="connsiteX8" fmla="*/ 329563 w 492110"/>
                <a:gd name="connsiteY8" fmla="*/ 253437 h 584189"/>
                <a:gd name="connsiteX9" fmla="*/ 395842 w 492110"/>
                <a:gd name="connsiteY9" fmla="*/ 327450 h 584189"/>
                <a:gd name="connsiteX10" fmla="*/ 489187 w 492110"/>
                <a:gd name="connsiteY10" fmla="*/ 306812 h 584189"/>
                <a:gd name="connsiteX11" fmla="*/ 402587 w 492110"/>
                <a:gd name="connsiteY11" fmla="*/ 476070 h 584189"/>
                <a:gd name="connsiteX12" fmla="*/ 223941 w 492110"/>
                <a:gd name="connsiteY12" fmla="*/ 554532 h 584189"/>
                <a:gd name="connsiteX13" fmla="*/ 164282 w 492110"/>
                <a:gd name="connsiteY13" fmla="*/ 573450 h 584189"/>
                <a:gd name="connsiteX14" fmla="*/ 113059 w 492110"/>
                <a:gd name="connsiteY14" fmla="*/ 582505 h 584189"/>
                <a:gd name="connsiteX0" fmla="*/ 113059 w 492110"/>
                <a:gd name="connsiteY0" fmla="*/ 582505 h 583014"/>
                <a:gd name="connsiteX1" fmla="*/ 83760 w 492110"/>
                <a:gd name="connsiteY1" fmla="*/ 539455 h 583014"/>
                <a:gd name="connsiteX2" fmla="*/ 77274 w 492110"/>
                <a:gd name="connsiteY2" fmla="*/ 470874 h 583014"/>
                <a:gd name="connsiteX3" fmla="*/ 939 w 492110"/>
                <a:gd name="connsiteY3" fmla="*/ 328567 h 583014"/>
                <a:gd name="connsiteX4" fmla="*/ 164971 w 492110"/>
                <a:gd name="connsiteY4" fmla="*/ 44073 h 583014"/>
                <a:gd name="connsiteX5" fmla="*/ 205924 w 492110"/>
                <a:gd name="connsiteY5" fmla="*/ 60409 h 583014"/>
                <a:gd name="connsiteX6" fmla="*/ 247003 w 492110"/>
                <a:gd name="connsiteY6" fmla="*/ 153137 h 583014"/>
                <a:gd name="connsiteX7" fmla="*/ 340087 w 492110"/>
                <a:gd name="connsiteY7" fmla="*/ 169232 h 583014"/>
                <a:gd name="connsiteX8" fmla="*/ 329563 w 492110"/>
                <a:gd name="connsiteY8" fmla="*/ 253437 h 583014"/>
                <a:gd name="connsiteX9" fmla="*/ 395842 w 492110"/>
                <a:gd name="connsiteY9" fmla="*/ 327450 h 583014"/>
                <a:gd name="connsiteX10" fmla="*/ 489187 w 492110"/>
                <a:gd name="connsiteY10" fmla="*/ 306812 h 583014"/>
                <a:gd name="connsiteX11" fmla="*/ 402587 w 492110"/>
                <a:gd name="connsiteY11" fmla="*/ 476070 h 583014"/>
                <a:gd name="connsiteX12" fmla="*/ 223941 w 492110"/>
                <a:gd name="connsiteY12" fmla="*/ 554532 h 583014"/>
                <a:gd name="connsiteX13" fmla="*/ 149564 w 492110"/>
                <a:gd name="connsiteY13" fmla="*/ 562572 h 583014"/>
                <a:gd name="connsiteX14" fmla="*/ 113059 w 492110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014"/>
                <a:gd name="connsiteX1" fmla="*/ 83760 w 492098"/>
                <a:gd name="connsiteY1" fmla="*/ 539455 h 583014"/>
                <a:gd name="connsiteX2" fmla="*/ 77274 w 492098"/>
                <a:gd name="connsiteY2" fmla="*/ 470874 h 583014"/>
                <a:gd name="connsiteX3" fmla="*/ 939 w 492098"/>
                <a:gd name="connsiteY3" fmla="*/ 328567 h 583014"/>
                <a:gd name="connsiteX4" fmla="*/ 164971 w 492098"/>
                <a:gd name="connsiteY4" fmla="*/ 44073 h 583014"/>
                <a:gd name="connsiteX5" fmla="*/ 205924 w 492098"/>
                <a:gd name="connsiteY5" fmla="*/ 60409 h 583014"/>
                <a:gd name="connsiteX6" fmla="*/ 247003 w 492098"/>
                <a:gd name="connsiteY6" fmla="*/ 153137 h 583014"/>
                <a:gd name="connsiteX7" fmla="*/ 340087 w 492098"/>
                <a:gd name="connsiteY7" fmla="*/ 169232 h 583014"/>
                <a:gd name="connsiteX8" fmla="*/ 329563 w 492098"/>
                <a:gd name="connsiteY8" fmla="*/ 253437 h 583014"/>
                <a:gd name="connsiteX9" fmla="*/ 395842 w 492098"/>
                <a:gd name="connsiteY9" fmla="*/ 327450 h 583014"/>
                <a:gd name="connsiteX10" fmla="*/ 489187 w 492098"/>
                <a:gd name="connsiteY10" fmla="*/ 306812 h 583014"/>
                <a:gd name="connsiteX11" fmla="*/ 402587 w 492098"/>
                <a:gd name="connsiteY11" fmla="*/ 476070 h 583014"/>
                <a:gd name="connsiteX12" fmla="*/ 225861 w 492098"/>
                <a:gd name="connsiteY12" fmla="*/ 554532 h 583014"/>
                <a:gd name="connsiteX13" fmla="*/ 149564 w 492098"/>
                <a:gd name="connsiteY13" fmla="*/ 562572 h 583014"/>
                <a:gd name="connsiteX14" fmla="*/ 113059 w 492098"/>
                <a:gd name="connsiteY14" fmla="*/ 582505 h 583014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2098"/>
                <a:gd name="connsiteY0" fmla="*/ 582505 h 583539"/>
                <a:gd name="connsiteX1" fmla="*/ 83760 w 492098"/>
                <a:gd name="connsiteY1" fmla="*/ 539455 h 583539"/>
                <a:gd name="connsiteX2" fmla="*/ 77274 w 492098"/>
                <a:gd name="connsiteY2" fmla="*/ 470874 h 583539"/>
                <a:gd name="connsiteX3" fmla="*/ 939 w 492098"/>
                <a:gd name="connsiteY3" fmla="*/ 328567 h 583539"/>
                <a:gd name="connsiteX4" fmla="*/ 164971 w 492098"/>
                <a:gd name="connsiteY4" fmla="*/ 44073 h 583539"/>
                <a:gd name="connsiteX5" fmla="*/ 205924 w 492098"/>
                <a:gd name="connsiteY5" fmla="*/ 60409 h 583539"/>
                <a:gd name="connsiteX6" fmla="*/ 247003 w 492098"/>
                <a:gd name="connsiteY6" fmla="*/ 153137 h 583539"/>
                <a:gd name="connsiteX7" fmla="*/ 340087 w 492098"/>
                <a:gd name="connsiteY7" fmla="*/ 169232 h 583539"/>
                <a:gd name="connsiteX8" fmla="*/ 329563 w 492098"/>
                <a:gd name="connsiteY8" fmla="*/ 253437 h 583539"/>
                <a:gd name="connsiteX9" fmla="*/ 395842 w 492098"/>
                <a:gd name="connsiteY9" fmla="*/ 327450 h 583539"/>
                <a:gd name="connsiteX10" fmla="*/ 489187 w 492098"/>
                <a:gd name="connsiteY10" fmla="*/ 306812 h 583539"/>
                <a:gd name="connsiteX11" fmla="*/ 402587 w 492098"/>
                <a:gd name="connsiteY11" fmla="*/ 476070 h 583539"/>
                <a:gd name="connsiteX12" fmla="*/ 225861 w 492098"/>
                <a:gd name="connsiteY12" fmla="*/ 554532 h 583539"/>
                <a:gd name="connsiteX13" fmla="*/ 149564 w 492098"/>
                <a:gd name="connsiteY13" fmla="*/ 562572 h 583539"/>
                <a:gd name="connsiteX14" fmla="*/ 113059 w 492098"/>
                <a:gd name="connsiteY14" fmla="*/ 582505 h 583539"/>
                <a:gd name="connsiteX0" fmla="*/ 113059 w 491671"/>
                <a:gd name="connsiteY0" fmla="*/ 582505 h 583539"/>
                <a:gd name="connsiteX1" fmla="*/ 83760 w 491671"/>
                <a:gd name="connsiteY1" fmla="*/ 539455 h 583539"/>
                <a:gd name="connsiteX2" fmla="*/ 77274 w 491671"/>
                <a:gd name="connsiteY2" fmla="*/ 470874 h 583539"/>
                <a:gd name="connsiteX3" fmla="*/ 939 w 491671"/>
                <a:gd name="connsiteY3" fmla="*/ 328567 h 583539"/>
                <a:gd name="connsiteX4" fmla="*/ 164971 w 491671"/>
                <a:gd name="connsiteY4" fmla="*/ 44073 h 583539"/>
                <a:gd name="connsiteX5" fmla="*/ 205924 w 491671"/>
                <a:gd name="connsiteY5" fmla="*/ 60409 h 583539"/>
                <a:gd name="connsiteX6" fmla="*/ 247003 w 491671"/>
                <a:gd name="connsiteY6" fmla="*/ 153137 h 583539"/>
                <a:gd name="connsiteX7" fmla="*/ 340087 w 491671"/>
                <a:gd name="connsiteY7" fmla="*/ 169232 h 583539"/>
                <a:gd name="connsiteX8" fmla="*/ 329563 w 491671"/>
                <a:gd name="connsiteY8" fmla="*/ 253437 h 583539"/>
                <a:gd name="connsiteX9" fmla="*/ 395842 w 491671"/>
                <a:gd name="connsiteY9" fmla="*/ 327450 h 583539"/>
                <a:gd name="connsiteX10" fmla="*/ 489187 w 491671"/>
                <a:gd name="connsiteY10" fmla="*/ 306812 h 583539"/>
                <a:gd name="connsiteX11" fmla="*/ 389789 w 491671"/>
                <a:gd name="connsiteY11" fmla="*/ 466471 h 583539"/>
                <a:gd name="connsiteX12" fmla="*/ 225861 w 491671"/>
                <a:gd name="connsiteY12" fmla="*/ 554532 h 583539"/>
                <a:gd name="connsiteX13" fmla="*/ 149564 w 491671"/>
                <a:gd name="connsiteY13" fmla="*/ 562572 h 583539"/>
                <a:gd name="connsiteX14" fmla="*/ 113059 w 491671"/>
                <a:gd name="connsiteY14" fmla="*/ 582505 h 583539"/>
                <a:gd name="connsiteX0" fmla="*/ 113059 w 491533"/>
                <a:gd name="connsiteY0" fmla="*/ 582505 h 583539"/>
                <a:gd name="connsiteX1" fmla="*/ 83760 w 491533"/>
                <a:gd name="connsiteY1" fmla="*/ 539455 h 583539"/>
                <a:gd name="connsiteX2" fmla="*/ 77274 w 491533"/>
                <a:gd name="connsiteY2" fmla="*/ 470874 h 583539"/>
                <a:gd name="connsiteX3" fmla="*/ 939 w 491533"/>
                <a:gd name="connsiteY3" fmla="*/ 328567 h 583539"/>
                <a:gd name="connsiteX4" fmla="*/ 164971 w 491533"/>
                <a:gd name="connsiteY4" fmla="*/ 44073 h 583539"/>
                <a:gd name="connsiteX5" fmla="*/ 205924 w 491533"/>
                <a:gd name="connsiteY5" fmla="*/ 60409 h 583539"/>
                <a:gd name="connsiteX6" fmla="*/ 247003 w 491533"/>
                <a:gd name="connsiteY6" fmla="*/ 153137 h 583539"/>
                <a:gd name="connsiteX7" fmla="*/ 340087 w 491533"/>
                <a:gd name="connsiteY7" fmla="*/ 169232 h 583539"/>
                <a:gd name="connsiteX8" fmla="*/ 329563 w 491533"/>
                <a:gd name="connsiteY8" fmla="*/ 253437 h 583539"/>
                <a:gd name="connsiteX9" fmla="*/ 395842 w 491533"/>
                <a:gd name="connsiteY9" fmla="*/ 327450 h 583539"/>
                <a:gd name="connsiteX10" fmla="*/ 489187 w 491533"/>
                <a:gd name="connsiteY10" fmla="*/ 306812 h 583539"/>
                <a:gd name="connsiteX11" fmla="*/ 384670 w 491533"/>
                <a:gd name="connsiteY11" fmla="*/ 464551 h 583539"/>
                <a:gd name="connsiteX12" fmla="*/ 225861 w 491533"/>
                <a:gd name="connsiteY12" fmla="*/ 554532 h 583539"/>
                <a:gd name="connsiteX13" fmla="*/ 149564 w 491533"/>
                <a:gd name="connsiteY13" fmla="*/ 562572 h 583539"/>
                <a:gd name="connsiteX14" fmla="*/ 113059 w 491533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84670 w 489187"/>
                <a:gd name="connsiteY11" fmla="*/ 464551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0994 w 489187"/>
                <a:gd name="connsiteY11" fmla="*/ 499745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3554 w 489187"/>
                <a:gd name="connsiteY11" fmla="*/ 497186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489187"/>
                <a:gd name="connsiteY0" fmla="*/ 582505 h 583539"/>
                <a:gd name="connsiteX1" fmla="*/ 83760 w 489187"/>
                <a:gd name="connsiteY1" fmla="*/ 539455 h 583539"/>
                <a:gd name="connsiteX2" fmla="*/ 77274 w 489187"/>
                <a:gd name="connsiteY2" fmla="*/ 470874 h 583539"/>
                <a:gd name="connsiteX3" fmla="*/ 939 w 489187"/>
                <a:gd name="connsiteY3" fmla="*/ 328567 h 583539"/>
                <a:gd name="connsiteX4" fmla="*/ 164971 w 489187"/>
                <a:gd name="connsiteY4" fmla="*/ 44073 h 583539"/>
                <a:gd name="connsiteX5" fmla="*/ 205924 w 489187"/>
                <a:gd name="connsiteY5" fmla="*/ 60409 h 583539"/>
                <a:gd name="connsiteX6" fmla="*/ 247003 w 489187"/>
                <a:gd name="connsiteY6" fmla="*/ 153137 h 583539"/>
                <a:gd name="connsiteX7" fmla="*/ 340087 w 489187"/>
                <a:gd name="connsiteY7" fmla="*/ 169232 h 583539"/>
                <a:gd name="connsiteX8" fmla="*/ 329563 w 489187"/>
                <a:gd name="connsiteY8" fmla="*/ 253437 h 583539"/>
                <a:gd name="connsiteX9" fmla="*/ 395842 w 489187"/>
                <a:gd name="connsiteY9" fmla="*/ 327450 h 583539"/>
                <a:gd name="connsiteX10" fmla="*/ 489187 w 489187"/>
                <a:gd name="connsiteY10" fmla="*/ 306812 h 583539"/>
                <a:gd name="connsiteX11" fmla="*/ 369313 w 489187"/>
                <a:gd name="connsiteY11" fmla="*/ 491427 h 583539"/>
                <a:gd name="connsiteX12" fmla="*/ 225861 w 489187"/>
                <a:gd name="connsiteY12" fmla="*/ 554532 h 583539"/>
                <a:gd name="connsiteX13" fmla="*/ 149564 w 489187"/>
                <a:gd name="connsiteY13" fmla="*/ 562572 h 583539"/>
                <a:gd name="connsiteX14" fmla="*/ 113059 w 489187"/>
                <a:gd name="connsiteY14" fmla="*/ 582505 h 583539"/>
                <a:gd name="connsiteX0" fmla="*/ 113059 w 501985"/>
                <a:gd name="connsiteY0" fmla="*/ 582505 h 583539"/>
                <a:gd name="connsiteX1" fmla="*/ 83760 w 501985"/>
                <a:gd name="connsiteY1" fmla="*/ 539455 h 583539"/>
                <a:gd name="connsiteX2" fmla="*/ 77274 w 501985"/>
                <a:gd name="connsiteY2" fmla="*/ 470874 h 583539"/>
                <a:gd name="connsiteX3" fmla="*/ 939 w 501985"/>
                <a:gd name="connsiteY3" fmla="*/ 328567 h 583539"/>
                <a:gd name="connsiteX4" fmla="*/ 164971 w 501985"/>
                <a:gd name="connsiteY4" fmla="*/ 44073 h 583539"/>
                <a:gd name="connsiteX5" fmla="*/ 205924 w 501985"/>
                <a:gd name="connsiteY5" fmla="*/ 60409 h 583539"/>
                <a:gd name="connsiteX6" fmla="*/ 247003 w 501985"/>
                <a:gd name="connsiteY6" fmla="*/ 153137 h 583539"/>
                <a:gd name="connsiteX7" fmla="*/ 340087 w 501985"/>
                <a:gd name="connsiteY7" fmla="*/ 169232 h 583539"/>
                <a:gd name="connsiteX8" fmla="*/ 329563 w 501985"/>
                <a:gd name="connsiteY8" fmla="*/ 253437 h 583539"/>
                <a:gd name="connsiteX9" fmla="*/ 395842 w 501985"/>
                <a:gd name="connsiteY9" fmla="*/ 327450 h 583539"/>
                <a:gd name="connsiteX10" fmla="*/ 501985 w 501985"/>
                <a:gd name="connsiteY10" fmla="*/ 306812 h 583539"/>
                <a:gd name="connsiteX11" fmla="*/ 369313 w 501985"/>
                <a:gd name="connsiteY11" fmla="*/ 491427 h 583539"/>
                <a:gd name="connsiteX12" fmla="*/ 225861 w 501985"/>
                <a:gd name="connsiteY12" fmla="*/ 554532 h 583539"/>
                <a:gd name="connsiteX13" fmla="*/ 149564 w 501985"/>
                <a:gd name="connsiteY13" fmla="*/ 562572 h 583539"/>
                <a:gd name="connsiteX14" fmla="*/ 113059 w 501985"/>
                <a:gd name="connsiteY14" fmla="*/ 582505 h 583539"/>
                <a:gd name="connsiteX0" fmla="*/ 113059 w 523102"/>
                <a:gd name="connsiteY0" fmla="*/ 582505 h 583539"/>
                <a:gd name="connsiteX1" fmla="*/ 83760 w 523102"/>
                <a:gd name="connsiteY1" fmla="*/ 539455 h 583539"/>
                <a:gd name="connsiteX2" fmla="*/ 77274 w 523102"/>
                <a:gd name="connsiteY2" fmla="*/ 470874 h 583539"/>
                <a:gd name="connsiteX3" fmla="*/ 939 w 523102"/>
                <a:gd name="connsiteY3" fmla="*/ 328567 h 583539"/>
                <a:gd name="connsiteX4" fmla="*/ 164971 w 523102"/>
                <a:gd name="connsiteY4" fmla="*/ 44073 h 583539"/>
                <a:gd name="connsiteX5" fmla="*/ 205924 w 523102"/>
                <a:gd name="connsiteY5" fmla="*/ 60409 h 583539"/>
                <a:gd name="connsiteX6" fmla="*/ 247003 w 523102"/>
                <a:gd name="connsiteY6" fmla="*/ 153137 h 583539"/>
                <a:gd name="connsiteX7" fmla="*/ 340087 w 523102"/>
                <a:gd name="connsiteY7" fmla="*/ 169232 h 583539"/>
                <a:gd name="connsiteX8" fmla="*/ 329563 w 523102"/>
                <a:gd name="connsiteY8" fmla="*/ 253437 h 583539"/>
                <a:gd name="connsiteX9" fmla="*/ 395842 w 523102"/>
                <a:gd name="connsiteY9" fmla="*/ 327450 h 583539"/>
                <a:gd name="connsiteX10" fmla="*/ 523102 w 523102"/>
                <a:gd name="connsiteY10" fmla="*/ 281856 h 583539"/>
                <a:gd name="connsiteX11" fmla="*/ 369313 w 523102"/>
                <a:gd name="connsiteY11" fmla="*/ 491427 h 583539"/>
                <a:gd name="connsiteX12" fmla="*/ 225861 w 523102"/>
                <a:gd name="connsiteY12" fmla="*/ 554532 h 583539"/>
                <a:gd name="connsiteX13" fmla="*/ 149564 w 523102"/>
                <a:gd name="connsiteY13" fmla="*/ 562572 h 583539"/>
                <a:gd name="connsiteX14" fmla="*/ 113059 w 523102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69313 w 508384"/>
                <a:gd name="connsiteY11" fmla="*/ 491427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539"/>
                <a:gd name="connsiteX1" fmla="*/ 83760 w 508384"/>
                <a:gd name="connsiteY1" fmla="*/ 539455 h 583539"/>
                <a:gd name="connsiteX2" fmla="*/ 77274 w 508384"/>
                <a:gd name="connsiteY2" fmla="*/ 470874 h 583539"/>
                <a:gd name="connsiteX3" fmla="*/ 939 w 508384"/>
                <a:gd name="connsiteY3" fmla="*/ 328567 h 583539"/>
                <a:gd name="connsiteX4" fmla="*/ 164971 w 508384"/>
                <a:gd name="connsiteY4" fmla="*/ 44073 h 583539"/>
                <a:gd name="connsiteX5" fmla="*/ 205924 w 508384"/>
                <a:gd name="connsiteY5" fmla="*/ 60409 h 583539"/>
                <a:gd name="connsiteX6" fmla="*/ 247003 w 508384"/>
                <a:gd name="connsiteY6" fmla="*/ 153137 h 583539"/>
                <a:gd name="connsiteX7" fmla="*/ 340087 w 508384"/>
                <a:gd name="connsiteY7" fmla="*/ 169232 h 583539"/>
                <a:gd name="connsiteX8" fmla="*/ 329563 w 508384"/>
                <a:gd name="connsiteY8" fmla="*/ 253437 h 583539"/>
                <a:gd name="connsiteX9" fmla="*/ 395842 w 508384"/>
                <a:gd name="connsiteY9" fmla="*/ 327450 h 583539"/>
                <a:gd name="connsiteX10" fmla="*/ 508384 w 508384"/>
                <a:gd name="connsiteY10" fmla="*/ 298494 h 583539"/>
                <a:gd name="connsiteX11" fmla="*/ 370593 w 508384"/>
                <a:gd name="connsiteY11" fmla="*/ 483748 h 583539"/>
                <a:gd name="connsiteX12" fmla="*/ 225861 w 508384"/>
                <a:gd name="connsiteY12" fmla="*/ 554532 h 583539"/>
                <a:gd name="connsiteX13" fmla="*/ 149564 w 508384"/>
                <a:gd name="connsiteY13" fmla="*/ 562572 h 583539"/>
                <a:gd name="connsiteX14" fmla="*/ 113059 w 508384"/>
                <a:gd name="connsiteY14" fmla="*/ 582505 h 58353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13059 w 508384"/>
                <a:gd name="connsiteY0" fmla="*/ 582505 h 583019"/>
                <a:gd name="connsiteX1" fmla="*/ 83760 w 508384"/>
                <a:gd name="connsiteY1" fmla="*/ 539455 h 583019"/>
                <a:gd name="connsiteX2" fmla="*/ 77274 w 508384"/>
                <a:gd name="connsiteY2" fmla="*/ 470874 h 583019"/>
                <a:gd name="connsiteX3" fmla="*/ 939 w 508384"/>
                <a:gd name="connsiteY3" fmla="*/ 328567 h 583019"/>
                <a:gd name="connsiteX4" fmla="*/ 164971 w 508384"/>
                <a:gd name="connsiteY4" fmla="*/ 44073 h 583019"/>
                <a:gd name="connsiteX5" fmla="*/ 205924 w 508384"/>
                <a:gd name="connsiteY5" fmla="*/ 60409 h 583019"/>
                <a:gd name="connsiteX6" fmla="*/ 247003 w 508384"/>
                <a:gd name="connsiteY6" fmla="*/ 153137 h 583019"/>
                <a:gd name="connsiteX7" fmla="*/ 340087 w 508384"/>
                <a:gd name="connsiteY7" fmla="*/ 169232 h 583019"/>
                <a:gd name="connsiteX8" fmla="*/ 329563 w 508384"/>
                <a:gd name="connsiteY8" fmla="*/ 253437 h 583019"/>
                <a:gd name="connsiteX9" fmla="*/ 395842 w 508384"/>
                <a:gd name="connsiteY9" fmla="*/ 327450 h 583019"/>
                <a:gd name="connsiteX10" fmla="*/ 508384 w 508384"/>
                <a:gd name="connsiteY10" fmla="*/ 298494 h 583019"/>
                <a:gd name="connsiteX11" fmla="*/ 370593 w 508384"/>
                <a:gd name="connsiteY11" fmla="*/ 483748 h 583019"/>
                <a:gd name="connsiteX12" fmla="*/ 225861 w 508384"/>
                <a:gd name="connsiteY12" fmla="*/ 553252 h 583019"/>
                <a:gd name="connsiteX13" fmla="*/ 149564 w 508384"/>
                <a:gd name="connsiteY13" fmla="*/ 562572 h 583019"/>
                <a:gd name="connsiteX14" fmla="*/ 113059 w 508384"/>
                <a:gd name="connsiteY14" fmla="*/ 582505 h 583019"/>
                <a:gd name="connsiteX0" fmla="*/ 105380 w 508384"/>
                <a:gd name="connsiteY0" fmla="*/ 580585 h 581139"/>
                <a:gd name="connsiteX1" fmla="*/ 83760 w 508384"/>
                <a:gd name="connsiteY1" fmla="*/ 539455 h 581139"/>
                <a:gd name="connsiteX2" fmla="*/ 77274 w 508384"/>
                <a:gd name="connsiteY2" fmla="*/ 470874 h 581139"/>
                <a:gd name="connsiteX3" fmla="*/ 939 w 508384"/>
                <a:gd name="connsiteY3" fmla="*/ 328567 h 581139"/>
                <a:gd name="connsiteX4" fmla="*/ 164971 w 508384"/>
                <a:gd name="connsiteY4" fmla="*/ 44073 h 581139"/>
                <a:gd name="connsiteX5" fmla="*/ 205924 w 508384"/>
                <a:gd name="connsiteY5" fmla="*/ 60409 h 581139"/>
                <a:gd name="connsiteX6" fmla="*/ 247003 w 508384"/>
                <a:gd name="connsiteY6" fmla="*/ 153137 h 581139"/>
                <a:gd name="connsiteX7" fmla="*/ 340087 w 508384"/>
                <a:gd name="connsiteY7" fmla="*/ 169232 h 581139"/>
                <a:gd name="connsiteX8" fmla="*/ 329563 w 508384"/>
                <a:gd name="connsiteY8" fmla="*/ 253437 h 581139"/>
                <a:gd name="connsiteX9" fmla="*/ 395842 w 508384"/>
                <a:gd name="connsiteY9" fmla="*/ 327450 h 581139"/>
                <a:gd name="connsiteX10" fmla="*/ 508384 w 508384"/>
                <a:gd name="connsiteY10" fmla="*/ 298494 h 581139"/>
                <a:gd name="connsiteX11" fmla="*/ 370593 w 508384"/>
                <a:gd name="connsiteY11" fmla="*/ 483748 h 581139"/>
                <a:gd name="connsiteX12" fmla="*/ 225861 w 508384"/>
                <a:gd name="connsiteY12" fmla="*/ 553252 h 581139"/>
                <a:gd name="connsiteX13" fmla="*/ 149564 w 508384"/>
                <a:gd name="connsiteY13" fmla="*/ 562572 h 581139"/>
                <a:gd name="connsiteX14" fmla="*/ 105380 w 508384"/>
                <a:gd name="connsiteY14" fmla="*/ 580585 h 581139"/>
                <a:gd name="connsiteX0" fmla="*/ 105380 w 508384"/>
                <a:gd name="connsiteY0" fmla="*/ 580585 h 580672"/>
                <a:gd name="connsiteX1" fmla="*/ 83760 w 508384"/>
                <a:gd name="connsiteY1" fmla="*/ 539455 h 580672"/>
                <a:gd name="connsiteX2" fmla="*/ 77274 w 508384"/>
                <a:gd name="connsiteY2" fmla="*/ 470874 h 580672"/>
                <a:gd name="connsiteX3" fmla="*/ 939 w 508384"/>
                <a:gd name="connsiteY3" fmla="*/ 328567 h 580672"/>
                <a:gd name="connsiteX4" fmla="*/ 164971 w 508384"/>
                <a:gd name="connsiteY4" fmla="*/ 44073 h 580672"/>
                <a:gd name="connsiteX5" fmla="*/ 205924 w 508384"/>
                <a:gd name="connsiteY5" fmla="*/ 60409 h 580672"/>
                <a:gd name="connsiteX6" fmla="*/ 247003 w 508384"/>
                <a:gd name="connsiteY6" fmla="*/ 153137 h 580672"/>
                <a:gd name="connsiteX7" fmla="*/ 340087 w 508384"/>
                <a:gd name="connsiteY7" fmla="*/ 169232 h 580672"/>
                <a:gd name="connsiteX8" fmla="*/ 329563 w 508384"/>
                <a:gd name="connsiteY8" fmla="*/ 253437 h 580672"/>
                <a:gd name="connsiteX9" fmla="*/ 395842 w 508384"/>
                <a:gd name="connsiteY9" fmla="*/ 327450 h 580672"/>
                <a:gd name="connsiteX10" fmla="*/ 508384 w 508384"/>
                <a:gd name="connsiteY10" fmla="*/ 298494 h 580672"/>
                <a:gd name="connsiteX11" fmla="*/ 370593 w 508384"/>
                <a:gd name="connsiteY11" fmla="*/ 483748 h 580672"/>
                <a:gd name="connsiteX12" fmla="*/ 225861 w 508384"/>
                <a:gd name="connsiteY12" fmla="*/ 553252 h 580672"/>
                <a:gd name="connsiteX13" fmla="*/ 167481 w 508384"/>
                <a:gd name="connsiteY13" fmla="*/ 550414 h 580672"/>
                <a:gd name="connsiteX14" fmla="*/ 105380 w 508384"/>
                <a:gd name="connsiteY14" fmla="*/ 580585 h 580672"/>
                <a:gd name="connsiteX0" fmla="*/ 105380 w 508384"/>
                <a:gd name="connsiteY0" fmla="*/ 580585 h 580651"/>
                <a:gd name="connsiteX1" fmla="*/ 83760 w 508384"/>
                <a:gd name="connsiteY1" fmla="*/ 539455 h 580651"/>
                <a:gd name="connsiteX2" fmla="*/ 77274 w 508384"/>
                <a:gd name="connsiteY2" fmla="*/ 470874 h 580651"/>
                <a:gd name="connsiteX3" fmla="*/ 939 w 508384"/>
                <a:gd name="connsiteY3" fmla="*/ 328567 h 580651"/>
                <a:gd name="connsiteX4" fmla="*/ 164971 w 508384"/>
                <a:gd name="connsiteY4" fmla="*/ 44073 h 580651"/>
                <a:gd name="connsiteX5" fmla="*/ 205924 w 508384"/>
                <a:gd name="connsiteY5" fmla="*/ 60409 h 580651"/>
                <a:gd name="connsiteX6" fmla="*/ 247003 w 508384"/>
                <a:gd name="connsiteY6" fmla="*/ 153137 h 580651"/>
                <a:gd name="connsiteX7" fmla="*/ 340087 w 508384"/>
                <a:gd name="connsiteY7" fmla="*/ 169232 h 580651"/>
                <a:gd name="connsiteX8" fmla="*/ 329563 w 508384"/>
                <a:gd name="connsiteY8" fmla="*/ 253437 h 580651"/>
                <a:gd name="connsiteX9" fmla="*/ 395842 w 508384"/>
                <a:gd name="connsiteY9" fmla="*/ 327450 h 580651"/>
                <a:gd name="connsiteX10" fmla="*/ 508384 w 508384"/>
                <a:gd name="connsiteY10" fmla="*/ 298494 h 580651"/>
                <a:gd name="connsiteX11" fmla="*/ 370593 w 508384"/>
                <a:gd name="connsiteY11" fmla="*/ 483748 h 580651"/>
                <a:gd name="connsiteX12" fmla="*/ 225861 w 508384"/>
                <a:gd name="connsiteY12" fmla="*/ 553252 h 580651"/>
                <a:gd name="connsiteX13" fmla="*/ 167481 w 508384"/>
                <a:gd name="connsiteY13" fmla="*/ 550414 h 580651"/>
                <a:gd name="connsiteX14" fmla="*/ 105380 w 508384"/>
                <a:gd name="connsiteY14" fmla="*/ 580585 h 580651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657"/>
                <a:gd name="connsiteX1" fmla="*/ 83760 w 508384"/>
                <a:gd name="connsiteY1" fmla="*/ 539455 h 580657"/>
                <a:gd name="connsiteX2" fmla="*/ 77274 w 508384"/>
                <a:gd name="connsiteY2" fmla="*/ 470874 h 580657"/>
                <a:gd name="connsiteX3" fmla="*/ 939 w 508384"/>
                <a:gd name="connsiteY3" fmla="*/ 328567 h 580657"/>
                <a:gd name="connsiteX4" fmla="*/ 164971 w 508384"/>
                <a:gd name="connsiteY4" fmla="*/ 44073 h 580657"/>
                <a:gd name="connsiteX5" fmla="*/ 205924 w 508384"/>
                <a:gd name="connsiteY5" fmla="*/ 60409 h 580657"/>
                <a:gd name="connsiteX6" fmla="*/ 247003 w 508384"/>
                <a:gd name="connsiteY6" fmla="*/ 153137 h 580657"/>
                <a:gd name="connsiteX7" fmla="*/ 340087 w 508384"/>
                <a:gd name="connsiteY7" fmla="*/ 169232 h 580657"/>
                <a:gd name="connsiteX8" fmla="*/ 329563 w 508384"/>
                <a:gd name="connsiteY8" fmla="*/ 253437 h 580657"/>
                <a:gd name="connsiteX9" fmla="*/ 395842 w 508384"/>
                <a:gd name="connsiteY9" fmla="*/ 327450 h 580657"/>
                <a:gd name="connsiteX10" fmla="*/ 508384 w 508384"/>
                <a:gd name="connsiteY10" fmla="*/ 298494 h 580657"/>
                <a:gd name="connsiteX11" fmla="*/ 370593 w 508384"/>
                <a:gd name="connsiteY11" fmla="*/ 483748 h 580657"/>
                <a:gd name="connsiteX12" fmla="*/ 225861 w 508384"/>
                <a:gd name="connsiteY12" fmla="*/ 553252 h 580657"/>
                <a:gd name="connsiteX13" fmla="*/ 167481 w 508384"/>
                <a:gd name="connsiteY13" fmla="*/ 550414 h 580657"/>
                <a:gd name="connsiteX14" fmla="*/ 105380 w 508384"/>
                <a:gd name="connsiteY14" fmla="*/ 580585 h 580657"/>
                <a:gd name="connsiteX0" fmla="*/ 105380 w 508384"/>
                <a:gd name="connsiteY0" fmla="*/ 580585 h 580585"/>
                <a:gd name="connsiteX1" fmla="*/ 71602 w 508384"/>
                <a:gd name="connsiteY1" fmla="*/ 549694 h 580585"/>
                <a:gd name="connsiteX2" fmla="*/ 77274 w 508384"/>
                <a:gd name="connsiteY2" fmla="*/ 470874 h 580585"/>
                <a:gd name="connsiteX3" fmla="*/ 939 w 508384"/>
                <a:gd name="connsiteY3" fmla="*/ 328567 h 580585"/>
                <a:gd name="connsiteX4" fmla="*/ 164971 w 508384"/>
                <a:gd name="connsiteY4" fmla="*/ 44073 h 580585"/>
                <a:gd name="connsiteX5" fmla="*/ 205924 w 508384"/>
                <a:gd name="connsiteY5" fmla="*/ 60409 h 580585"/>
                <a:gd name="connsiteX6" fmla="*/ 247003 w 508384"/>
                <a:gd name="connsiteY6" fmla="*/ 153137 h 580585"/>
                <a:gd name="connsiteX7" fmla="*/ 340087 w 508384"/>
                <a:gd name="connsiteY7" fmla="*/ 169232 h 580585"/>
                <a:gd name="connsiteX8" fmla="*/ 329563 w 508384"/>
                <a:gd name="connsiteY8" fmla="*/ 253437 h 580585"/>
                <a:gd name="connsiteX9" fmla="*/ 395842 w 508384"/>
                <a:gd name="connsiteY9" fmla="*/ 327450 h 580585"/>
                <a:gd name="connsiteX10" fmla="*/ 508384 w 508384"/>
                <a:gd name="connsiteY10" fmla="*/ 298494 h 580585"/>
                <a:gd name="connsiteX11" fmla="*/ 370593 w 508384"/>
                <a:gd name="connsiteY11" fmla="*/ 483748 h 580585"/>
                <a:gd name="connsiteX12" fmla="*/ 225861 w 508384"/>
                <a:gd name="connsiteY12" fmla="*/ 553252 h 580585"/>
                <a:gd name="connsiteX13" fmla="*/ 167481 w 508384"/>
                <a:gd name="connsiteY13" fmla="*/ 550414 h 580585"/>
                <a:gd name="connsiteX14" fmla="*/ 105380 w 508384"/>
                <a:gd name="connsiteY14" fmla="*/ 580585 h 580585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81078 h 581078"/>
                <a:gd name="connsiteX1" fmla="*/ 71344 w 508126"/>
                <a:gd name="connsiteY1" fmla="*/ 550187 h 581078"/>
                <a:gd name="connsiteX2" fmla="*/ 77016 w 508126"/>
                <a:gd name="connsiteY2" fmla="*/ 471367 h 581078"/>
                <a:gd name="connsiteX3" fmla="*/ 681 w 508126"/>
                <a:gd name="connsiteY3" fmla="*/ 329060 h 581078"/>
                <a:gd name="connsiteX4" fmla="*/ 164713 w 508126"/>
                <a:gd name="connsiteY4" fmla="*/ 44566 h 581078"/>
                <a:gd name="connsiteX5" fmla="*/ 211849 w 508126"/>
                <a:gd name="connsiteY5" fmla="*/ 2390 h 581078"/>
                <a:gd name="connsiteX6" fmla="*/ 205666 w 508126"/>
                <a:gd name="connsiteY6" fmla="*/ 60902 h 581078"/>
                <a:gd name="connsiteX7" fmla="*/ 246745 w 508126"/>
                <a:gd name="connsiteY7" fmla="*/ 153630 h 581078"/>
                <a:gd name="connsiteX8" fmla="*/ 339829 w 508126"/>
                <a:gd name="connsiteY8" fmla="*/ 169725 h 581078"/>
                <a:gd name="connsiteX9" fmla="*/ 329305 w 508126"/>
                <a:gd name="connsiteY9" fmla="*/ 253930 h 581078"/>
                <a:gd name="connsiteX10" fmla="*/ 395584 w 508126"/>
                <a:gd name="connsiteY10" fmla="*/ 327943 h 581078"/>
                <a:gd name="connsiteX11" fmla="*/ 508126 w 508126"/>
                <a:gd name="connsiteY11" fmla="*/ 298987 h 581078"/>
                <a:gd name="connsiteX12" fmla="*/ 370335 w 508126"/>
                <a:gd name="connsiteY12" fmla="*/ 484241 h 581078"/>
                <a:gd name="connsiteX13" fmla="*/ 225603 w 508126"/>
                <a:gd name="connsiteY13" fmla="*/ 553745 h 581078"/>
                <a:gd name="connsiteX14" fmla="*/ 167223 w 508126"/>
                <a:gd name="connsiteY14" fmla="*/ 550907 h 581078"/>
                <a:gd name="connsiteX15" fmla="*/ 105122 w 508126"/>
                <a:gd name="connsiteY15" fmla="*/ 581078 h 581078"/>
                <a:gd name="connsiteX0" fmla="*/ 105122 w 508126"/>
                <a:gd name="connsiteY0" fmla="*/ 578688 h 578688"/>
                <a:gd name="connsiteX1" fmla="*/ 71344 w 508126"/>
                <a:gd name="connsiteY1" fmla="*/ 547797 h 578688"/>
                <a:gd name="connsiteX2" fmla="*/ 77016 w 508126"/>
                <a:gd name="connsiteY2" fmla="*/ 468977 h 578688"/>
                <a:gd name="connsiteX3" fmla="*/ 681 w 508126"/>
                <a:gd name="connsiteY3" fmla="*/ 326670 h 578688"/>
                <a:gd name="connsiteX4" fmla="*/ 164713 w 508126"/>
                <a:gd name="connsiteY4" fmla="*/ 42176 h 578688"/>
                <a:gd name="connsiteX5" fmla="*/ 211849 w 508126"/>
                <a:gd name="connsiteY5" fmla="*/ 0 h 578688"/>
                <a:gd name="connsiteX6" fmla="*/ 205666 w 508126"/>
                <a:gd name="connsiteY6" fmla="*/ 58512 h 578688"/>
                <a:gd name="connsiteX7" fmla="*/ 246745 w 508126"/>
                <a:gd name="connsiteY7" fmla="*/ 151240 h 578688"/>
                <a:gd name="connsiteX8" fmla="*/ 339829 w 508126"/>
                <a:gd name="connsiteY8" fmla="*/ 167335 h 578688"/>
                <a:gd name="connsiteX9" fmla="*/ 329305 w 508126"/>
                <a:gd name="connsiteY9" fmla="*/ 251540 h 578688"/>
                <a:gd name="connsiteX10" fmla="*/ 395584 w 508126"/>
                <a:gd name="connsiteY10" fmla="*/ 325553 h 578688"/>
                <a:gd name="connsiteX11" fmla="*/ 508126 w 508126"/>
                <a:gd name="connsiteY11" fmla="*/ 296597 h 578688"/>
                <a:gd name="connsiteX12" fmla="*/ 370335 w 508126"/>
                <a:gd name="connsiteY12" fmla="*/ 481851 h 578688"/>
                <a:gd name="connsiteX13" fmla="*/ 225603 w 508126"/>
                <a:gd name="connsiteY13" fmla="*/ 551355 h 578688"/>
                <a:gd name="connsiteX14" fmla="*/ 167223 w 508126"/>
                <a:gd name="connsiteY14" fmla="*/ 548517 h 578688"/>
                <a:gd name="connsiteX15" fmla="*/ 105122 w 508126"/>
                <a:gd name="connsiteY15" fmla="*/ 578688 h 578688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81887 h 581887"/>
                <a:gd name="connsiteX1" fmla="*/ 71348 w 508130"/>
                <a:gd name="connsiteY1" fmla="*/ 550996 h 581887"/>
                <a:gd name="connsiteX2" fmla="*/ 77020 w 508130"/>
                <a:gd name="connsiteY2" fmla="*/ 472176 h 581887"/>
                <a:gd name="connsiteX3" fmla="*/ 685 w 508130"/>
                <a:gd name="connsiteY3" fmla="*/ 329869 h 581887"/>
                <a:gd name="connsiteX4" fmla="*/ 164717 w 508130"/>
                <a:gd name="connsiteY4" fmla="*/ 45375 h 581887"/>
                <a:gd name="connsiteX5" fmla="*/ 217612 w 508130"/>
                <a:gd name="connsiteY5" fmla="*/ 0 h 581887"/>
                <a:gd name="connsiteX6" fmla="*/ 205670 w 508130"/>
                <a:gd name="connsiteY6" fmla="*/ 61711 h 581887"/>
                <a:gd name="connsiteX7" fmla="*/ 246749 w 508130"/>
                <a:gd name="connsiteY7" fmla="*/ 154439 h 581887"/>
                <a:gd name="connsiteX8" fmla="*/ 339833 w 508130"/>
                <a:gd name="connsiteY8" fmla="*/ 170534 h 581887"/>
                <a:gd name="connsiteX9" fmla="*/ 329309 w 508130"/>
                <a:gd name="connsiteY9" fmla="*/ 254739 h 581887"/>
                <a:gd name="connsiteX10" fmla="*/ 395588 w 508130"/>
                <a:gd name="connsiteY10" fmla="*/ 328752 h 581887"/>
                <a:gd name="connsiteX11" fmla="*/ 508130 w 508130"/>
                <a:gd name="connsiteY11" fmla="*/ 299796 h 581887"/>
                <a:gd name="connsiteX12" fmla="*/ 370339 w 508130"/>
                <a:gd name="connsiteY12" fmla="*/ 485050 h 581887"/>
                <a:gd name="connsiteX13" fmla="*/ 225607 w 508130"/>
                <a:gd name="connsiteY13" fmla="*/ 554554 h 581887"/>
                <a:gd name="connsiteX14" fmla="*/ 167227 w 508130"/>
                <a:gd name="connsiteY14" fmla="*/ 551716 h 581887"/>
                <a:gd name="connsiteX15" fmla="*/ 105126 w 508130"/>
                <a:gd name="connsiteY15" fmla="*/ 581887 h 581887"/>
                <a:gd name="connsiteX0" fmla="*/ 105126 w 508130"/>
                <a:gd name="connsiteY0" fmla="*/ 574528 h 574528"/>
                <a:gd name="connsiteX1" fmla="*/ 71348 w 508130"/>
                <a:gd name="connsiteY1" fmla="*/ 543637 h 574528"/>
                <a:gd name="connsiteX2" fmla="*/ 77020 w 508130"/>
                <a:gd name="connsiteY2" fmla="*/ 464817 h 574528"/>
                <a:gd name="connsiteX3" fmla="*/ 685 w 508130"/>
                <a:gd name="connsiteY3" fmla="*/ 322510 h 574528"/>
                <a:gd name="connsiteX4" fmla="*/ 164717 w 508130"/>
                <a:gd name="connsiteY4" fmla="*/ 38016 h 574528"/>
                <a:gd name="connsiteX5" fmla="*/ 216012 w 508130"/>
                <a:gd name="connsiteY5" fmla="*/ 0 h 574528"/>
                <a:gd name="connsiteX6" fmla="*/ 205670 w 508130"/>
                <a:gd name="connsiteY6" fmla="*/ 54352 h 574528"/>
                <a:gd name="connsiteX7" fmla="*/ 246749 w 508130"/>
                <a:gd name="connsiteY7" fmla="*/ 147080 h 574528"/>
                <a:gd name="connsiteX8" fmla="*/ 339833 w 508130"/>
                <a:gd name="connsiteY8" fmla="*/ 163175 h 574528"/>
                <a:gd name="connsiteX9" fmla="*/ 329309 w 508130"/>
                <a:gd name="connsiteY9" fmla="*/ 247380 h 574528"/>
                <a:gd name="connsiteX10" fmla="*/ 395588 w 508130"/>
                <a:gd name="connsiteY10" fmla="*/ 321393 h 574528"/>
                <a:gd name="connsiteX11" fmla="*/ 508130 w 508130"/>
                <a:gd name="connsiteY11" fmla="*/ 292437 h 574528"/>
                <a:gd name="connsiteX12" fmla="*/ 370339 w 508130"/>
                <a:gd name="connsiteY12" fmla="*/ 477691 h 574528"/>
                <a:gd name="connsiteX13" fmla="*/ 225607 w 508130"/>
                <a:gd name="connsiteY13" fmla="*/ 547195 h 574528"/>
                <a:gd name="connsiteX14" fmla="*/ 167227 w 508130"/>
                <a:gd name="connsiteY14" fmla="*/ 544357 h 574528"/>
                <a:gd name="connsiteX15" fmla="*/ 105126 w 508130"/>
                <a:gd name="connsiteY15" fmla="*/ 574528 h 57452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88938 h 588938"/>
                <a:gd name="connsiteX1" fmla="*/ 71348 w 508130"/>
                <a:gd name="connsiteY1" fmla="*/ 558047 h 588938"/>
                <a:gd name="connsiteX2" fmla="*/ 77020 w 508130"/>
                <a:gd name="connsiteY2" fmla="*/ 479227 h 588938"/>
                <a:gd name="connsiteX3" fmla="*/ 685 w 508130"/>
                <a:gd name="connsiteY3" fmla="*/ 336920 h 588938"/>
                <a:gd name="connsiteX4" fmla="*/ 164717 w 508130"/>
                <a:gd name="connsiteY4" fmla="*/ 52426 h 588938"/>
                <a:gd name="connsiteX5" fmla="*/ 216012 w 508130"/>
                <a:gd name="connsiteY5" fmla="*/ 14410 h 588938"/>
                <a:gd name="connsiteX6" fmla="*/ 205670 w 508130"/>
                <a:gd name="connsiteY6" fmla="*/ 68762 h 588938"/>
                <a:gd name="connsiteX7" fmla="*/ 246749 w 508130"/>
                <a:gd name="connsiteY7" fmla="*/ 161490 h 588938"/>
                <a:gd name="connsiteX8" fmla="*/ 339833 w 508130"/>
                <a:gd name="connsiteY8" fmla="*/ 177585 h 588938"/>
                <a:gd name="connsiteX9" fmla="*/ 329309 w 508130"/>
                <a:gd name="connsiteY9" fmla="*/ 261790 h 588938"/>
                <a:gd name="connsiteX10" fmla="*/ 395588 w 508130"/>
                <a:gd name="connsiteY10" fmla="*/ 335803 h 588938"/>
                <a:gd name="connsiteX11" fmla="*/ 508130 w 508130"/>
                <a:gd name="connsiteY11" fmla="*/ 306847 h 588938"/>
                <a:gd name="connsiteX12" fmla="*/ 370339 w 508130"/>
                <a:gd name="connsiteY12" fmla="*/ 492101 h 588938"/>
                <a:gd name="connsiteX13" fmla="*/ 225607 w 508130"/>
                <a:gd name="connsiteY13" fmla="*/ 561605 h 588938"/>
                <a:gd name="connsiteX14" fmla="*/ 167227 w 508130"/>
                <a:gd name="connsiteY14" fmla="*/ 558767 h 588938"/>
                <a:gd name="connsiteX15" fmla="*/ 105126 w 508130"/>
                <a:gd name="connsiteY15" fmla="*/ 588938 h 588938"/>
                <a:gd name="connsiteX0" fmla="*/ 105126 w 508130"/>
                <a:gd name="connsiteY0" fmla="*/ 578301 h 578301"/>
                <a:gd name="connsiteX1" fmla="*/ 71348 w 508130"/>
                <a:gd name="connsiteY1" fmla="*/ 547410 h 578301"/>
                <a:gd name="connsiteX2" fmla="*/ 77020 w 508130"/>
                <a:gd name="connsiteY2" fmla="*/ 468590 h 578301"/>
                <a:gd name="connsiteX3" fmla="*/ 685 w 508130"/>
                <a:gd name="connsiteY3" fmla="*/ 326283 h 578301"/>
                <a:gd name="connsiteX4" fmla="*/ 164717 w 508130"/>
                <a:gd name="connsiteY4" fmla="*/ 41789 h 578301"/>
                <a:gd name="connsiteX5" fmla="*/ 216012 w 508130"/>
                <a:gd name="connsiteY5" fmla="*/ 3773 h 578301"/>
                <a:gd name="connsiteX6" fmla="*/ 205670 w 508130"/>
                <a:gd name="connsiteY6" fmla="*/ 58125 h 578301"/>
                <a:gd name="connsiteX7" fmla="*/ 246749 w 508130"/>
                <a:gd name="connsiteY7" fmla="*/ 150853 h 578301"/>
                <a:gd name="connsiteX8" fmla="*/ 339833 w 508130"/>
                <a:gd name="connsiteY8" fmla="*/ 166948 h 578301"/>
                <a:gd name="connsiteX9" fmla="*/ 329309 w 508130"/>
                <a:gd name="connsiteY9" fmla="*/ 251153 h 578301"/>
                <a:gd name="connsiteX10" fmla="*/ 395588 w 508130"/>
                <a:gd name="connsiteY10" fmla="*/ 325166 h 578301"/>
                <a:gd name="connsiteX11" fmla="*/ 508130 w 508130"/>
                <a:gd name="connsiteY11" fmla="*/ 296210 h 578301"/>
                <a:gd name="connsiteX12" fmla="*/ 370339 w 508130"/>
                <a:gd name="connsiteY12" fmla="*/ 481464 h 578301"/>
                <a:gd name="connsiteX13" fmla="*/ 225607 w 508130"/>
                <a:gd name="connsiteY13" fmla="*/ 550968 h 578301"/>
                <a:gd name="connsiteX14" fmla="*/ 167227 w 508130"/>
                <a:gd name="connsiteY14" fmla="*/ 548130 h 578301"/>
                <a:gd name="connsiteX15" fmla="*/ 105126 w 508130"/>
                <a:gd name="connsiteY15" fmla="*/ 578301 h 578301"/>
                <a:gd name="connsiteX0" fmla="*/ 105021 w 508025"/>
                <a:gd name="connsiteY0" fmla="*/ 574830 h 574830"/>
                <a:gd name="connsiteX1" fmla="*/ 71243 w 508025"/>
                <a:gd name="connsiteY1" fmla="*/ 543939 h 574830"/>
                <a:gd name="connsiteX2" fmla="*/ 76915 w 508025"/>
                <a:gd name="connsiteY2" fmla="*/ 465119 h 574830"/>
                <a:gd name="connsiteX3" fmla="*/ 580 w 508025"/>
                <a:gd name="connsiteY3" fmla="*/ 322812 h 574830"/>
                <a:gd name="connsiteX4" fmla="*/ 164612 w 508025"/>
                <a:gd name="connsiteY4" fmla="*/ 38318 h 574830"/>
                <a:gd name="connsiteX5" fmla="*/ 215907 w 508025"/>
                <a:gd name="connsiteY5" fmla="*/ 302 h 574830"/>
                <a:gd name="connsiteX6" fmla="*/ 205565 w 508025"/>
                <a:gd name="connsiteY6" fmla="*/ 54654 h 574830"/>
                <a:gd name="connsiteX7" fmla="*/ 246644 w 508025"/>
                <a:gd name="connsiteY7" fmla="*/ 147382 h 574830"/>
                <a:gd name="connsiteX8" fmla="*/ 339728 w 508025"/>
                <a:gd name="connsiteY8" fmla="*/ 163477 h 574830"/>
                <a:gd name="connsiteX9" fmla="*/ 329204 w 508025"/>
                <a:gd name="connsiteY9" fmla="*/ 247682 h 574830"/>
                <a:gd name="connsiteX10" fmla="*/ 395483 w 508025"/>
                <a:gd name="connsiteY10" fmla="*/ 321695 h 574830"/>
                <a:gd name="connsiteX11" fmla="*/ 508025 w 508025"/>
                <a:gd name="connsiteY11" fmla="*/ 292739 h 574830"/>
                <a:gd name="connsiteX12" fmla="*/ 370234 w 508025"/>
                <a:gd name="connsiteY12" fmla="*/ 477993 h 574830"/>
                <a:gd name="connsiteX13" fmla="*/ 225502 w 508025"/>
                <a:gd name="connsiteY13" fmla="*/ 547497 h 574830"/>
                <a:gd name="connsiteX14" fmla="*/ 167122 w 508025"/>
                <a:gd name="connsiteY14" fmla="*/ 544659 h 574830"/>
                <a:gd name="connsiteX15" fmla="*/ 105021 w 508025"/>
                <a:gd name="connsiteY15" fmla="*/ 574830 h 574830"/>
                <a:gd name="connsiteX0" fmla="*/ 105134 w 508138"/>
                <a:gd name="connsiteY0" fmla="*/ 582017 h 582017"/>
                <a:gd name="connsiteX1" fmla="*/ 71356 w 508138"/>
                <a:gd name="connsiteY1" fmla="*/ 551126 h 582017"/>
                <a:gd name="connsiteX2" fmla="*/ 77028 w 508138"/>
                <a:gd name="connsiteY2" fmla="*/ 472306 h 582017"/>
                <a:gd name="connsiteX3" fmla="*/ 693 w 508138"/>
                <a:gd name="connsiteY3" fmla="*/ 329999 h 582017"/>
                <a:gd name="connsiteX4" fmla="*/ 164725 w 508138"/>
                <a:gd name="connsiteY4" fmla="*/ 45505 h 582017"/>
                <a:gd name="connsiteX5" fmla="*/ 228818 w 508138"/>
                <a:gd name="connsiteY5" fmla="*/ 2690 h 582017"/>
                <a:gd name="connsiteX6" fmla="*/ 205678 w 508138"/>
                <a:gd name="connsiteY6" fmla="*/ 61841 h 582017"/>
                <a:gd name="connsiteX7" fmla="*/ 246757 w 508138"/>
                <a:gd name="connsiteY7" fmla="*/ 154569 h 582017"/>
                <a:gd name="connsiteX8" fmla="*/ 339841 w 508138"/>
                <a:gd name="connsiteY8" fmla="*/ 170664 h 582017"/>
                <a:gd name="connsiteX9" fmla="*/ 329317 w 508138"/>
                <a:gd name="connsiteY9" fmla="*/ 254869 h 582017"/>
                <a:gd name="connsiteX10" fmla="*/ 395596 w 508138"/>
                <a:gd name="connsiteY10" fmla="*/ 328882 h 582017"/>
                <a:gd name="connsiteX11" fmla="*/ 508138 w 508138"/>
                <a:gd name="connsiteY11" fmla="*/ 299926 h 582017"/>
                <a:gd name="connsiteX12" fmla="*/ 370347 w 508138"/>
                <a:gd name="connsiteY12" fmla="*/ 485180 h 582017"/>
                <a:gd name="connsiteX13" fmla="*/ 225615 w 508138"/>
                <a:gd name="connsiteY13" fmla="*/ 554684 h 582017"/>
                <a:gd name="connsiteX14" fmla="*/ 167235 w 508138"/>
                <a:gd name="connsiteY14" fmla="*/ 551846 h 582017"/>
                <a:gd name="connsiteX15" fmla="*/ 105134 w 508138"/>
                <a:gd name="connsiteY15" fmla="*/ 582017 h 582017"/>
                <a:gd name="connsiteX0" fmla="*/ 105134 w 508138"/>
                <a:gd name="connsiteY0" fmla="*/ 579327 h 579327"/>
                <a:gd name="connsiteX1" fmla="*/ 71356 w 508138"/>
                <a:gd name="connsiteY1" fmla="*/ 548436 h 579327"/>
                <a:gd name="connsiteX2" fmla="*/ 77028 w 508138"/>
                <a:gd name="connsiteY2" fmla="*/ 469616 h 579327"/>
                <a:gd name="connsiteX3" fmla="*/ 693 w 508138"/>
                <a:gd name="connsiteY3" fmla="*/ 327309 h 579327"/>
                <a:gd name="connsiteX4" fmla="*/ 164725 w 508138"/>
                <a:gd name="connsiteY4" fmla="*/ 42815 h 579327"/>
                <a:gd name="connsiteX5" fmla="*/ 228818 w 508138"/>
                <a:gd name="connsiteY5" fmla="*/ 0 h 579327"/>
                <a:gd name="connsiteX6" fmla="*/ 205678 w 508138"/>
                <a:gd name="connsiteY6" fmla="*/ 59151 h 579327"/>
                <a:gd name="connsiteX7" fmla="*/ 246757 w 508138"/>
                <a:gd name="connsiteY7" fmla="*/ 151879 h 579327"/>
                <a:gd name="connsiteX8" fmla="*/ 339841 w 508138"/>
                <a:gd name="connsiteY8" fmla="*/ 167974 h 579327"/>
                <a:gd name="connsiteX9" fmla="*/ 329317 w 508138"/>
                <a:gd name="connsiteY9" fmla="*/ 252179 h 579327"/>
                <a:gd name="connsiteX10" fmla="*/ 395596 w 508138"/>
                <a:gd name="connsiteY10" fmla="*/ 326192 h 579327"/>
                <a:gd name="connsiteX11" fmla="*/ 508138 w 508138"/>
                <a:gd name="connsiteY11" fmla="*/ 297236 h 579327"/>
                <a:gd name="connsiteX12" fmla="*/ 370347 w 508138"/>
                <a:gd name="connsiteY12" fmla="*/ 482490 h 579327"/>
                <a:gd name="connsiteX13" fmla="*/ 225615 w 508138"/>
                <a:gd name="connsiteY13" fmla="*/ 551994 h 579327"/>
                <a:gd name="connsiteX14" fmla="*/ 167235 w 508138"/>
                <a:gd name="connsiteY14" fmla="*/ 549156 h 579327"/>
                <a:gd name="connsiteX15" fmla="*/ 105134 w 50813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5568 w 508028"/>
                <a:gd name="connsiteY6" fmla="*/ 59151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6647 w 508028"/>
                <a:gd name="connsiteY7" fmla="*/ 151879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24 w 508028"/>
                <a:gd name="connsiteY0" fmla="*/ 579327 h 579327"/>
                <a:gd name="connsiteX1" fmla="*/ 71246 w 508028"/>
                <a:gd name="connsiteY1" fmla="*/ 548436 h 579327"/>
                <a:gd name="connsiteX2" fmla="*/ 76918 w 508028"/>
                <a:gd name="connsiteY2" fmla="*/ 469616 h 579327"/>
                <a:gd name="connsiteX3" fmla="*/ 583 w 508028"/>
                <a:gd name="connsiteY3" fmla="*/ 327309 h 579327"/>
                <a:gd name="connsiteX4" fmla="*/ 164615 w 508028"/>
                <a:gd name="connsiteY4" fmla="*/ 42815 h 579327"/>
                <a:gd name="connsiteX5" fmla="*/ 228708 w 508028"/>
                <a:gd name="connsiteY5" fmla="*/ 0 h 579327"/>
                <a:gd name="connsiteX6" fmla="*/ 204288 w 508028"/>
                <a:gd name="connsiteY6" fmla="*/ 66830 h 579327"/>
                <a:gd name="connsiteX7" fmla="*/ 249633 w 508028"/>
                <a:gd name="connsiteY7" fmla="*/ 151026 h 579327"/>
                <a:gd name="connsiteX8" fmla="*/ 339731 w 508028"/>
                <a:gd name="connsiteY8" fmla="*/ 167974 h 579327"/>
                <a:gd name="connsiteX9" fmla="*/ 329207 w 508028"/>
                <a:gd name="connsiteY9" fmla="*/ 252179 h 579327"/>
                <a:gd name="connsiteX10" fmla="*/ 395486 w 508028"/>
                <a:gd name="connsiteY10" fmla="*/ 326192 h 579327"/>
                <a:gd name="connsiteX11" fmla="*/ 508028 w 508028"/>
                <a:gd name="connsiteY11" fmla="*/ 297236 h 579327"/>
                <a:gd name="connsiteX12" fmla="*/ 370237 w 508028"/>
                <a:gd name="connsiteY12" fmla="*/ 482490 h 579327"/>
                <a:gd name="connsiteX13" fmla="*/ 225505 w 508028"/>
                <a:gd name="connsiteY13" fmla="*/ 551994 h 579327"/>
                <a:gd name="connsiteX14" fmla="*/ 167125 w 508028"/>
                <a:gd name="connsiteY14" fmla="*/ 549156 h 579327"/>
                <a:gd name="connsiteX15" fmla="*/ 105024 w 50802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034 w 508038"/>
                <a:gd name="connsiteY0" fmla="*/ 579327 h 579327"/>
                <a:gd name="connsiteX1" fmla="*/ 71256 w 508038"/>
                <a:gd name="connsiteY1" fmla="*/ 548436 h 579327"/>
                <a:gd name="connsiteX2" fmla="*/ 76928 w 508038"/>
                <a:gd name="connsiteY2" fmla="*/ 469616 h 579327"/>
                <a:gd name="connsiteX3" fmla="*/ 593 w 508038"/>
                <a:gd name="connsiteY3" fmla="*/ 327309 h 579327"/>
                <a:gd name="connsiteX4" fmla="*/ 164625 w 508038"/>
                <a:gd name="connsiteY4" fmla="*/ 42815 h 579327"/>
                <a:gd name="connsiteX5" fmla="*/ 228718 w 508038"/>
                <a:gd name="connsiteY5" fmla="*/ 0 h 579327"/>
                <a:gd name="connsiteX6" fmla="*/ 204298 w 508038"/>
                <a:gd name="connsiteY6" fmla="*/ 66830 h 579327"/>
                <a:gd name="connsiteX7" fmla="*/ 249643 w 508038"/>
                <a:gd name="connsiteY7" fmla="*/ 151026 h 579327"/>
                <a:gd name="connsiteX8" fmla="*/ 339741 w 508038"/>
                <a:gd name="connsiteY8" fmla="*/ 167974 h 579327"/>
                <a:gd name="connsiteX9" fmla="*/ 329217 w 508038"/>
                <a:gd name="connsiteY9" fmla="*/ 252179 h 579327"/>
                <a:gd name="connsiteX10" fmla="*/ 395496 w 508038"/>
                <a:gd name="connsiteY10" fmla="*/ 326192 h 579327"/>
                <a:gd name="connsiteX11" fmla="*/ 508038 w 508038"/>
                <a:gd name="connsiteY11" fmla="*/ 297236 h 579327"/>
                <a:gd name="connsiteX12" fmla="*/ 370247 w 508038"/>
                <a:gd name="connsiteY12" fmla="*/ 482490 h 579327"/>
                <a:gd name="connsiteX13" fmla="*/ 225515 w 508038"/>
                <a:gd name="connsiteY13" fmla="*/ 551994 h 579327"/>
                <a:gd name="connsiteX14" fmla="*/ 167135 w 508038"/>
                <a:gd name="connsiteY14" fmla="*/ 549156 h 579327"/>
                <a:gd name="connsiteX15" fmla="*/ 105034 w 508038"/>
                <a:gd name="connsiteY15" fmla="*/ 579327 h 57932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131 w 508135"/>
                <a:gd name="connsiteY0" fmla="*/ 580607 h 580607"/>
                <a:gd name="connsiteX1" fmla="*/ 71353 w 508135"/>
                <a:gd name="connsiteY1" fmla="*/ 549716 h 580607"/>
                <a:gd name="connsiteX2" fmla="*/ 77025 w 508135"/>
                <a:gd name="connsiteY2" fmla="*/ 470896 h 580607"/>
                <a:gd name="connsiteX3" fmla="*/ 690 w 508135"/>
                <a:gd name="connsiteY3" fmla="*/ 328589 h 580607"/>
                <a:gd name="connsiteX4" fmla="*/ 164722 w 508135"/>
                <a:gd name="connsiteY4" fmla="*/ 44095 h 580607"/>
                <a:gd name="connsiteX5" fmla="*/ 224549 w 508135"/>
                <a:gd name="connsiteY5" fmla="*/ 0 h 580607"/>
                <a:gd name="connsiteX6" fmla="*/ 204395 w 508135"/>
                <a:gd name="connsiteY6" fmla="*/ 68110 h 580607"/>
                <a:gd name="connsiteX7" fmla="*/ 249740 w 508135"/>
                <a:gd name="connsiteY7" fmla="*/ 152306 h 580607"/>
                <a:gd name="connsiteX8" fmla="*/ 339838 w 508135"/>
                <a:gd name="connsiteY8" fmla="*/ 169254 h 580607"/>
                <a:gd name="connsiteX9" fmla="*/ 329314 w 508135"/>
                <a:gd name="connsiteY9" fmla="*/ 253459 h 580607"/>
                <a:gd name="connsiteX10" fmla="*/ 395593 w 508135"/>
                <a:gd name="connsiteY10" fmla="*/ 327472 h 580607"/>
                <a:gd name="connsiteX11" fmla="*/ 508135 w 508135"/>
                <a:gd name="connsiteY11" fmla="*/ 298516 h 580607"/>
                <a:gd name="connsiteX12" fmla="*/ 370344 w 508135"/>
                <a:gd name="connsiteY12" fmla="*/ 483770 h 580607"/>
                <a:gd name="connsiteX13" fmla="*/ 225612 w 508135"/>
                <a:gd name="connsiteY13" fmla="*/ 553274 h 580607"/>
                <a:gd name="connsiteX14" fmla="*/ 167232 w 508135"/>
                <a:gd name="connsiteY14" fmla="*/ 550436 h 580607"/>
                <a:gd name="connsiteX15" fmla="*/ 105131 w 508135"/>
                <a:gd name="connsiteY15" fmla="*/ 580607 h 580607"/>
                <a:gd name="connsiteX0" fmla="*/ 105035 w 508039"/>
                <a:gd name="connsiteY0" fmla="*/ 580607 h 580607"/>
                <a:gd name="connsiteX1" fmla="*/ 71257 w 508039"/>
                <a:gd name="connsiteY1" fmla="*/ 549716 h 580607"/>
                <a:gd name="connsiteX2" fmla="*/ 76929 w 508039"/>
                <a:gd name="connsiteY2" fmla="*/ 470896 h 580607"/>
                <a:gd name="connsiteX3" fmla="*/ 594 w 508039"/>
                <a:gd name="connsiteY3" fmla="*/ 328589 h 580607"/>
                <a:gd name="connsiteX4" fmla="*/ 164626 w 508039"/>
                <a:gd name="connsiteY4" fmla="*/ 44095 h 580607"/>
                <a:gd name="connsiteX5" fmla="*/ 224453 w 508039"/>
                <a:gd name="connsiteY5" fmla="*/ 0 h 580607"/>
                <a:gd name="connsiteX6" fmla="*/ 204299 w 508039"/>
                <a:gd name="connsiteY6" fmla="*/ 68110 h 580607"/>
                <a:gd name="connsiteX7" fmla="*/ 249644 w 508039"/>
                <a:gd name="connsiteY7" fmla="*/ 152306 h 580607"/>
                <a:gd name="connsiteX8" fmla="*/ 339742 w 508039"/>
                <a:gd name="connsiteY8" fmla="*/ 169254 h 580607"/>
                <a:gd name="connsiteX9" fmla="*/ 329218 w 508039"/>
                <a:gd name="connsiteY9" fmla="*/ 253459 h 580607"/>
                <a:gd name="connsiteX10" fmla="*/ 395497 w 508039"/>
                <a:gd name="connsiteY10" fmla="*/ 327472 h 580607"/>
                <a:gd name="connsiteX11" fmla="*/ 508039 w 508039"/>
                <a:gd name="connsiteY11" fmla="*/ 298516 h 580607"/>
                <a:gd name="connsiteX12" fmla="*/ 370248 w 508039"/>
                <a:gd name="connsiteY12" fmla="*/ 483770 h 580607"/>
                <a:gd name="connsiteX13" fmla="*/ 225516 w 508039"/>
                <a:gd name="connsiteY13" fmla="*/ 553274 h 580607"/>
                <a:gd name="connsiteX14" fmla="*/ 167136 w 508039"/>
                <a:gd name="connsiteY14" fmla="*/ 550436 h 580607"/>
                <a:gd name="connsiteX15" fmla="*/ 105035 w 508039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4288 w 508028"/>
                <a:gd name="connsiteY6" fmla="*/ 68110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197462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5994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49633 w 508028"/>
                <a:gd name="connsiteY7" fmla="*/ 152306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07"/>
                <a:gd name="connsiteX1" fmla="*/ 71246 w 508028"/>
                <a:gd name="connsiteY1" fmla="*/ 549716 h 580607"/>
                <a:gd name="connsiteX2" fmla="*/ 76918 w 508028"/>
                <a:gd name="connsiteY2" fmla="*/ 470896 h 580607"/>
                <a:gd name="connsiteX3" fmla="*/ 583 w 508028"/>
                <a:gd name="connsiteY3" fmla="*/ 328589 h 580607"/>
                <a:gd name="connsiteX4" fmla="*/ 164615 w 508028"/>
                <a:gd name="connsiteY4" fmla="*/ 44095 h 580607"/>
                <a:gd name="connsiteX5" fmla="*/ 224442 w 508028"/>
                <a:gd name="connsiteY5" fmla="*/ 0 h 580607"/>
                <a:gd name="connsiteX6" fmla="*/ 202581 w 508028"/>
                <a:gd name="connsiteY6" fmla="*/ 85601 h 580607"/>
                <a:gd name="connsiteX7" fmla="*/ 251339 w 508028"/>
                <a:gd name="connsiteY7" fmla="*/ 151453 h 580607"/>
                <a:gd name="connsiteX8" fmla="*/ 339731 w 508028"/>
                <a:gd name="connsiteY8" fmla="*/ 169254 h 580607"/>
                <a:gd name="connsiteX9" fmla="*/ 329207 w 508028"/>
                <a:gd name="connsiteY9" fmla="*/ 253459 h 580607"/>
                <a:gd name="connsiteX10" fmla="*/ 395486 w 508028"/>
                <a:gd name="connsiteY10" fmla="*/ 327472 h 580607"/>
                <a:gd name="connsiteX11" fmla="*/ 508028 w 508028"/>
                <a:gd name="connsiteY11" fmla="*/ 298516 h 580607"/>
                <a:gd name="connsiteX12" fmla="*/ 370237 w 508028"/>
                <a:gd name="connsiteY12" fmla="*/ 483770 h 580607"/>
                <a:gd name="connsiteX13" fmla="*/ 225505 w 508028"/>
                <a:gd name="connsiteY13" fmla="*/ 553274 h 580607"/>
                <a:gd name="connsiteX14" fmla="*/ 167125 w 508028"/>
                <a:gd name="connsiteY14" fmla="*/ 550436 h 580607"/>
                <a:gd name="connsiteX15" fmla="*/ 105024 w 508028"/>
                <a:gd name="connsiteY15" fmla="*/ 580607 h 580607"/>
                <a:gd name="connsiteX0" fmla="*/ 105024 w 508028"/>
                <a:gd name="connsiteY0" fmla="*/ 580607 h 580649"/>
                <a:gd name="connsiteX1" fmla="*/ 85530 w 508028"/>
                <a:gd name="connsiteY1" fmla="*/ 542575 h 580649"/>
                <a:gd name="connsiteX2" fmla="*/ 76918 w 508028"/>
                <a:gd name="connsiteY2" fmla="*/ 470896 h 580649"/>
                <a:gd name="connsiteX3" fmla="*/ 583 w 508028"/>
                <a:gd name="connsiteY3" fmla="*/ 328589 h 580649"/>
                <a:gd name="connsiteX4" fmla="*/ 164615 w 508028"/>
                <a:gd name="connsiteY4" fmla="*/ 44095 h 580649"/>
                <a:gd name="connsiteX5" fmla="*/ 224442 w 508028"/>
                <a:gd name="connsiteY5" fmla="*/ 0 h 580649"/>
                <a:gd name="connsiteX6" fmla="*/ 202581 w 508028"/>
                <a:gd name="connsiteY6" fmla="*/ 85601 h 580649"/>
                <a:gd name="connsiteX7" fmla="*/ 251339 w 508028"/>
                <a:gd name="connsiteY7" fmla="*/ 151453 h 580649"/>
                <a:gd name="connsiteX8" fmla="*/ 339731 w 508028"/>
                <a:gd name="connsiteY8" fmla="*/ 169254 h 580649"/>
                <a:gd name="connsiteX9" fmla="*/ 329207 w 508028"/>
                <a:gd name="connsiteY9" fmla="*/ 253459 h 580649"/>
                <a:gd name="connsiteX10" fmla="*/ 395486 w 508028"/>
                <a:gd name="connsiteY10" fmla="*/ 327472 h 580649"/>
                <a:gd name="connsiteX11" fmla="*/ 508028 w 508028"/>
                <a:gd name="connsiteY11" fmla="*/ 298516 h 580649"/>
                <a:gd name="connsiteX12" fmla="*/ 370237 w 508028"/>
                <a:gd name="connsiteY12" fmla="*/ 483770 h 580649"/>
                <a:gd name="connsiteX13" fmla="*/ 225505 w 508028"/>
                <a:gd name="connsiteY13" fmla="*/ 553274 h 580649"/>
                <a:gd name="connsiteX14" fmla="*/ 167125 w 508028"/>
                <a:gd name="connsiteY14" fmla="*/ 550436 h 580649"/>
                <a:gd name="connsiteX15" fmla="*/ 105024 w 508028"/>
                <a:gd name="connsiteY15" fmla="*/ 580607 h 580649"/>
                <a:gd name="connsiteX0" fmla="*/ 119308 w 508028"/>
                <a:gd name="connsiteY0" fmla="*/ 561562 h 561669"/>
                <a:gd name="connsiteX1" fmla="*/ 85530 w 508028"/>
                <a:gd name="connsiteY1" fmla="*/ 542575 h 561669"/>
                <a:gd name="connsiteX2" fmla="*/ 76918 w 508028"/>
                <a:gd name="connsiteY2" fmla="*/ 470896 h 561669"/>
                <a:gd name="connsiteX3" fmla="*/ 583 w 508028"/>
                <a:gd name="connsiteY3" fmla="*/ 328589 h 561669"/>
                <a:gd name="connsiteX4" fmla="*/ 164615 w 508028"/>
                <a:gd name="connsiteY4" fmla="*/ 44095 h 561669"/>
                <a:gd name="connsiteX5" fmla="*/ 224442 w 508028"/>
                <a:gd name="connsiteY5" fmla="*/ 0 h 561669"/>
                <a:gd name="connsiteX6" fmla="*/ 202581 w 508028"/>
                <a:gd name="connsiteY6" fmla="*/ 85601 h 561669"/>
                <a:gd name="connsiteX7" fmla="*/ 251339 w 508028"/>
                <a:gd name="connsiteY7" fmla="*/ 151453 h 561669"/>
                <a:gd name="connsiteX8" fmla="*/ 339731 w 508028"/>
                <a:gd name="connsiteY8" fmla="*/ 169254 h 561669"/>
                <a:gd name="connsiteX9" fmla="*/ 329207 w 508028"/>
                <a:gd name="connsiteY9" fmla="*/ 253459 h 561669"/>
                <a:gd name="connsiteX10" fmla="*/ 395486 w 508028"/>
                <a:gd name="connsiteY10" fmla="*/ 327472 h 561669"/>
                <a:gd name="connsiteX11" fmla="*/ 508028 w 508028"/>
                <a:gd name="connsiteY11" fmla="*/ 298516 h 561669"/>
                <a:gd name="connsiteX12" fmla="*/ 370237 w 508028"/>
                <a:gd name="connsiteY12" fmla="*/ 483770 h 561669"/>
                <a:gd name="connsiteX13" fmla="*/ 225505 w 508028"/>
                <a:gd name="connsiteY13" fmla="*/ 553274 h 561669"/>
                <a:gd name="connsiteX14" fmla="*/ 167125 w 508028"/>
                <a:gd name="connsiteY14" fmla="*/ 550436 h 561669"/>
                <a:gd name="connsiteX15" fmla="*/ 119308 w 508028"/>
                <a:gd name="connsiteY15" fmla="*/ 561562 h 561669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5663"/>
                <a:gd name="connsiteX1" fmla="*/ 76918 w 508028"/>
                <a:gd name="connsiteY1" fmla="*/ 470896 h 565663"/>
                <a:gd name="connsiteX2" fmla="*/ 583 w 508028"/>
                <a:gd name="connsiteY2" fmla="*/ 328589 h 565663"/>
                <a:gd name="connsiteX3" fmla="*/ 164615 w 508028"/>
                <a:gd name="connsiteY3" fmla="*/ 44095 h 565663"/>
                <a:gd name="connsiteX4" fmla="*/ 224442 w 508028"/>
                <a:gd name="connsiteY4" fmla="*/ 0 h 565663"/>
                <a:gd name="connsiteX5" fmla="*/ 202581 w 508028"/>
                <a:gd name="connsiteY5" fmla="*/ 85601 h 565663"/>
                <a:gd name="connsiteX6" fmla="*/ 251339 w 508028"/>
                <a:gd name="connsiteY6" fmla="*/ 151453 h 565663"/>
                <a:gd name="connsiteX7" fmla="*/ 339731 w 508028"/>
                <a:gd name="connsiteY7" fmla="*/ 169254 h 565663"/>
                <a:gd name="connsiteX8" fmla="*/ 329207 w 508028"/>
                <a:gd name="connsiteY8" fmla="*/ 253459 h 565663"/>
                <a:gd name="connsiteX9" fmla="*/ 395486 w 508028"/>
                <a:gd name="connsiteY9" fmla="*/ 327472 h 565663"/>
                <a:gd name="connsiteX10" fmla="*/ 508028 w 508028"/>
                <a:gd name="connsiteY10" fmla="*/ 298516 h 565663"/>
                <a:gd name="connsiteX11" fmla="*/ 370237 w 508028"/>
                <a:gd name="connsiteY11" fmla="*/ 483770 h 565663"/>
                <a:gd name="connsiteX12" fmla="*/ 225505 w 508028"/>
                <a:gd name="connsiteY12" fmla="*/ 553274 h 565663"/>
                <a:gd name="connsiteX13" fmla="*/ 167125 w 508028"/>
                <a:gd name="connsiteY13" fmla="*/ 550436 h 565663"/>
                <a:gd name="connsiteX14" fmla="*/ 119308 w 508028"/>
                <a:gd name="connsiteY14" fmla="*/ 561562 h 565663"/>
                <a:gd name="connsiteX0" fmla="*/ 119308 w 508028"/>
                <a:gd name="connsiteY0" fmla="*/ 561562 h 566146"/>
                <a:gd name="connsiteX1" fmla="*/ 76918 w 508028"/>
                <a:gd name="connsiteY1" fmla="*/ 470896 h 566146"/>
                <a:gd name="connsiteX2" fmla="*/ 583 w 508028"/>
                <a:gd name="connsiteY2" fmla="*/ 328589 h 566146"/>
                <a:gd name="connsiteX3" fmla="*/ 164615 w 508028"/>
                <a:gd name="connsiteY3" fmla="*/ 44095 h 566146"/>
                <a:gd name="connsiteX4" fmla="*/ 224442 w 508028"/>
                <a:gd name="connsiteY4" fmla="*/ 0 h 566146"/>
                <a:gd name="connsiteX5" fmla="*/ 202581 w 508028"/>
                <a:gd name="connsiteY5" fmla="*/ 85601 h 566146"/>
                <a:gd name="connsiteX6" fmla="*/ 251339 w 508028"/>
                <a:gd name="connsiteY6" fmla="*/ 151453 h 566146"/>
                <a:gd name="connsiteX7" fmla="*/ 339731 w 508028"/>
                <a:gd name="connsiteY7" fmla="*/ 169254 h 566146"/>
                <a:gd name="connsiteX8" fmla="*/ 329207 w 508028"/>
                <a:gd name="connsiteY8" fmla="*/ 253459 h 566146"/>
                <a:gd name="connsiteX9" fmla="*/ 395486 w 508028"/>
                <a:gd name="connsiteY9" fmla="*/ 327472 h 566146"/>
                <a:gd name="connsiteX10" fmla="*/ 508028 w 508028"/>
                <a:gd name="connsiteY10" fmla="*/ 298516 h 566146"/>
                <a:gd name="connsiteX11" fmla="*/ 370237 w 508028"/>
                <a:gd name="connsiteY11" fmla="*/ 483770 h 566146"/>
                <a:gd name="connsiteX12" fmla="*/ 225505 w 508028"/>
                <a:gd name="connsiteY12" fmla="*/ 553274 h 566146"/>
                <a:gd name="connsiteX13" fmla="*/ 167125 w 508028"/>
                <a:gd name="connsiteY13" fmla="*/ 550436 h 566146"/>
                <a:gd name="connsiteX14" fmla="*/ 119308 w 508028"/>
                <a:gd name="connsiteY14" fmla="*/ 561562 h 566146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9982"/>
                <a:gd name="connsiteX1" fmla="*/ 76918 w 508028"/>
                <a:gd name="connsiteY1" fmla="*/ 470896 h 559982"/>
                <a:gd name="connsiteX2" fmla="*/ 583 w 508028"/>
                <a:gd name="connsiteY2" fmla="*/ 328589 h 559982"/>
                <a:gd name="connsiteX3" fmla="*/ 164615 w 508028"/>
                <a:gd name="connsiteY3" fmla="*/ 44095 h 559982"/>
                <a:gd name="connsiteX4" fmla="*/ 224442 w 508028"/>
                <a:gd name="connsiteY4" fmla="*/ 0 h 559982"/>
                <a:gd name="connsiteX5" fmla="*/ 202581 w 508028"/>
                <a:gd name="connsiteY5" fmla="*/ 85601 h 559982"/>
                <a:gd name="connsiteX6" fmla="*/ 251339 w 508028"/>
                <a:gd name="connsiteY6" fmla="*/ 151453 h 559982"/>
                <a:gd name="connsiteX7" fmla="*/ 339731 w 508028"/>
                <a:gd name="connsiteY7" fmla="*/ 169254 h 559982"/>
                <a:gd name="connsiteX8" fmla="*/ 329207 w 508028"/>
                <a:gd name="connsiteY8" fmla="*/ 253459 h 559982"/>
                <a:gd name="connsiteX9" fmla="*/ 395486 w 508028"/>
                <a:gd name="connsiteY9" fmla="*/ 327472 h 559982"/>
                <a:gd name="connsiteX10" fmla="*/ 508028 w 508028"/>
                <a:gd name="connsiteY10" fmla="*/ 298516 h 559982"/>
                <a:gd name="connsiteX11" fmla="*/ 370237 w 508028"/>
                <a:gd name="connsiteY11" fmla="*/ 483770 h 559982"/>
                <a:gd name="connsiteX12" fmla="*/ 225505 w 508028"/>
                <a:gd name="connsiteY12" fmla="*/ 553274 h 559982"/>
                <a:gd name="connsiteX13" fmla="*/ 167125 w 508028"/>
                <a:gd name="connsiteY13" fmla="*/ 550436 h 559982"/>
                <a:gd name="connsiteX14" fmla="*/ 115737 w 508028"/>
                <a:gd name="connsiteY14" fmla="*/ 554421 h 559982"/>
                <a:gd name="connsiteX0" fmla="*/ 115737 w 508028"/>
                <a:gd name="connsiteY0" fmla="*/ 554421 h 558431"/>
                <a:gd name="connsiteX1" fmla="*/ 76918 w 508028"/>
                <a:gd name="connsiteY1" fmla="*/ 470896 h 558431"/>
                <a:gd name="connsiteX2" fmla="*/ 583 w 508028"/>
                <a:gd name="connsiteY2" fmla="*/ 328589 h 558431"/>
                <a:gd name="connsiteX3" fmla="*/ 164615 w 508028"/>
                <a:gd name="connsiteY3" fmla="*/ 44095 h 558431"/>
                <a:gd name="connsiteX4" fmla="*/ 224442 w 508028"/>
                <a:gd name="connsiteY4" fmla="*/ 0 h 558431"/>
                <a:gd name="connsiteX5" fmla="*/ 202581 w 508028"/>
                <a:gd name="connsiteY5" fmla="*/ 85601 h 558431"/>
                <a:gd name="connsiteX6" fmla="*/ 251339 w 508028"/>
                <a:gd name="connsiteY6" fmla="*/ 151453 h 558431"/>
                <a:gd name="connsiteX7" fmla="*/ 339731 w 508028"/>
                <a:gd name="connsiteY7" fmla="*/ 169254 h 558431"/>
                <a:gd name="connsiteX8" fmla="*/ 329207 w 508028"/>
                <a:gd name="connsiteY8" fmla="*/ 253459 h 558431"/>
                <a:gd name="connsiteX9" fmla="*/ 395486 w 508028"/>
                <a:gd name="connsiteY9" fmla="*/ 327472 h 558431"/>
                <a:gd name="connsiteX10" fmla="*/ 508028 w 508028"/>
                <a:gd name="connsiteY10" fmla="*/ 298516 h 558431"/>
                <a:gd name="connsiteX11" fmla="*/ 370237 w 508028"/>
                <a:gd name="connsiteY11" fmla="*/ 483770 h 558431"/>
                <a:gd name="connsiteX12" fmla="*/ 225505 w 508028"/>
                <a:gd name="connsiteY12" fmla="*/ 553274 h 558431"/>
                <a:gd name="connsiteX13" fmla="*/ 167125 w 508028"/>
                <a:gd name="connsiteY13" fmla="*/ 550436 h 558431"/>
                <a:gd name="connsiteX14" fmla="*/ 115737 w 508028"/>
                <a:gd name="connsiteY14" fmla="*/ 554421 h 558431"/>
                <a:gd name="connsiteX0" fmla="*/ 90741 w 508028"/>
                <a:gd name="connsiteY0" fmla="*/ 543709 h 553761"/>
                <a:gd name="connsiteX1" fmla="*/ 76918 w 508028"/>
                <a:gd name="connsiteY1" fmla="*/ 470896 h 553761"/>
                <a:gd name="connsiteX2" fmla="*/ 583 w 508028"/>
                <a:gd name="connsiteY2" fmla="*/ 328589 h 553761"/>
                <a:gd name="connsiteX3" fmla="*/ 164615 w 508028"/>
                <a:gd name="connsiteY3" fmla="*/ 44095 h 553761"/>
                <a:gd name="connsiteX4" fmla="*/ 224442 w 508028"/>
                <a:gd name="connsiteY4" fmla="*/ 0 h 553761"/>
                <a:gd name="connsiteX5" fmla="*/ 202581 w 508028"/>
                <a:gd name="connsiteY5" fmla="*/ 85601 h 553761"/>
                <a:gd name="connsiteX6" fmla="*/ 251339 w 508028"/>
                <a:gd name="connsiteY6" fmla="*/ 151453 h 553761"/>
                <a:gd name="connsiteX7" fmla="*/ 339731 w 508028"/>
                <a:gd name="connsiteY7" fmla="*/ 169254 h 553761"/>
                <a:gd name="connsiteX8" fmla="*/ 329207 w 508028"/>
                <a:gd name="connsiteY8" fmla="*/ 253459 h 553761"/>
                <a:gd name="connsiteX9" fmla="*/ 395486 w 508028"/>
                <a:gd name="connsiteY9" fmla="*/ 327472 h 553761"/>
                <a:gd name="connsiteX10" fmla="*/ 508028 w 508028"/>
                <a:gd name="connsiteY10" fmla="*/ 298516 h 553761"/>
                <a:gd name="connsiteX11" fmla="*/ 370237 w 508028"/>
                <a:gd name="connsiteY11" fmla="*/ 483770 h 553761"/>
                <a:gd name="connsiteX12" fmla="*/ 225505 w 508028"/>
                <a:gd name="connsiteY12" fmla="*/ 553274 h 553761"/>
                <a:gd name="connsiteX13" fmla="*/ 167125 w 508028"/>
                <a:gd name="connsiteY13" fmla="*/ 550436 h 553761"/>
                <a:gd name="connsiteX14" fmla="*/ 90741 w 508028"/>
                <a:gd name="connsiteY14" fmla="*/ 543709 h 553761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0741 w 508028"/>
                <a:gd name="connsiteY0" fmla="*/ 543709 h 558047"/>
                <a:gd name="connsiteX1" fmla="*/ 76918 w 508028"/>
                <a:gd name="connsiteY1" fmla="*/ 470896 h 558047"/>
                <a:gd name="connsiteX2" fmla="*/ 583 w 508028"/>
                <a:gd name="connsiteY2" fmla="*/ 328589 h 558047"/>
                <a:gd name="connsiteX3" fmla="*/ 164615 w 508028"/>
                <a:gd name="connsiteY3" fmla="*/ 44095 h 558047"/>
                <a:gd name="connsiteX4" fmla="*/ 224442 w 508028"/>
                <a:gd name="connsiteY4" fmla="*/ 0 h 558047"/>
                <a:gd name="connsiteX5" fmla="*/ 202581 w 508028"/>
                <a:gd name="connsiteY5" fmla="*/ 85601 h 558047"/>
                <a:gd name="connsiteX6" fmla="*/ 251339 w 508028"/>
                <a:gd name="connsiteY6" fmla="*/ 151453 h 558047"/>
                <a:gd name="connsiteX7" fmla="*/ 339731 w 508028"/>
                <a:gd name="connsiteY7" fmla="*/ 169254 h 558047"/>
                <a:gd name="connsiteX8" fmla="*/ 329207 w 508028"/>
                <a:gd name="connsiteY8" fmla="*/ 253459 h 558047"/>
                <a:gd name="connsiteX9" fmla="*/ 395486 w 508028"/>
                <a:gd name="connsiteY9" fmla="*/ 327472 h 558047"/>
                <a:gd name="connsiteX10" fmla="*/ 508028 w 508028"/>
                <a:gd name="connsiteY10" fmla="*/ 298516 h 558047"/>
                <a:gd name="connsiteX11" fmla="*/ 370237 w 508028"/>
                <a:gd name="connsiteY11" fmla="*/ 483770 h 558047"/>
                <a:gd name="connsiteX12" fmla="*/ 225505 w 508028"/>
                <a:gd name="connsiteY12" fmla="*/ 553274 h 558047"/>
                <a:gd name="connsiteX13" fmla="*/ 167125 w 508028"/>
                <a:gd name="connsiteY13" fmla="*/ 550436 h 558047"/>
                <a:gd name="connsiteX14" fmla="*/ 90741 w 508028"/>
                <a:gd name="connsiteY14" fmla="*/ 543709 h 558047"/>
                <a:gd name="connsiteX0" fmla="*/ 93582 w 510869"/>
                <a:gd name="connsiteY0" fmla="*/ 543709 h 558047"/>
                <a:gd name="connsiteX1" fmla="*/ 79759 w 510869"/>
                <a:gd name="connsiteY1" fmla="*/ 470896 h 558047"/>
                <a:gd name="connsiteX2" fmla="*/ 3424 w 510869"/>
                <a:gd name="connsiteY2" fmla="*/ 328589 h 558047"/>
                <a:gd name="connsiteX3" fmla="*/ 167456 w 510869"/>
                <a:gd name="connsiteY3" fmla="*/ 44095 h 558047"/>
                <a:gd name="connsiteX4" fmla="*/ 227283 w 510869"/>
                <a:gd name="connsiteY4" fmla="*/ 0 h 558047"/>
                <a:gd name="connsiteX5" fmla="*/ 205422 w 510869"/>
                <a:gd name="connsiteY5" fmla="*/ 85601 h 558047"/>
                <a:gd name="connsiteX6" fmla="*/ 254180 w 510869"/>
                <a:gd name="connsiteY6" fmla="*/ 151453 h 558047"/>
                <a:gd name="connsiteX7" fmla="*/ 342572 w 510869"/>
                <a:gd name="connsiteY7" fmla="*/ 169254 h 558047"/>
                <a:gd name="connsiteX8" fmla="*/ 332048 w 510869"/>
                <a:gd name="connsiteY8" fmla="*/ 253459 h 558047"/>
                <a:gd name="connsiteX9" fmla="*/ 398327 w 510869"/>
                <a:gd name="connsiteY9" fmla="*/ 327472 h 558047"/>
                <a:gd name="connsiteX10" fmla="*/ 510869 w 510869"/>
                <a:gd name="connsiteY10" fmla="*/ 298516 h 558047"/>
                <a:gd name="connsiteX11" fmla="*/ 373078 w 510869"/>
                <a:gd name="connsiteY11" fmla="*/ 483770 h 558047"/>
                <a:gd name="connsiteX12" fmla="*/ 228346 w 510869"/>
                <a:gd name="connsiteY12" fmla="*/ 553274 h 558047"/>
                <a:gd name="connsiteX13" fmla="*/ 169966 w 510869"/>
                <a:gd name="connsiteY13" fmla="*/ 550436 h 558047"/>
                <a:gd name="connsiteX14" fmla="*/ 93582 w 510869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2496 w 509783"/>
                <a:gd name="connsiteY0" fmla="*/ 543709 h 558047"/>
                <a:gd name="connsiteX1" fmla="*/ 78673 w 509783"/>
                <a:gd name="connsiteY1" fmla="*/ 470896 h 558047"/>
                <a:gd name="connsiteX2" fmla="*/ 2338 w 509783"/>
                <a:gd name="connsiteY2" fmla="*/ 328589 h 558047"/>
                <a:gd name="connsiteX3" fmla="*/ 166370 w 509783"/>
                <a:gd name="connsiteY3" fmla="*/ 44095 h 558047"/>
                <a:gd name="connsiteX4" fmla="*/ 226197 w 509783"/>
                <a:gd name="connsiteY4" fmla="*/ 0 h 558047"/>
                <a:gd name="connsiteX5" fmla="*/ 204336 w 509783"/>
                <a:gd name="connsiteY5" fmla="*/ 85601 h 558047"/>
                <a:gd name="connsiteX6" fmla="*/ 253094 w 509783"/>
                <a:gd name="connsiteY6" fmla="*/ 151453 h 558047"/>
                <a:gd name="connsiteX7" fmla="*/ 341486 w 509783"/>
                <a:gd name="connsiteY7" fmla="*/ 169254 h 558047"/>
                <a:gd name="connsiteX8" fmla="*/ 330962 w 509783"/>
                <a:gd name="connsiteY8" fmla="*/ 253459 h 558047"/>
                <a:gd name="connsiteX9" fmla="*/ 397241 w 509783"/>
                <a:gd name="connsiteY9" fmla="*/ 327472 h 558047"/>
                <a:gd name="connsiteX10" fmla="*/ 509783 w 509783"/>
                <a:gd name="connsiteY10" fmla="*/ 298516 h 558047"/>
                <a:gd name="connsiteX11" fmla="*/ 371992 w 509783"/>
                <a:gd name="connsiteY11" fmla="*/ 483770 h 558047"/>
                <a:gd name="connsiteX12" fmla="*/ 227260 w 509783"/>
                <a:gd name="connsiteY12" fmla="*/ 553274 h 558047"/>
                <a:gd name="connsiteX13" fmla="*/ 168880 w 509783"/>
                <a:gd name="connsiteY13" fmla="*/ 550436 h 558047"/>
                <a:gd name="connsiteX14" fmla="*/ 92496 w 509783"/>
                <a:gd name="connsiteY14" fmla="*/ 543709 h 558047"/>
                <a:gd name="connsiteX0" fmla="*/ 91747 w 509034"/>
                <a:gd name="connsiteY0" fmla="*/ 543709 h 558047"/>
                <a:gd name="connsiteX1" fmla="*/ 77924 w 509034"/>
                <a:gd name="connsiteY1" fmla="*/ 470896 h 558047"/>
                <a:gd name="connsiteX2" fmla="*/ 1589 w 509034"/>
                <a:gd name="connsiteY2" fmla="*/ 328589 h 558047"/>
                <a:gd name="connsiteX3" fmla="*/ 165621 w 509034"/>
                <a:gd name="connsiteY3" fmla="*/ 44095 h 558047"/>
                <a:gd name="connsiteX4" fmla="*/ 225448 w 509034"/>
                <a:gd name="connsiteY4" fmla="*/ 0 h 558047"/>
                <a:gd name="connsiteX5" fmla="*/ 203587 w 509034"/>
                <a:gd name="connsiteY5" fmla="*/ 85601 h 558047"/>
                <a:gd name="connsiteX6" fmla="*/ 252345 w 509034"/>
                <a:gd name="connsiteY6" fmla="*/ 151453 h 558047"/>
                <a:gd name="connsiteX7" fmla="*/ 340737 w 509034"/>
                <a:gd name="connsiteY7" fmla="*/ 169254 h 558047"/>
                <a:gd name="connsiteX8" fmla="*/ 330213 w 509034"/>
                <a:gd name="connsiteY8" fmla="*/ 253459 h 558047"/>
                <a:gd name="connsiteX9" fmla="*/ 396492 w 509034"/>
                <a:gd name="connsiteY9" fmla="*/ 327472 h 558047"/>
                <a:gd name="connsiteX10" fmla="*/ 509034 w 509034"/>
                <a:gd name="connsiteY10" fmla="*/ 298516 h 558047"/>
                <a:gd name="connsiteX11" fmla="*/ 371243 w 509034"/>
                <a:gd name="connsiteY11" fmla="*/ 483770 h 558047"/>
                <a:gd name="connsiteX12" fmla="*/ 226511 w 509034"/>
                <a:gd name="connsiteY12" fmla="*/ 553274 h 558047"/>
                <a:gd name="connsiteX13" fmla="*/ 168131 w 509034"/>
                <a:gd name="connsiteY13" fmla="*/ 550436 h 558047"/>
                <a:gd name="connsiteX14" fmla="*/ 91747 w 509034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8047"/>
                <a:gd name="connsiteX1" fmla="*/ 78672 w 509782"/>
                <a:gd name="connsiteY1" fmla="*/ 470896 h 558047"/>
                <a:gd name="connsiteX2" fmla="*/ 2337 w 509782"/>
                <a:gd name="connsiteY2" fmla="*/ 328589 h 558047"/>
                <a:gd name="connsiteX3" fmla="*/ 166369 w 509782"/>
                <a:gd name="connsiteY3" fmla="*/ 44095 h 558047"/>
                <a:gd name="connsiteX4" fmla="*/ 226196 w 509782"/>
                <a:gd name="connsiteY4" fmla="*/ 0 h 558047"/>
                <a:gd name="connsiteX5" fmla="*/ 204335 w 509782"/>
                <a:gd name="connsiteY5" fmla="*/ 85601 h 558047"/>
                <a:gd name="connsiteX6" fmla="*/ 253093 w 509782"/>
                <a:gd name="connsiteY6" fmla="*/ 151453 h 558047"/>
                <a:gd name="connsiteX7" fmla="*/ 341485 w 509782"/>
                <a:gd name="connsiteY7" fmla="*/ 169254 h 558047"/>
                <a:gd name="connsiteX8" fmla="*/ 330961 w 509782"/>
                <a:gd name="connsiteY8" fmla="*/ 253459 h 558047"/>
                <a:gd name="connsiteX9" fmla="*/ 397240 w 509782"/>
                <a:gd name="connsiteY9" fmla="*/ 327472 h 558047"/>
                <a:gd name="connsiteX10" fmla="*/ 509782 w 509782"/>
                <a:gd name="connsiteY10" fmla="*/ 298516 h 558047"/>
                <a:gd name="connsiteX11" fmla="*/ 371991 w 509782"/>
                <a:gd name="connsiteY11" fmla="*/ 483770 h 558047"/>
                <a:gd name="connsiteX12" fmla="*/ 227259 w 509782"/>
                <a:gd name="connsiteY12" fmla="*/ 553274 h 558047"/>
                <a:gd name="connsiteX13" fmla="*/ 168879 w 509782"/>
                <a:gd name="connsiteY13" fmla="*/ 550436 h 558047"/>
                <a:gd name="connsiteX14" fmla="*/ 92495 w 509782"/>
                <a:gd name="connsiteY14" fmla="*/ 543709 h 558047"/>
                <a:gd name="connsiteX0" fmla="*/ 92495 w 509782"/>
                <a:gd name="connsiteY0" fmla="*/ 543709 h 553502"/>
                <a:gd name="connsiteX1" fmla="*/ 78672 w 509782"/>
                <a:gd name="connsiteY1" fmla="*/ 470896 h 553502"/>
                <a:gd name="connsiteX2" fmla="*/ 2337 w 509782"/>
                <a:gd name="connsiteY2" fmla="*/ 328589 h 553502"/>
                <a:gd name="connsiteX3" fmla="*/ 166369 w 509782"/>
                <a:gd name="connsiteY3" fmla="*/ 44095 h 553502"/>
                <a:gd name="connsiteX4" fmla="*/ 226196 w 509782"/>
                <a:gd name="connsiteY4" fmla="*/ 0 h 553502"/>
                <a:gd name="connsiteX5" fmla="*/ 204335 w 509782"/>
                <a:gd name="connsiteY5" fmla="*/ 85601 h 553502"/>
                <a:gd name="connsiteX6" fmla="*/ 253093 w 509782"/>
                <a:gd name="connsiteY6" fmla="*/ 151453 h 553502"/>
                <a:gd name="connsiteX7" fmla="*/ 341485 w 509782"/>
                <a:gd name="connsiteY7" fmla="*/ 169254 h 553502"/>
                <a:gd name="connsiteX8" fmla="*/ 330961 w 509782"/>
                <a:gd name="connsiteY8" fmla="*/ 253459 h 553502"/>
                <a:gd name="connsiteX9" fmla="*/ 397240 w 509782"/>
                <a:gd name="connsiteY9" fmla="*/ 327472 h 553502"/>
                <a:gd name="connsiteX10" fmla="*/ 509782 w 509782"/>
                <a:gd name="connsiteY10" fmla="*/ 298516 h 553502"/>
                <a:gd name="connsiteX11" fmla="*/ 371991 w 509782"/>
                <a:gd name="connsiteY11" fmla="*/ 483770 h 553502"/>
                <a:gd name="connsiteX12" fmla="*/ 227259 w 509782"/>
                <a:gd name="connsiteY12" fmla="*/ 553274 h 553502"/>
                <a:gd name="connsiteX13" fmla="*/ 168879 w 509782"/>
                <a:gd name="connsiteY13" fmla="*/ 545675 h 553502"/>
                <a:gd name="connsiteX14" fmla="*/ 92495 w 509782"/>
                <a:gd name="connsiteY14" fmla="*/ 543709 h 553502"/>
                <a:gd name="connsiteX0" fmla="*/ 92495 w 509782"/>
                <a:gd name="connsiteY0" fmla="*/ 543709 h 571715"/>
                <a:gd name="connsiteX1" fmla="*/ 78672 w 509782"/>
                <a:gd name="connsiteY1" fmla="*/ 470896 h 571715"/>
                <a:gd name="connsiteX2" fmla="*/ 2337 w 509782"/>
                <a:gd name="connsiteY2" fmla="*/ 328589 h 571715"/>
                <a:gd name="connsiteX3" fmla="*/ 166369 w 509782"/>
                <a:gd name="connsiteY3" fmla="*/ 44095 h 571715"/>
                <a:gd name="connsiteX4" fmla="*/ 226196 w 509782"/>
                <a:gd name="connsiteY4" fmla="*/ 0 h 571715"/>
                <a:gd name="connsiteX5" fmla="*/ 204335 w 509782"/>
                <a:gd name="connsiteY5" fmla="*/ 85601 h 571715"/>
                <a:gd name="connsiteX6" fmla="*/ 253093 w 509782"/>
                <a:gd name="connsiteY6" fmla="*/ 151453 h 571715"/>
                <a:gd name="connsiteX7" fmla="*/ 341485 w 509782"/>
                <a:gd name="connsiteY7" fmla="*/ 169254 h 571715"/>
                <a:gd name="connsiteX8" fmla="*/ 330961 w 509782"/>
                <a:gd name="connsiteY8" fmla="*/ 253459 h 571715"/>
                <a:gd name="connsiteX9" fmla="*/ 397240 w 509782"/>
                <a:gd name="connsiteY9" fmla="*/ 327472 h 571715"/>
                <a:gd name="connsiteX10" fmla="*/ 509782 w 509782"/>
                <a:gd name="connsiteY10" fmla="*/ 298516 h 571715"/>
                <a:gd name="connsiteX11" fmla="*/ 371991 w 509782"/>
                <a:gd name="connsiteY11" fmla="*/ 483770 h 571715"/>
                <a:gd name="connsiteX12" fmla="*/ 227259 w 509782"/>
                <a:gd name="connsiteY12" fmla="*/ 553274 h 571715"/>
                <a:gd name="connsiteX13" fmla="*/ 168879 w 509782"/>
                <a:gd name="connsiteY13" fmla="*/ 545675 h 571715"/>
                <a:gd name="connsiteX14" fmla="*/ 92495 w 509782"/>
                <a:gd name="connsiteY14" fmla="*/ 543709 h 571715"/>
                <a:gd name="connsiteX0" fmla="*/ 92495 w 509782"/>
                <a:gd name="connsiteY0" fmla="*/ 543709 h 573284"/>
                <a:gd name="connsiteX1" fmla="*/ 78672 w 509782"/>
                <a:gd name="connsiteY1" fmla="*/ 470896 h 573284"/>
                <a:gd name="connsiteX2" fmla="*/ 2337 w 509782"/>
                <a:gd name="connsiteY2" fmla="*/ 328589 h 573284"/>
                <a:gd name="connsiteX3" fmla="*/ 166369 w 509782"/>
                <a:gd name="connsiteY3" fmla="*/ 44095 h 573284"/>
                <a:gd name="connsiteX4" fmla="*/ 226196 w 509782"/>
                <a:gd name="connsiteY4" fmla="*/ 0 h 573284"/>
                <a:gd name="connsiteX5" fmla="*/ 204335 w 509782"/>
                <a:gd name="connsiteY5" fmla="*/ 85601 h 573284"/>
                <a:gd name="connsiteX6" fmla="*/ 253093 w 509782"/>
                <a:gd name="connsiteY6" fmla="*/ 151453 h 573284"/>
                <a:gd name="connsiteX7" fmla="*/ 341485 w 509782"/>
                <a:gd name="connsiteY7" fmla="*/ 169254 h 573284"/>
                <a:gd name="connsiteX8" fmla="*/ 330961 w 509782"/>
                <a:gd name="connsiteY8" fmla="*/ 253459 h 573284"/>
                <a:gd name="connsiteX9" fmla="*/ 397240 w 509782"/>
                <a:gd name="connsiteY9" fmla="*/ 327472 h 573284"/>
                <a:gd name="connsiteX10" fmla="*/ 509782 w 509782"/>
                <a:gd name="connsiteY10" fmla="*/ 298516 h 573284"/>
                <a:gd name="connsiteX11" fmla="*/ 371991 w 509782"/>
                <a:gd name="connsiteY11" fmla="*/ 483770 h 573284"/>
                <a:gd name="connsiteX12" fmla="*/ 227259 w 509782"/>
                <a:gd name="connsiteY12" fmla="*/ 553274 h 573284"/>
                <a:gd name="connsiteX13" fmla="*/ 168879 w 509782"/>
                <a:gd name="connsiteY13" fmla="*/ 545675 h 573284"/>
                <a:gd name="connsiteX14" fmla="*/ 92495 w 509782"/>
                <a:gd name="connsiteY14" fmla="*/ 543709 h 573284"/>
                <a:gd name="connsiteX0" fmla="*/ 92495 w 509782"/>
                <a:gd name="connsiteY0" fmla="*/ 543709 h 576398"/>
                <a:gd name="connsiteX1" fmla="*/ 78672 w 509782"/>
                <a:gd name="connsiteY1" fmla="*/ 470896 h 576398"/>
                <a:gd name="connsiteX2" fmla="*/ 2337 w 509782"/>
                <a:gd name="connsiteY2" fmla="*/ 328589 h 576398"/>
                <a:gd name="connsiteX3" fmla="*/ 166369 w 509782"/>
                <a:gd name="connsiteY3" fmla="*/ 44095 h 576398"/>
                <a:gd name="connsiteX4" fmla="*/ 226196 w 509782"/>
                <a:gd name="connsiteY4" fmla="*/ 0 h 576398"/>
                <a:gd name="connsiteX5" fmla="*/ 204335 w 509782"/>
                <a:gd name="connsiteY5" fmla="*/ 85601 h 576398"/>
                <a:gd name="connsiteX6" fmla="*/ 253093 w 509782"/>
                <a:gd name="connsiteY6" fmla="*/ 151453 h 576398"/>
                <a:gd name="connsiteX7" fmla="*/ 341485 w 509782"/>
                <a:gd name="connsiteY7" fmla="*/ 169254 h 576398"/>
                <a:gd name="connsiteX8" fmla="*/ 330961 w 509782"/>
                <a:gd name="connsiteY8" fmla="*/ 253459 h 576398"/>
                <a:gd name="connsiteX9" fmla="*/ 397240 w 509782"/>
                <a:gd name="connsiteY9" fmla="*/ 327472 h 576398"/>
                <a:gd name="connsiteX10" fmla="*/ 509782 w 509782"/>
                <a:gd name="connsiteY10" fmla="*/ 298516 h 576398"/>
                <a:gd name="connsiteX11" fmla="*/ 371991 w 509782"/>
                <a:gd name="connsiteY11" fmla="*/ 483770 h 576398"/>
                <a:gd name="connsiteX12" fmla="*/ 227259 w 509782"/>
                <a:gd name="connsiteY12" fmla="*/ 553274 h 576398"/>
                <a:gd name="connsiteX13" fmla="*/ 168879 w 509782"/>
                <a:gd name="connsiteY13" fmla="*/ 545675 h 576398"/>
                <a:gd name="connsiteX14" fmla="*/ 92495 w 509782"/>
                <a:gd name="connsiteY14" fmla="*/ 543709 h 576398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67113"/>
                <a:gd name="connsiteX1" fmla="*/ 78672 w 509782"/>
                <a:gd name="connsiteY1" fmla="*/ 470896 h 567113"/>
                <a:gd name="connsiteX2" fmla="*/ 2337 w 509782"/>
                <a:gd name="connsiteY2" fmla="*/ 328589 h 567113"/>
                <a:gd name="connsiteX3" fmla="*/ 166369 w 509782"/>
                <a:gd name="connsiteY3" fmla="*/ 44095 h 567113"/>
                <a:gd name="connsiteX4" fmla="*/ 226196 w 509782"/>
                <a:gd name="connsiteY4" fmla="*/ 0 h 567113"/>
                <a:gd name="connsiteX5" fmla="*/ 204335 w 509782"/>
                <a:gd name="connsiteY5" fmla="*/ 85601 h 567113"/>
                <a:gd name="connsiteX6" fmla="*/ 253093 w 509782"/>
                <a:gd name="connsiteY6" fmla="*/ 151453 h 567113"/>
                <a:gd name="connsiteX7" fmla="*/ 341485 w 509782"/>
                <a:gd name="connsiteY7" fmla="*/ 169254 h 567113"/>
                <a:gd name="connsiteX8" fmla="*/ 330961 w 509782"/>
                <a:gd name="connsiteY8" fmla="*/ 253459 h 567113"/>
                <a:gd name="connsiteX9" fmla="*/ 397240 w 509782"/>
                <a:gd name="connsiteY9" fmla="*/ 327472 h 567113"/>
                <a:gd name="connsiteX10" fmla="*/ 509782 w 509782"/>
                <a:gd name="connsiteY10" fmla="*/ 298516 h 567113"/>
                <a:gd name="connsiteX11" fmla="*/ 371991 w 509782"/>
                <a:gd name="connsiteY11" fmla="*/ 483770 h 567113"/>
                <a:gd name="connsiteX12" fmla="*/ 227259 w 509782"/>
                <a:gd name="connsiteY12" fmla="*/ 553274 h 567113"/>
                <a:gd name="connsiteX13" fmla="*/ 168879 w 509782"/>
                <a:gd name="connsiteY13" fmla="*/ 545675 h 567113"/>
                <a:gd name="connsiteX14" fmla="*/ 92495 w 509782"/>
                <a:gd name="connsiteY14" fmla="*/ 543709 h 567113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57182"/>
                <a:gd name="connsiteX1" fmla="*/ 78672 w 509782"/>
                <a:gd name="connsiteY1" fmla="*/ 470896 h 557182"/>
                <a:gd name="connsiteX2" fmla="*/ 2337 w 509782"/>
                <a:gd name="connsiteY2" fmla="*/ 328589 h 557182"/>
                <a:gd name="connsiteX3" fmla="*/ 166369 w 509782"/>
                <a:gd name="connsiteY3" fmla="*/ 44095 h 557182"/>
                <a:gd name="connsiteX4" fmla="*/ 226196 w 509782"/>
                <a:gd name="connsiteY4" fmla="*/ 0 h 557182"/>
                <a:gd name="connsiteX5" fmla="*/ 204335 w 509782"/>
                <a:gd name="connsiteY5" fmla="*/ 85601 h 557182"/>
                <a:gd name="connsiteX6" fmla="*/ 253093 w 509782"/>
                <a:gd name="connsiteY6" fmla="*/ 151453 h 557182"/>
                <a:gd name="connsiteX7" fmla="*/ 341485 w 509782"/>
                <a:gd name="connsiteY7" fmla="*/ 169254 h 557182"/>
                <a:gd name="connsiteX8" fmla="*/ 330961 w 509782"/>
                <a:gd name="connsiteY8" fmla="*/ 253459 h 557182"/>
                <a:gd name="connsiteX9" fmla="*/ 397240 w 509782"/>
                <a:gd name="connsiteY9" fmla="*/ 327472 h 557182"/>
                <a:gd name="connsiteX10" fmla="*/ 509782 w 509782"/>
                <a:gd name="connsiteY10" fmla="*/ 298516 h 557182"/>
                <a:gd name="connsiteX11" fmla="*/ 371991 w 509782"/>
                <a:gd name="connsiteY11" fmla="*/ 483770 h 557182"/>
                <a:gd name="connsiteX12" fmla="*/ 242733 w 509782"/>
                <a:gd name="connsiteY12" fmla="*/ 543751 h 557182"/>
                <a:gd name="connsiteX13" fmla="*/ 168879 w 509782"/>
                <a:gd name="connsiteY13" fmla="*/ 545675 h 557182"/>
                <a:gd name="connsiteX14" fmla="*/ 92495 w 509782"/>
                <a:gd name="connsiteY14" fmla="*/ 543709 h 557182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20"/>
                <a:gd name="connsiteX1" fmla="*/ 78672 w 509782"/>
                <a:gd name="connsiteY1" fmla="*/ 470896 h 564720"/>
                <a:gd name="connsiteX2" fmla="*/ 2337 w 509782"/>
                <a:gd name="connsiteY2" fmla="*/ 328589 h 564720"/>
                <a:gd name="connsiteX3" fmla="*/ 166369 w 509782"/>
                <a:gd name="connsiteY3" fmla="*/ 44095 h 564720"/>
                <a:gd name="connsiteX4" fmla="*/ 226196 w 509782"/>
                <a:gd name="connsiteY4" fmla="*/ 0 h 564720"/>
                <a:gd name="connsiteX5" fmla="*/ 204335 w 509782"/>
                <a:gd name="connsiteY5" fmla="*/ 85601 h 564720"/>
                <a:gd name="connsiteX6" fmla="*/ 253093 w 509782"/>
                <a:gd name="connsiteY6" fmla="*/ 151453 h 564720"/>
                <a:gd name="connsiteX7" fmla="*/ 341485 w 509782"/>
                <a:gd name="connsiteY7" fmla="*/ 169254 h 564720"/>
                <a:gd name="connsiteX8" fmla="*/ 330961 w 509782"/>
                <a:gd name="connsiteY8" fmla="*/ 253459 h 564720"/>
                <a:gd name="connsiteX9" fmla="*/ 397240 w 509782"/>
                <a:gd name="connsiteY9" fmla="*/ 327472 h 564720"/>
                <a:gd name="connsiteX10" fmla="*/ 509782 w 509782"/>
                <a:gd name="connsiteY10" fmla="*/ 298516 h 564720"/>
                <a:gd name="connsiteX11" fmla="*/ 371991 w 509782"/>
                <a:gd name="connsiteY11" fmla="*/ 483770 h 564720"/>
                <a:gd name="connsiteX12" fmla="*/ 242733 w 509782"/>
                <a:gd name="connsiteY12" fmla="*/ 543751 h 564720"/>
                <a:gd name="connsiteX13" fmla="*/ 162927 w 509782"/>
                <a:gd name="connsiteY13" fmla="*/ 564720 h 564720"/>
                <a:gd name="connsiteX14" fmla="*/ 92495 w 509782"/>
                <a:gd name="connsiteY14" fmla="*/ 543709 h 564720"/>
                <a:gd name="connsiteX0" fmla="*/ 92495 w 509782"/>
                <a:gd name="connsiteY0" fmla="*/ 543709 h 564757"/>
                <a:gd name="connsiteX1" fmla="*/ 78672 w 509782"/>
                <a:gd name="connsiteY1" fmla="*/ 470896 h 564757"/>
                <a:gd name="connsiteX2" fmla="*/ 2337 w 509782"/>
                <a:gd name="connsiteY2" fmla="*/ 328589 h 564757"/>
                <a:gd name="connsiteX3" fmla="*/ 166369 w 509782"/>
                <a:gd name="connsiteY3" fmla="*/ 44095 h 564757"/>
                <a:gd name="connsiteX4" fmla="*/ 226196 w 509782"/>
                <a:gd name="connsiteY4" fmla="*/ 0 h 564757"/>
                <a:gd name="connsiteX5" fmla="*/ 204335 w 509782"/>
                <a:gd name="connsiteY5" fmla="*/ 85601 h 564757"/>
                <a:gd name="connsiteX6" fmla="*/ 253093 w 509782"/>
                <a:gd name="connsiteY6" fmla="*/ 151453 h 564757"/>
                <a:gd name="connsiteX7" fmla="*/ 341485 w 509782"/>
                <a:gd name="connsiteY7" fmla="*/ 169254 h 564757"/>
                <a:gd name="connsiteX8" fmla="*/ 330961 w 509782"/>
                <a:gd name="connsiteY8" fmla="*/ 253459 h 564757"/>
                <a:gd name="connsiteX9" fmla="*/ 397240 w 509782"/>
                <a:gd name="connsiteY9" fmla="*/ 327472 h 564757"/>
                <a:gd name="connsiteX10" fmla="*/ 509782 w 509782"/>
                <a:gd name="connsiteY10" fmla="*/ 298516 h 564757"/>
                <a:gd name="connsiteX11" fmla="*/ 371991 w 509782"/>
                <a:gd name="connsiteY11" fmla="*/ 483770 h 564757"/>
                <a:gd name="connsiteX12" fmla="*/ 230830 w 509782"/>
                <a:gd name="connsiteY12" fmla="*/ 552083 h 564757"/>
                <a:gd name="connsiteX13" fmla="*/ 162927 w 509782"/>
                <a:gd name="connsiteY13" fmla="*/ 564720 h 564757"/>
                <a:gd name="connsiteX14" fmla="*/ 92495 w 509782"/>
                <a:gd name="connsiteY14" fmla="*/ 543709 h 564757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62927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63"/>
                <a:gd name="connsiteX1" fmla="*/ 78672 w 509782"/>
                <a:gd name="connsiteY1" fmla="*/ 470896 h 564763"/>
                <a:gd name="connsiteX2" fmla="*/ 2337 w 509782"/>
                <a:gd name="connsiteY2" fmla="*/ 328589 h 564763"/>
                <a:gd name="connsiteX3" fmla="*/ 166369 w 509782"/>
                <a:gd name="connsiteY3" fmla="*/ 44095 h 564763"/>
                <a:gd name="connsiteX4" fmla="*/ 226196 w 509782"/>
                <a:gd name="connsiteY4" fmla="*/ 0 h 564763"/>
                <a:gd name="connsiteX5" fmla="*/ 204335 w 509782"/>
                <a:gd name="connsiteY5" fmla="*/ 85601 h 564763"/>
                <a:gd name="connsiteX6" fmla="*/ 253093 w 509782"/>
                <a:gd name="connsiteY6" fmla="*/ 151453 h 564763"/>
                <a:gd name="connsiteX7" fmla="*/ 341485 w 509782"/>
                <a:gd name="connsiteY7" fmla="*/ 169254 h 564763"/>
                <a:gd name="connsiteX8" fmla="*/ 330961 w 509782"/>
                <a:gd name="connsiteY8" fmla="*/ 253459 h 564763"/>
                <a:gd name="connsiteX9" fmla="*/ 397240 w 509782"/>
                <a:gd name="connsiteY9" fmla="*/ 327472 h 564763"/>
                <a:gd name="connsiteX10" fmla="*/ 509782 w 509782"/>
                <a:gd name="connsiteY10" fmla="*/ 298516 h 564763"/>
                <a:gd name="connsiteX11" fmla="*/ 371991 w 509782"/>
                <a:gd name="connsiteY11" fmla="*/ 483770 h 564763"/>
                <a:gd name="connsiteX12" fmla="*/ 230830 w 509782"/>
                <a:gd name="connsiteY12" fmla="*/ 552083 h 564763"/>
                <a:gd name="connsiteX13" fmla="*/ 141501 w 509782"/>
                <a:gd name="connsiteY13" fmla="*/ 564720 h 564763"/>
                <a:gd name="connsiteX14" fmla="*/ 92495 w 509782"/>
                <a:gd name="connsiteY14" fmla="*/ 543709 h 564763"/>
                <a:gd name="connsiteX0" fmla="*/ 92495 w 509782"/>
                <a:gd name="connsiteY0" fmla="*/ 543709 h 564727"/>
                <a:gd name="connsiteX1" fmla="*/ 78672 w 509782"/>
                <a:gd name="connsiteY1" fmla="*/ 470896 h 564727"/>
                <a:gd name="connsiteX2" fmla="*/ 2337 w 509782"/>
                <a:gd name="connsiteY2" fmla="*/ 328589 h 564727"/>
                <a:gd name="connsiteX3" fmla="*/ 166369 w 509782"/>
                <a:gd name="connsiteY3" fmla="*/ 44095 h 564727"/>
                <a:gd name="connsiteX4" fmla="*/ 226196 w 509782"/>
                <a:gd name="connsiteY4" fmla="*/ 0 h 564727"/>
                <a:gd name="connsiteX5" fmla="*/ 204335 w 509782"/>
                <a:gd name="connsiteY5" fmla="*/ 85601 h 564727"/>
                <a:gd name="connsiteX6" fmla="*/ 253093 w 509782"/>
                <a:gd name="connsiteY6" fmla="*/ 151453 h 564727"/>
                <a:gd name="connsiteX7" fmla="*/ 341485 w 509782"/>
                <a:gd name="connsiteY7" fmla="*/ 169254 h 564727"/>
                <a:gd name="connsiteX8" fmla="*/ 330961 w 509782"/>
                <a:gd name="connsiteY8" fmla="*/ 253459 h 564727"/>
                <a:gd name="connsiteX9" fmla="*/ 397240 w 509782"/>
                <a:gd name="connsiteY9" fmla="*/ 327472 h 564727"/>
                <a:gd name="connsiteX10" fmla="*/ 509782 w 509782"/>
                <a:gd name="connsiteY10" fmla="*/ 298516 h 564727"/>
                <a:gd name="connsiteX11" fmla="*/ 371991 w 509782"/>
                <a:gd name="connsiteY11" fmla="*/ 483770 h 564727"/>
                <a:gd name="connsiteX12" fmla="*/ 233210 w 509782"/>
                <a:gd name="connsiteY12" fmla="*/ 547322 h 564727"/>
                <a:gd name="connsiteX13" fmla="*/ 141501 w 509782"/>
                <a:gd name="connsiteY13" fmla="*/ 564720 h 564727"/>
                <a:gd name="connsiteX14" fmla="*/ 92495 w 509782"/>
                <a:gd name="connsiteY14" fmla="*/ 543709 h 564727"/>
                <a:gd name="connsiteX0" fmla="*/ 92495 w 509782"/>
                <a:gd name="connsiteY0" fmla="*/ 543709 h 564731"/>
                <a:gd name="connsiteX1" fmla="*/ 78672 w 509782"/>
                <a:gd name="connsiteY1" fmla="*/ 470896 h 564731"/>
                <a:gd name="connsiteX2" fmla="*/ 2337 w 509782"/>
                <a:gd name="connsiteY2" fmla="*/ 328589 h 564731"/>
                <a:gd name="connsiteX3" fmla="*/ 166369 w 509782"/>
                <a:gd name="connsiteY3" fmla="*/ 44095 h 564731"/>
                <a:gd name="connsiteX4" fmla="*/ 226196 w 509782"/>
                <a:gd name="connsiteY4" fmla="*/ 0 h 564731"/>
                <a:gd name="connsiteX5" fmla="*/ 204335 w 509782"/>
                <a:gd name="connsiteY5" fmla="*/ 85601 h 564731"/>
                <a:gd name="connsiteX6" fmla="*/ 253093 w 509782"/>
                <a:gd name="connsiteY6" fmla="*/ 151453 h 564731"/>
                <a:gd name="connsiteX7" fmla="*/ 341485 w 509782"/>
                <a:gd name="connsiteY7" fmla="*/ 169254 h 564731"/>
                <a:gd name="connsiteX8" fmla="*/ 330961 w 509782"/>
                <a:gd name="connsiteY8" fmla="*/ 253459 h 564731"/>
                <a:gd name="connsiteX9" fmla="*/ 397240 w 509782"/>
                <a:gd name="connsiteY9" fmla="*/ 327472 h 564731"/>
                <a:gd name="connsiteX10" fmla="*/ 509782 w 509782"/>
                <a:gd name="connsiteY10" fmla="*/ 298516 h 564731"/>
                <a:gd name="connsiteX11" fmla="*/ 371991 w 509782"/>
                <a:gd name="connsiteY11" fmla="*/ 483770 h 564731"/>
                <a:gd name="connsiteX12" fmla="*/ 233210 w 509782"/>
                <a:gd name="connsiteY12" fmla="*/ 547322 h 564731"/>
                <a:gd name="connsiteX13" fmla="*/ 141501 w 509782"/>
                <a:gd name="connsiteY13" fmla="*/ 564720 h 564731"/>
                <a:gd name="connsiteX14" fmla="*/ 92495 w 509782"/>
                <a:gd name="connsiteY14" fmla="*/ 543709 h 564731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  <a:gd name="connsiteX0" fmla="*/ 92495 w 509782"/>
                <a:gd name="connsiteY0" fmla="*/ 543709 h 564734"/>
                <a:gd name="connsiteX1" fmla="*/ 78672 w 509782"/>
                <a:gd name="connsiteY1" fmla="*/ 470896 h 564734"/>
                <a:gd name="connsiteX2" fmla="*/ 2337 w 509782"/>
                <a:gd name="connsiteY2" fmla="*/ 328589 h 564734"/>
                <a:gd name="connsiteX3" fmla="*/ 166369 w 509782"/>
                <a:gd name="connsiteY3" fmla="*/ 44095 h 564734"/>
                <a:gd name="connsiteX4" fmla="*/ 226196 w 509782"/>
                <a:gd name="connsiteY4" fmla="*/ 0 h 564734"/>
                <a:gd name="connsiteX5" fmla="*/ 204335 w 509782"/>
                <a:gd name="connsiteY5" fmla="*/ 85601 h 564734"/>
                <a:gd name="connsiteX6" fmla="*/ 253093 w 509782"/>
                <a:gd name="connsiteY6" fmla="*/ 151453 h 564734"/>
                <a:gd name="connsiteX7" fmla="*/ 341485 w 509782"/>
                <a:gd name="connsiteY7" fmla="*/ 169254 h 564734"/>
                <a:gd name="connsiteX8" fmla="*/ 330961 w 509782"/>
                <a:gd name="connsiteY8" fmla="*/ 253459 h 564734"/>
                <a:gd name="connsiteX9" fmla="*/ 397240 w 509782"/>
                <a:gd name="connsiteY9" fmla="*/ 327472 h 564734"/>
                <a:gd name="connsiteX10" fmla="*/ 509782 w 509782"/>
                <a:gd name="connsiteY10" fmla="*/ 298516 h 564734"/>
                <a:gd name="connsiteX11" fmla="*/ 371991 w 509782"/>
                <a:gd name="connsiteY11" fmla="*/ 483770 h 564734"/>
                <a:gd name="connsiteX12" fmla="*/ 233210 w 509782"/>
                <a:gd name="connsiteY12" fmla="*/ 547322 h 564734"/>
                <a:gd name="connsiteX13" fmla="*/ 141501 w 509782"/>
                <a:gd name="connsiteY13" fmla="*/ 564720 h 564734"/>
                <a:gd name="connsiteX14" fmla="*/ 92495 w 509782"/>
                <a:gd name="connsiteY14" fmla="*/ 543709 h 5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9782" h="564734">
                  <a:moveTo>
                    <a:pt x="92495" y="543709"/>
                  </a:moveTo>
                  <a:cubicBezTo>
                    <a:pt x="82023" y="528072"/>
                    <a:pt x="87085" y="488721"/>
                    <a:pt x="78672" y="470896"/>
                  </a:cubicBezTo>
                  <a:cubicBezTo>
                    <a:pt x="62568" y="436777"/>
                    <a:pt x="27052" y="417432"/>
                    <a:pt x="2337" y="328589"/>
                  </a:cubicBezTo>
                  <a:cubicBezTo>
                    <a:pt x="-22378" y="239746"/>
                    <a:pt x="156788" y="52787"/>
                    <a:pt x="166369" y="44095"/>
                  </a:cubicBezTo>
                  <a:cubicBezTo>
                    <a:pt x="175950" y="35403"/>
                    <a:pt x="191855" y="22552"/>
                    <a:pt x="226196" y="0"/>
                  </a:cubicBezTo>
                  <a:cubicBezTo>
                    <a:pt x="201668" y="25439"/>
                    <a:pt x="199852" y="60359"/>
                    <a:pt x="204335" y="85601"/>
                  </a:cubicBezTo>
                  <a:cubicBezTo>
                    <a:pt x="208818" y="110843"/>
                    <a:pt x="230235" y="137511"/>
                    <a:pt x="253093" y="151453"/>
                  </a:cubicBezTo>
                  <a:cubicBezTo>
                    <a:pt x="275951" y="165395"/>
                    <a:pt x="311514" y="172482"/>
                    <a:pt x="341485" y="169254"/>
                  </a:cubicBezTo>
                  <a:cubicBezTo>
                    <a:pt x="326663" y="190343"/>
                    <a:pt x="321669" y="227089"/>
                    <a:pt x="330961" y="253459"/>
                  </a:cubicBezTo>
                  <a:cubicBezTo>
                    <a:pt x="340253" y="279829"/>
                    <a:pt x="367436" y="319962"/>
                    <a:pt x="397240" y="327472"/>
                  </a:cubicBezTo>
                  <a:cubicBezTo>
                    <a:pt x="427044" y="334982"/>
                    <a:pt x="493620" y="319073"/>
                    <a:pt x="509782" y="298516"/>
                  </a:cubicBezTo>
                  <a:cubicBezTo>
                    <a:pt x="479870" y="363066"/>
                    <a:pt x="418086" y="442302"/>
                    <a:pt x="371991" y="483770"/>
                  </a:cubicBezTo>
                  <a:cubicBezTo>
                    <a:pt x="325896" y="525238"/>
                    <a:pt x="280118" y="545982"/>
                    <a:pt x="233210" y="547322"/>
                  </a:cubicBezTo>
                  <a:cubicBezTo>
                    <a:pt x="200901" y="546580"/>
                    <a:pt x="164953" y="565322"/>
                    <a:pt x="141501" y="564720"/>
                  </a:cubicBezTo>
                  <a:cubicBezTo>
                    <a:pt x="118049" y="564118"/>
                    <a:pt x="102967" y="559346"/>
                    <a:pt x="92495" y="543709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6FAA32EF-F07C-487A-93D7-E1DB989CE871}"/>
                </a:ext>
              </a:extLst>
            </p:cNvPr>
            <p:cNvSpPr/>
            <p:nvPr/>
          </p:nvSpPr>
          <p:spPr>
            <a:xfrm>
              <a:off x="621715" y="4193995"/>
              <a:ext cx="296953" cy="381728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47 w 307312"/>
                <a:gd name="connsiteY0" fmla="*/ 377723 h 378676"/>
                <a:gd name="connsiteX1" fmla="*/ 452 w 307312"/>
                <a:gd name="connsiteY1" fmla="*/ 304106 h 378676"/>
                <a:gd name="connsiteX2" fmla="*/ 43515 w 307312"/>
                <a:gd name="connsiteY2" fmla="*/ 195728 h 378676"/>
                <a:gd name="connsiteX3" fmla="*/ 140435 w 307312"/>
                <a:gd name="connsiteY3" fmla="*/ 94325 h 378676"/>
                <a:gd name="connsiteX4" fmla="*/ 194125 w 307312"/>
                <a:gd name="connsiteY4" fmla="*/ 32941 h 378676"/>
                <a:gd name="connsiteX5" fmla="*/ 255122 w 307312"/>
                <a:gd name="connsiteY5" fmla="*/ 5653 h 378676"/>
                <a:gd name="connsiteX6" fmla="*/ 281802 w 307312"/>
                <a:gd name="connsiteY6" fmla="*/ 94159 h 378676"/>
                <a:gd name="connsiteX7" fmla="*/ 201875 w 307312"/>
                <a:gd name="connsiteY7" fmla="*/ 228939 h 378676"/>
                <a:gd name="connsiteX8" fmla="*/ 61947 w 307312"/>
                <a:gd name="connsiteY8" fmla="*/ 377723 h 378676"/>
                <a:gd name="connsiteX0" fmla="*/ 61958 w 307323"/>
                <a:gd name="connsiteY0" fmla="*/ 375640 h 376593"/>
                <a:gd name="connsiteX1" fmla="*/ 463 w 307323"/>
                <a:gd name="connsiteY1" fmla="*/ 302023 h 376593"/>
                <a:gd name="connsiteX2" fmla="*/ 43526 w 307323"/>
                <a:gd name="connsiteY2" fmla="*/ 193645 h 376593"/>
                <a:gd name="connsiteX3" fmla="*/ 144712 w 307323"/>
                <a:gd name="connsiteY3" fmla="*/ 102480 h 376593"/>
                <a:gd name="connsiteX4" fmla="*/ 194136 w 307323"/>
                <a:gd name="connsiteY4" fmla="*/ 30858 h 376593"/>
                <a:gd name="connsiteX5" fmla="*/ 255133 w 307323"/>
                <a:gd name="connsiteY5" fmla="*/ 3570 h 376593"/>
                <a:gd name="connsiteX6" fmla="*/ 281813 w 307323"/>
                <a:gd name="connsiteY6" fmla="*/ 92076 h 376593"/>
                <a:gd name="connsiteX7" fmla="*/ 201886 w 307323"/>
                <a:gd name="connsiteY7" fmla="*/ 226856 h 376593"/>
                <a:gd name="connsiteX8" fmla="*/ 61958 w 307323"/>
                <a:gd name="connsiteY8" fmla="*/ 375640 h 376593"/>
                <a:gd name="connsiteX0" fmla="*/ 61945 w 307310"/>
                <a:gd name="connsiteY0" fmla="*/ 375587 h 376540"/>
                <a:gd name="connsiteX1" fmla="*/ 450 w 307310"/>
                <a:gd name="connsiteY1" fmla="*/ 301970 h 376540"/>
                <a:gd name="connsiteX2" fmla="*/ 43513 w 307310"/>
                <a:gd name="connsiteY2" fmla="*/ 193592 h 376540"/>
                <a:gd name="connsiteX3" fmla="*/ 139580 w 307310"/>
                <a:gd name="connsiteY3" fmla="*/ 99014 h 376540"/>
                <a:gd name="connsiteX4" fmla="*/ 194123 w 307310"/>
                <a:gd name="connsiteY4" fmla="*/ 30805 h 376540"/>
                <a:gd name="connsiteX5" fmla="*/ 255120 w 307310"/>
                <a:gd name="connsiteY5" fmla="*/ 3517 h 376540"/>
                <a:gd name="connsiteX6" fmla="*/ 281800 w 307310"/>
                <a:gd name="connsiteY6" fmla="*/ 92023 h 376540"/>
                <a:gd name="connsiteX7" fmla="*/ 201873 w 307310"/>
                <a:gd name="connsiteY7" fmla="*/ 226803 h 376540"/>
                <a:gd name="connsiteX8" fmla="*/ 61945 w 307310"/>
                <a:gd name="connsiteY8" fmla="*/ 375587 h 376540"/>
                <a:gd name="connsiteX0" fmla="*/ 61945 w 296935"/>
                <a:gd name="connsiteY0" fmla="*/ 381315 h 382268"/>
                <a:gd name="connsiteX1" fmla="*/ 450 w 296935"/>
                <a:gd name="connsiteY1" fmla="*/ 307698 h 382268"/>
                <a:gd name="connsiteX2" fmla="*/ 43513 w 296935"/>
                <a:gd name="connsiteY2" fmla="*/ 199320 h 382268"/>
                <a:gd name="connsiteX3" fmla="*/ 139580 w 296935"/>
                <a:gd name="connsiteY3" fmla="*/ 104742 h 382268"/>
                <a:gd name="connsiteX4" fmla="*/ 207774 w 296935"/>
                <a:gd name="connsiteY4" fmla="*/ 13496 h 382268"/>
                <a:gd name="connsiteX5" fmla="*/ 255120 w 296935"/>
                <a:gd name="connsiteY5" fmla="*/ 9245 h 382268"/>
                <a:gd name="connsiteX6" fmla="*/ 281800 w 296935"/>
                <a:gd name="connsiteY6" fmla="*/ 97751 h 382268"/>
                <a:gd name="connsiteX7" fmla="*/ 201873 w 296935"/>
                <a:gd name="connsiteY7" fmla="*/ 232531 h 382268"/>
                <a:gd name="connsiteX8" fmla="*/ 61945 w 296935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2268"/>
                <a:gd name="connsiteX1" fmla="*/ 494 w 296979"/>
                <a:gd name="connsiteY1" fmla="*/ 307698 h 382268"/>
                <a:gd name="connsiteX2" fmla="*/ 40997 w 296979"/>
                <a:gd name="connsiteY2" fmla="*/ 199320 h 382268"/>
                <a:gd name="connsiteX3" fmla="*/ 139624 w 296979"/>
                <a:gd name="connsiteY3" fmla="*/ 104742 h 382268"/>
                <a:gd name="connsiteX4" fmla="*/ 207818 w 296979"/>
                <a:gd name="connsiteY4" fmla="*/ 13496 h 382268"/>
                <a:gd name="connsiteX5" fmla="*/ 255164 w 296979"/>
                <a:gd name="connsiteY5" fmla="*/ 9245 h 382268"/>
                <a:gd name="connsiteX6" fmla="*/ 281844 w 296979"/>
                <a:gd name="connsiteY6" fmla="*/ 97751 h 382268"/>
                <a:gd name="connsiteX7" fmla="*/ 201917 w 296979"/>
                <a:gd name="connsiteY7" fmla="*/ 232531 h 382268"/>
                <a:gd name="connsiteX8" fmla="*/ 61989 w 296979"/>
                <a:gd name="connsiteY8" fmla="*/ 381315 h 382268"/>
                <a:gd name="connsiteX0" fmla="*/ 61989 w 296979"/>
                <a:gd name="connsiteY0" fmla="*/ 381315 h 381703"/>
                <a:gd name="connsiteX1" fmla="*/ 494 w 296979"/>
                <a:gd name="connsiteY1" fmla="*/ 307698 h 381703"/>
                <a:gd name="connsiteX2" fmla="*/ 40997 w 296979"/>
                <a:gd name="connsiteY2" fmla="*/ 199320 h 381703"/>
                <a:gd name="connsiteX3" fmla="*/ 139624 w 296979"/>
                <a:gd name="connsiteY3" fmla="*/ 104742 h 381703"/>
                <a:gd name="connsiteX4" fmla="*/ 207818 w 296979"/>
                <a:gd name="connsiteY4" fmla="*/ 13496 h 381703"/>
                <a:gd name="connsiteX5" fmla="*/ 255164 w 296979"/>
                <a:gd name="connsiteY5" fmla="*/ 9245 h 381703"/>
                <a:gd name="connsiteX6" fmla="*/ 281844 w 296979"/>
                <a:gd name="connsiteY6" fmla="*/ 97751 h 381703"/>
                <a:gd name="connsiteX7" fmla="*/ 201917 w 296979"/>
                <a:gd name="connsiteY7" fmla="*/ 232531 h 381703"/>
                <a:gd name="connsiteX8" fmla="*/ 61989 w 296979"/>
                <a:gd name="connsiteY8" fmla="*/ 381315 h 381703"/>
                <a:gd name="connsiteX0" fmla="*/ 61989 w 296979"/>
                <a:gd name="connsiteY0" fmla="*/ 381315 h 381582"/>
                <a:gd name="connsiteX1" fmla="*/ 494 w 296979"/>
                <a:gd name="connsiteY1" fmla="*/ 307698 h 381582"/>
                <a:gd name="connsiteX2" fmla="*/ 40997 w 296979"/>
                <a:gd name="connsiteY2" fmla="*/ 199320 h 381582"/>
                <a:gd name="connsiteX3" fmla="*/ 139624 w 296979"/>
                <a:gd name="connsiteY3" fmla="*/ 104742 h 381582"/>
                <a:gd name="connsiteX4" fmla="*/ 207818 w 296979"/>
                <a:gd name="connsiteY4" fmla="*/ 13496 h 381582"/>
                <a:gd name="connsiteX5" fmla="*/ 255164 w 296979"/>
                <a:gd name="connsiteY5" fmla="*/ 9245 h 381582"/>
                <a:gd name="connsiteX6" fmla="*/ 281844 w 296979"/>
                <a:gd name="connsiteY6" fmla="*/ 97751 h 381582"/>
                <a:gd name="connsiteX7" fmla="*/ 201917 w 296979"/>
                <a:gd name="connsiteY7" fmla="*/ 232531 h 381582"/>
                <a:gd name="connsiteX8" fmla="*/ 61989 w 296979"/>
                <a:gd name="connsiteY8" fmla="*/ 381315 h 38158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62"/>
                <a:gd name="connsiteX1" fmla="*/ 494 w 296979"/>
                <a:gd name="connsiteY1" fmla="*/ 307698 h 381362"/>
                <a:gd name="connsiteX2" fmla="*/ 40997 w 296979"/>
                <a:gd name="connsiteY2" fmla="*/ 199320 h 381362"/>
                <a:gd name="connsiteX3" fmla="*/ 139624 w 296979"/>
                <a:gd name="connsiteY3" fmla="*/ 104742 h 381362"/>
                <a:gd name="connsiteX4" fmla="*/ 207818 w 296979"/>
                <a:gd name="connsiteY4" fmla="*/ 13496 h 381362"/>
                <a:gd name="connsiteX5" fmla="*/ 255164 w 296979"/>
                <a:gd name="connsiteY5" fmla="*/ 9245 h 381362"/>
                <a:gd name="connsiteX6" fmla="*/ 281844 w 296979"/>
                <a:gd name="connsiteY6" fmla="*/ 97751 h 381362"/>
                <a:gd name="connsiteX7" fmla="*/ 201917 w 296979"/>
                <a:gd name="connsiteY7" fmla="*/ 232531 h 381362"/>
                <a:gd name="connsiteX8" fmla="*/ 61989 w 296979"/>
                <a:gd name="connsiteY8" fmla="*/ 381315 h 381362"/>
                <a:gd name="connsiteX0" fmla="*/ 61989 w 296979"/>
                <a:gd name="connsiteY0" fmla="*/ 381315 h 381373"/>
                <a:gd name="connsiteX1" fmla="*/ 494 w 296979"/>
                <a:gd name="connsiteY1" fmla="*/ 307698 h 381373"/>
                <a:gd name="connsiteX2" fmla="*/ 40997 w 296979"/>
                <a:gd name="connsiteY2" fmla="*/ 199320 h 381373"/>
                <a:gd name="connsiteX3" fmla="*/ 139624 w 296979"/>
                <a:gd name="connsiteY3" fmla="*/ 104742 h 381373"/>
                <a:gd name="connsiteX4" fmla="*/ 207818 w 296979"/>
                <a:gd name="connsiteY4" fmla="*/ 13496 h 381373"/>
                <a:gd name="connsiteX5" fmla="*/ 255164 w 296979"/>
                <a:gd name="connsiteY5" fmla="*/ 9245 h 381373"/>
                <a:gd name="connsiteX6" fmla="*/ 281844 w 296979"/>
                <a:gd name="connsiteY6" fmla="*/ 97751 h 381373"/>
                <a:gd name="connsiteX7" fmla="*/ 201917 w 296979"/>
                <a:gd name="connsiteY7" fmla="*/ 232531 h 381373"/>
                <a:gd name="connsiteX8" fmla="*/ 61989 w 296979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73"/>
                <a:gd name="connsiteX1" fmla="*/ 392 w 296877"/>
                <a:gd name="connsiteY1" fmla="*/ 307698 h 381373"/>
                <a:gd name="connsiteX2" fmla="*/ 40895 w 296877"/>
                <a:gd name="connsiteY2" fmla="*/ 199320 h 381373"/>
                <a:gd name="connsiteX3" fmla="*/ 139522 w 296877"/>
                <a:gd name="connsiteY3" fmla="*/ 104742 h 381373"/>
                <a:gd name="connsiteX4" fmla="*/ 207716 w 296877"/>
                <a:gd name="connsiteY4" fmla="*/ 13496 h 381373"/>
                <a:gd name="connsiteX5" fmla="*/ 255062 w 296877"/>
                <a:gd name="connsiteY5" fmla="*/ 9245 h 381373"/>
                <a:gd name="connsiteX6" fmla="*/ 281742 w 296877"/>
                <a:gd name="connsiteY6" fmla="*/ 97751 h 381373"/>
                <a:gd name="connsiteX7" fmla="*/ 201815 w 296877"/>
                <a:gd name="connsiteY7" fmla="*/ 232531 h 381373"/>
                <a:gd name="connsiteX8" fmla="*/ 61887 w 296877"/>
                <a:gd name="connsiteY8" fmla="*/ 381315 h 381373"/>
                <a:gd name="connsiteX0" fmla="*/ 61887 w 296877"/>
                <a:gd name="connsiteY0" fmla="*/ 381315 h 381351"/>
                <a:gd name="connsiteX1" fmla="*/ 392 w 296877"/>
                <a:gd name="connsiteY1" fmla="*/ 307698 h 381351"/>
                <a:gd name="connsiteX2" fmla="*/ 40895 w 296877"/>
                <a:gd name="connsiteY2" fmla="*/ 199320 h 381351"/>
                <a:gd name="connsiteX3" fmla="*/ 139522 w 296877"/>
                <a:gd name="connsiteY3" fmla="*/ 104742 h 381351"/>
                <a:gd name="connsiteX4" fmla="*/ 207716 w 296877"/>
                <a:gd name="connsiteY4" fmla="*/ 13496 h 381351"/>
                <a:gd name="connsiteX5" fmla="*/ 255062 w 296877"/>
                <a:gd name="connsiteY5" fmla="*/ 9245 h 381351"/>
                <a:gd name="connsiteX6" fmla="*/ 281742 w 296877"/>
                <a:gd name="connsiteY6" fmla="*/ 97751 h 381351"/>
                <a:gd name="connsiteX7" fmla="*/ 201815 w 296877"/>
                <a:gd name="connsiteY7" fmla="*/ 232531 h 381351"/>
                <a:gd name="connsiteX8" fmla="*/ 61887 w 296877"/>
                <a:gd name="connsiteY8" fmla="*/ 381315 h 381351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  <a:gd name="connsiteX0" fmla="*/ 61887 w 296877"/>
                <a:gd name="connsiteY0" fmla="*/ 381315 h 381630"/>
                <a:gd name="connsiteX1" fmla="*/ 392 w 296877"/>
                <a:gd name="connsiteY1" fmla="*/ 307698 h 381630"/>
                <a:gd name="connsiteX2" fmla="*/ 40895 w 296877"/>
                <a:gd name="connsiteY2" fmla="*/ 199320 h 381630"/>
                <a:gd name="connsiteX3" fmla="*/ 139522 w 296877"/>
                <a:gd name="connsiteY3" fmla="*/ 104742 h 381630"/>
                <a:gd name="connsiteX4" fmla="*/ 207716 w 296877"/>
                <a:gd name="connsiteY4" fmla="*/ 13496 h 381630"/>
                <a:gd name="connsiteX5" fmla="*/ 255062 w 296877"/>
                <a:gd name="connsiteY5" fmla="*/ 9245 h 381630"/>
                <a:gd name="connsiteX6" fmla="*/ 281742 w 296877"/>
                <a:gd name="connsiteY6" fmla="*/ 97751 h 381630"/>
                <a:gd name="connsiteX7" fmla="*/ 201815 w 296877"/>
                <a:gd name="connsiteY7" fmla="*/ 232531 h 381630"/>
                <a:gd name="connsiteX8" fmla="*/ 61887 w 296877"/>
                <a:gd name="connsiteY8" fmla="*/ 381315 h 38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877" h="381630">
                  <a:moveTo>
                    <a:pt x="61887" y="381315"/>
                  </a:moveTo>
                  <a:cubicBezTo>
                    <a:pt x="14496" y="376278"/>
                    <a:pt x="4433" y="353749"/>
                    <a:pt x="392" y="307698"/>
                  </a:cubicBezTo>
                  <a:cubicBezTo>
                    <a:pt x="-3649" y="261647"/>
                    <a:pt x="24533" y="221201"/>
                    <a:pt x="40895" y="199320"/>
                  </a:cubicBezTo>
                  <a:cubicBezTo>
                    <a:pt x="57257" y="177439"/>
                    <a:pt x="111719" y="135713"/>
                    <a:pt x="139522" y="104742"/>
                  </a:cubicBezTo>
                  <a:cubicBezTo>
                    <a:pt x="167325" y="73771"/>
                    <a:pt x="188459" y="29412"/>
                    <a:pt x="207716" y="13496"/>
                  </a:cubicBezTo>
                  <a:cubicBezTo>
                    <a:pt x="226973" y="-2420"/>
                    <a:pt x="242724" y="-4797"/>
                    <a:pt x="255062" y="9245"/>
                  </a:cubicBezTo>
                  <a:cubicBezTo>
                    <a:pt x="267400" y="23287"/>
                    <a:pt x="323310" y="64872"/>
                    <a:pt x="281742" y="97751"/>
                  </a:cubicBezTo>
                  <a:cubicBezTo>
                    <a:pt x="244380" y="127253"/>
                    <a:pt x="223054" y="134327"/>
                    <a:pt x="201815" y="232531"/>
                  </a:cubicBezTo>
                  <a:cubicBezTo>
                    <a:pt x="180576" y="330735"/>
                    <a:pt x="109278" y="386352"/>
                    <a:pt x="61887" y="381315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2257AC3-7654-4CEE-8356-E4D70F5A3B13}"/>
              </a:ext>
            </a:extLst>
          </p:cNvPr>
          <p:cNvGrpSpPr/>
          <p:nvPr/>
        </p:nvGrpSpPr>
        <p:grpSpPr>
          <a:xfrm>
            <a:off x="1881827" y="2085867"/>
            <a:ext cx="1329698" cy="2489855"/>
            <a:chOff x="1800627" y="2085867"/>
            <a:chExt cx="1329698" cy="2489855"/>
          </a:xfrm>
        </p:grpSpPr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4BAB1D29-7563-4C65-BDB5-423A8754918B}"/>
                </a:ext>
              </a:extLst>
            </p:cNvPr>
            <p:cNvSpPr/>
            <p:nvPr/>
          </p:nvSpPr>
          <p:spPr>
            <a:xfrm>
              <a:off x="1800627" y="2085867"/>
              <a:ext cx="1328868" cy="1391399"/>
            </a:xfrm>
            <a:custGeom>
              <a:avLst/>
              <a:gdLst>
                <a:gd name="connsiteX0" fmla="*/ 1339670 w 1339670"/>
                <a:gd name="connsiteY0" fmla="*/ 1125907 h 1394968"/>
                <a:gd name="connsiteX1" fmla="*/ 1241865 w 1339670"/>
                <a:gd name="connsiteY1" fmla="*/ 984153 h 1394968"/>
                <a:gd name="connsiteX2" fmla="*/ 1086882 w 1339670"/>
                <a:gd name="connsiteY2" fmla="*/ 740608 h 1394968"/>
                <a:gd name="connsiteX3" fmla="*/ 435289 w 1339670"/>
                <a:gd name="connsiteY3" fmla="*/ 147577 h 1394968"/>
                <a:gd name="connsiteX4" fmla="*/ 219419 w 1339670"/>
                <a:gd name="connsiteY4" fmla="*/ 56247 h 1394968"/>
                <a:gd name="connsiteX5" fmla="*/ 21207 w 1339670"/>
                <a:gd name="connsiteY5" fmla="*/ 18332 h 1394968"/>
                <a:gd name="connsiteX6" fmla="*/ 134566 w 1339670"/>
                <a:gd name="connsiteY6" fmla="*/ 402967 h 1394968"/>
                <a:gd name="connsiteX7" fmla="*/ 176079 w 1339670"/>
                <a:gd name="connsiteY7" fmla="*/ 707398 h 1394968"/>
                <a:gd name="connsiteX8" fmla="*/ 296523 w 1339670"/>
                <a:gd name="connsiteY8" fmla="*/ 906662 h 1394968"/>
                <a:gd name="connsiteX9" fmla="*/ 304992 w 1339670"/>
                <a:gd name="connsiteY9" fmla="*/ 1011829 h 1394968"/>
                <a:gd name="connsiteX10" fmla="*/ 523850 w 1339670"/>
                <a:gd name="connsiteY10" fmla="*/ 1349581 h 1394968"/>
                <a:gd name="connsiteX11" fmla="*/ 864868 w 1339670"/>
                <a:gd name="connsiteY11" fmla="*/ 1394969 h 1394968"/>
                <a:gd name="connsiteX0" fmla="*/ 1339670 w 1339670"/>
                <a:gd name="connsiteY0" fmla="*/ 1125907 h 1394969"/>
                <a:gd name="connsiteX1" fmla="*/ 1241865 w 1339670"/>
                <a:gd name="connsiteY1" fmla="*/ 984153 h 1394969"/>
                <a:gd name="connsiteX2" fmla="*/ 1086882 w 1339670"/>
                <a:gd name="connsiteY2" fmla="*/ 740608 h 1394969"/>
                <a:gd name="connsiteX3" fmla="*/ 435289 w 1339670"/>
                <a:gd name="connsiteY3" fmla="*/ 147577 h 1394969"/>
                <a:gd name="connsiteX4" fmla="*/ 219419 w 1339670"/>
                <a:gd name="connsiteY4" fmla="*/ 56247 h 1394969"/>
                <a:gd name="connsiteX5" fmla="*/ 21207 w 1339670"/>
                <a:gd name="connsiteY5" fmla="*/ 18332 h 1394969"/>
                <a:gd name="connsiteX6" fmla="*/ 134566 w 1339670"/>
                <a:gd name="connsiteY6" fmla="*/ 402967 h 1394969"/>
                <a:gd name="connsiteX7" fmla="*/ 176079 w 1339670"/>
                <a:gd name="connsiteY7" fmla="*/ 707398 h 1394969"/>
                <a:gd name="connsiteX8" fmla="*/ 296523 w 1339670"/>
                <a:gd name="connsiteY8" fmla="*/ 906662 h 1394969"/>
                <a:gd name="connsiteX9" fmla="*/ 304992 w 1339670"/>
                <a:gd name="connsiteY9" fmla="*/ 1011829 h 1394969"/>
                <a:gd name="connsiteX10" fmla="*/ 523850 w 1339670"/>
                <a:gd name="connsiteY10" fmla="*/ 1349581 h 1394969"/>
                <a:gd name="connsiteX11" fmla="*/ 864868 w 1339670"/>
                <a:gd name="connsiteY11" fmla="*/ 1394969 h 1394969"/>
                <a:gd name="connsiteX0" fmla="*/ 1328868 w 1328868"/>
                <a:gd name="connsiteY0" fmla="*/ 1122337 h 1391399"/>
                <a:gd name="connsiteX1" fmla="*/ 1231063 w 1328868"/>
                <a:gd name="connsiteY1" fmla="*/ 980583 h 1391399"/>
                <a:gd name="connsiteX2" fmla="*/ 1076080 w 1328868"/>
                <a:gd name="connsiteY2" fmla="*/ 737038 h 1391399"/>
                <a:gd name="connsiteX3" fmla="*/ 424487 w 1328868"/>
                <a:gd name="connsiteY3" fmla="*/ 144007 h 1391399"/>
                <a:gd name="connsiteX4" fmla="*/ 10405 w 1328868"/>
                <a:gd name="connsiteY4" fmla="*/ 14762 h 1391399"/>
                <a:gd name="connsiteX5" fmla="*/ 123764 w 1328868"/>
                <a:gd name="connsiteY5" fmla="*/ 399397 h 1391399"/>
                <a:gd name="connsiteX6" fmla="*/ 165277 w 1328868"/>
                <a:gd name="connsiteY6" fmla="*/ 703828 h 1391399"/>
                <a:gd name="connsiteX7" fmla="*/ 285721 w 1328868"/>
                <a:gd name="connsiteY7" fmla="*/ 903092 h 1391399"/>
                <a:gd name="connsiteX8" fmla="*/ 294190 w 1328868"/>
                <a:gd name="connsiteY8" fmla="*/ 1008259 h 1391399"/>
                <a:gd name="connsiteX9" fmla="*/ 513048 w 1328868"/>
                <a:gd name="connsiteY9" fmla="*/ 1346011 h 1391399"/>
                <a:gd name="connsiteX10" fmla="*/ 854066 w 1328868"/>
                <a:gd name="connsiteY10" fmla="*/ 1391399 h 139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868" h="1391399">
                  <a:moveTo>
                    <a:pt x="1328868" y="1122337"/>
                  </a:moveTo>
                  <a:cubicBezTo>
                    <a:pt x="1300750" y="1072521"/>
                    <a:pt x="1262115" y="1028739"/>
                    <a:pt x="1231063" y="980583"/>
                  </a:cubicBezTo>
                  <a:cubicBezTo>
                    <a:pt x="1178922" y="899826"/>
                    <a:pt x="1133977" y="814031"/>
                    <a:pt x="1076080" y="737038"/>
                  </a:cubicBezTo>
                  <a:cubicBezTo>
                    <a:pt x="930506" y="543365"/>
                    <a:pt x="602099" y="264386"/>
                    <a:pt x="424487" y="144007"/>
                  </a:cubicBezTo>
                  <a:cubicBezTo>
                    <a:pt x="246875" y="23628"/>
                    <a:pt x="60525" y="-27803"/>
                    <a:pt x="10405" y="14762"/>
                  </a:cubicBezTo>
                  <a:cubicBezTo>
                    <a:pt x="-39715" y="57327"/>
                    <a:pt x="106605" y="317256"/>
                    <a:pt x="123764" y="399397"/>
                  </a:cubicBezTo>
                  <a:cubicBezTo>
                    <a:pt x="144964" y="500800"/>
                    <a:pt x="129133" y="603753"/>
                    <a:pt x="165277" y="703828"/>
                  </a:cubicBezTo>
                  <a:cubicBezTo>
                    <a:pt x="192123" y="778053"/>
                    <a:pt x="262142" y="829641"/>
                    <a:pt x="285721" y="903092"/>
                  </a:cubicBezTo>
                  <a:cubicBezTo>
                    <a:pt x="296459" y="936579"/>
                    <a:pt x="289928" y="973664"/>
                    <a:pt x="294190" y="1008259"/>
                  </a:cubicBezTo>
                  <a:cubicBezTo>
                    <a:pt x="311404" y="1147467"/>
                    <a:pt x="388121" y="1274885"/>
                    <a:pt x="513048" y="1346011"/>
                  </a:cubicBezTo>
                  <a:cubicBezTo>
                    <a:pt x="623086" y="1408724"/>
                    <a:pt x="741095" y="1358299"/>
                    <a:pt x="854066" y="1391399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0E9F94B3-49B8-43FD-8AC1-17F1CA23B0EC}"/>
                </a:ext>
              </a:extLst>
            </p:cNvPr>
            <p:cNvSpPr/>
            <p:nvPr/>
          </p:nvSpPr>
          <p:spPr>
            <a:xfrm>
              <a:off x="2670081" y="3431933"/>
              <a:ext cx="228157" cy="48044"/>
            </a:xfrm>
            <a:custGeom>
              <a:avLst/>
              <a:gdLst>
                <a:gd name="connsiteX0" fmla="*/ 228157 w 228157"/>
                <a:gd name="connsiteY0" fmla="*/ 0 h 48044"/>
                <a:gd name="connsiteX1" fmla="*/ 0 w 228157"/>
                <a:gd name="connsiteY1" fmla="*/ 48045 h 4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157" h="48044">
                  <a:moveTo>
                    <a:pt x="228157" y="0"/>
                  </a:moveTo>
                  <a:cubicBezTo>
                    <a:pt x="151496" y="5646"/>
                    <a:pt x="74281" y="29059"/>
                    <a:pt x="0" y="48045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08698A06-63F3-4F15-B948-0DA4944E6436}"/>
                </a:ext>
              </a:extLst>
            </p:cNvPr>
            <p:cNvSpPr/>
            <p:nvPr/>
          </p:nvSpPr>
          <p:spPr>
            <a:xfrm>
              <a:off x="2346569" y="3489222"/>
              <a:ext cx="312607" cy="754047"/>
            </a:xfrm>
            <a:custGeom>
              <a:avLst/>
              <a:gdLst>
                <a:gd name="connsiteX0" fmla="*/ 312607 w 312607"/>
                <a:gd name="connsiteY0" fmla="*/ 0 h 754047"/>
                <a:gd name="connsiteX1" fmla="*/ 113675 w 312607"/>
                <a:gd name="connsiteY1" fmla="*/ 180721 h 754047"/>
                <a:gd name="connsiteX2" fmla="*/ 14209 w 312607"/>
                <a:gd name="connsiteY2" fmla="*/ 496056 h 754047"/>
                <a:gd name="connsiteX3" fmla="*/ 77088 w 312607"/>
                <a:gd name="connsiteY3" fmla="*/ 612294 h 754047"/>
                <a:gd name="connsiteX4" fmla="*/ 106646 w 312607"/>
                <a:gd name="connsiteY4" fmla="*/ 754048 h 75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607" h="754047">
                  <a:moveTo>
                    <a:pt x="312607" y="0"/>
                  </a:moveTo>
                  <a:cubicBezTo>
                    <a:pt x="275245" y="70130"/>
                    <a:pt x="169359" y="117621"/>
                    <a:pt x="113675" y="180721"/>
                  </a:cubicBezTo>
                  <a:cubicBezTo>
                    <a:pt x="41332" y="262641"/>
                    <a:pt x="-31455" y="384247"/>
                    <a:pt x="14209" y="496056"/>
                  </a:cubicBezTo>
                  <a:cubicBezTo>
                    <a:pt x="30926" y="536906"/>
                    <a:pt x="60760" y="571334"/>
                    <a:pt x="77088" y="612294"/>
                  </a:cubicBezTo>
                  <a:cubicBezTo>
                    <a:pt x="95465" y="658346"/>
                    <a:pt x="86055" y="707996"/>
                    <a:pt x="106646" y="754048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9B0A1FC-5D21-48D3-AB35-74E1F1ECF131}"/>
                </a:ext>
              </a:extLst>
            </p:cNvPr>
            <p:cNvSpPr/>
            <p:nvPr/>
          </p:nvSpPr>
          <p:spPr>
            <a:xfrm>
              <a:off x="2465282" y="3550163"/>
              <a:ext cx="665043" cy="700633"/>
            </a:xfrm>
            <a:custGeom>
              <a:avLst/>
              <a:gdLst>
                <a:gd name="connsiteX0" fmla="*/ 665043 w 665043"/>
                <a:gd name="connsiteY0" fmla="*/ 0 h 700633"/>
                <a:gd name="connsiteX1" fmla="*/ 257991 w 665043"/>
                <a:gd name="connsiteY1" fmla="*/ 629619 h 700633"/>
                <a:gd name="connsiteX2" fmla="*/ 119614 w 665043"/>
                <a:gd name="connsiteY2" fmla="*/ 663494 h 700633"/>
                <a:gd name="connsiteX3" fmla="*/ 0 w 665043"/>
                <a:gd name="connsiteY3" fmla="*/ 700634 h 70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5043" h="700633">
                  <a:moveTo>
                    <a:pt x="665043" y="0"/>
                  </a:moveTo>
                  <a:cubicBezTo>
                    <a:pt x="580080" y="194725"/>
                    <a:pt x="451554" y="528658"/>
                    <a:pt x="257991" y="629619"/>
                  </a:cubicBezTo>
                  <a:cubicBezTo>
                    <a:pt x="213323" y="652921"/>
                    <a:pt x="166939" y="651205"/>
                    <a:pt x="119614" y="663494"/>
                  </a:cubicBezTo>
                  <a:cubicBezTo>
                    <a:pt x="77602" y="674398"/>
                    <a:pt x="44724" y="696870"/>
                    <a:pt x="0" y="700634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06D5AA80-515F-49FB-BD11-F33B2C67F9EB}"/>
                </a:ext>
              </a:extLst>
            </p:cNvPr>
            <p:cNvSpPr/>
            <p:nvPr/>
          </p:nvSpPr>
          <p:spPr>
            <a:xfrm>
              <a:off x="2303878" y="4258657"/>
              <a:ext cx="149503" cy="222621"/>
            </a:xfrm>
            <a:custGeom>
              <a:avLst/>
              <a:gdLst>
                <a:gd name="connsiteX0" fmla="*/ 149503 w 149503"/>
                <a:gd name="connsiteY0" fmla="*/ 0 h 222621"/>
                <a:gd name="connsiteX1" fmla="*/ 0 w 149503"/>
                <a:gd name="connsiteY1" fmla="*/ 222622 h 22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503" h="222621">
                  <a:moveTo>
                    <a:pt x="149503" y="0"/>
                  </a:moveTo>
                  <a:cubicBezTo>
                    <a:pt x="114798" y="59115"/>
                    <a:pt x="41735" y="167326"/>
                    <a:pt x="0" y="222622"/>
                  </a:cubicBezTo>
                </a:path>
              </a:pathLst>
            </a:custGeom>
            <a:noFill/>
            <a:ln w="49723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70CB1C57-29DB-4100-9D47-F27DCA78A796}"/>
                </a:ext>
              </a:extLst>
            </p:cNvPr>
            <p:cNvSpPr/>
            <p:nvPr/>
          </p:nvSpPr>
          <p:spPr>
            <a:xfrm>
              <a:off x="1885560" y="2166319"/>
              <a:ext cx="648100" cy="821590"/>
            </a:xfrm>
            <a:custGeom>
              <a:avLst/>
              <a:gdLst>
                <a:gd name="connsiteX0" fmla="*/ 558854 w 648100"/>
                <a:gd name="connsiteY0" fmla="*/ 820259 h 821590"/>
                <a:gd name="connsiteX1" fmla="*/ 533946 w 648100"/>
                <a:gd name="connsiteY1" fmla="*/ 816164 h 821590"/>
                <a:gd name="connsiteX2" fmla="*/ 463429 w 648100"/>
                <a:gd name="connsiteY2" fmla="*/ 811458 h 821590"/>
                <a:gd name="connsiteX3" fmla="*/ 405974 w 648100"/>
                <a:gd name="connsiteY3" fmla="*/ 808857 h 821590"/>
                <a:gd name="connsiteX4" fmla="*/ 360310 w 648100"/>
                <a:gd name="connsiteY4" fmla="*/ 806145 h 821590"/>
                <a:gd name="connsiteX5" fmla="*/ 296933 w 648100"/>
                <a:gd name="connsiteY5" fmla="*/ 797012 h 821590"/>
                <a:gd name="connsiteX6" fmla="*/ 231618 w 648100"/>
                <a:gd name="connsiteY6" fmla="*/ 733081 h 821590"/>
                <a:gd name="connsiteX7" fmla="*/ 200788 w 648100"/>
                <a:gd name="connsiteY7" fmla="*/ 688136 h 821590"/>
                <a:gd name="connsiteX8" fmla="*/ 129219 w 648100"/>
                <a:gd name="connsiteY8" fmla="*/ 443485 h 821590"/>
                <a:gd name="connsiteX9" fmla="*/ 79458 w 648100"/>
                <a:gd name="connsiteY9" fmla="*/ 235973 h 821590"/>
                <a:gd name="connsiteX10" fmla="*/ 66008 w 648100"/>
                <a:gd name="connsiteY10" fmla="*/ 205696 h 821590"/>
                <a:gd name="connsiteX11" fmla="*/ 49347 w 648100"/>
                <a:gd name="connsiteY11" fmla="*/ 170327 h 821590"/>
                <a:gd name="connsiteX12" fmla="*/ 97004 w 648100"/>
                <a:gd name="connsiteY12" fmla="*/ 22595 h 821590"/>
                <a:gd name="connsiteX13" fmla="*/ 176267 w 648100"/>
                <a:gd name="connsiteY13" fmla="*/ 57079 h 821590"/>
                <a:gd name="connsiteX14" fmla="*/ 243353 w 648100"/>
                <a:gd name="connsiteY14" fmla="*/ 91230 h 821590"/>
                <a:gd name="connsiteX15" fmla="*/ 293888 w 648100"/>
                <a:gd name="connsiteY15" fmla="*/ 120345 h 821590"/>
                <a:gd name="connsiteX16" fmla="*/ 332634 w 648100"/>
                <a:gd name="connsiteY16" fmla="*/ 142264 h 821590"/>
                <a:gd name="connsiteX17" fmla="*/ 400937 w 648100"/>
                <a:gd name="connsiteY17" fmla="*/ 189368 h 821590"/>
                <a:gd name="connsiteX18" fmla="*/ 440347 w 648100"/>
                <a:gd name="connsiteY18" fmla="*/ 221748 h 821590"/>
                <a:gd name="connsiteX19" fmla="*/ 484850 w 648100"/>
                <a:gd name="connsiteY19" fmla="*/ 257394 h 821590"/>
                <a:gd name="connsiteX20" fmla="*/ 551991 w 648100"/>
                <a:gd name="connsiteY20" fmla="*/ 309258 h 821590"/>
                <a:gd name="connsiteX21" fmla="*/ 589740 w 648100"/>
                <a:gd name="connsiteY21" fmla="*/ 418577 h 821590"/>
                <a:gd name="connsiteX22" fmla="*/ 496639 w 648100"/>
                <a:gd name="connsiteY22" fmla="*/ 592988 h 821590"/>
                <a:gd name="connsiteX23" fmla="*/ 506215 w 648100"/>
                <a:gd name="connsiteY23" fmla="*/ 631235 h 821590"/>
                <a:gd name="connsiteX24" fmla="*/ 579445 w 648100"/>
                <a:gd name="connsiteY24" fmla="*/ 765130 h 821590"/>
                <a:gd name="connsiteX25" fmla="*/ 558854 w 648100"/>
                <a:gd name="connsiteY25" fmla="*/ 820259 h 82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48100" h="821590">
                  <a:moveTo>
                    <a:pt x="558854" y="820259"/>
                  </a:moveTo>
                  <a:cubicBezTo>
                    <a:pt x="556585" y="819927"/>
                    <a:pt x="545404" y="818101"/>
                    <a:pt x="533946" y="816164"/>
                  </a:cubicBezTo>
                  <a:cubicBezTo>
                    <a:pt x="515957" y="813119"/>
                    <a:pt x="506658" y="812510"/>
                    <a:pt x="463429" y="811458"/>
                  </a:cubicBezTo>
                  <a:cubicBezTo>
                    <a:pt x="436030" y="810794"/>
                    <a:pt x="410181" y="809632"/>
                    <a:pt x="405974" y="808857"/>
                  </a:cubicBezTo>
                  <a:cubicBezTo>
                    <a:pt x="401768" y="808082"/>
                    <a:pt x="381232" y="806865"/>
                    <a:pt x="360310" y="806145"/>
                  </a:cubicBezTo>
                  <a:cubicBezTo>
                    <a:pt x="320512" y="804761"/>
                    <a:pt x="314424" y="803931"/>
                    <a:pt x="296933" y="797012"/>
                  </a:cubicBezTo>
                  <a:cubicBezTo>
                    <a:pt x="273298" y="787658"/>
                    <a:pt x="260069" y="774706"/>
                    <a:pt x="231618" y="733081"/>
                  </a:cubicBezTo>
                  <a:cubicBezTo>
                    <a:pt x="220603" y="716919"/>
                    <a:pt x="206710" y="696716"/>
                    <a:pt x="200788" y="688136"/>
                  </a:cubicBezTo>
                  <a:cubicBezTo>
                    <a:pt x="159385" y="627970"/>
                    <a:pt x="132817" y="537139"/>
                    <a:pt x="129219" y="443485"/>
                  </a:cubicBezTo>
                  <a:cubicBezTo>
                    <a:pt x="126507" y="372690"/>
                    <a:pt x="109458" y="301564"/>
                    <a:pt x="79458" y="235973"/>
                  </a:cubicBezTo>
                  <a:cubicBezTo>
                    <a:pt x="75418" y="227228"/>
                    <a:pt x="69384" y="213611"/>
                    <a:pt x="66008" y="205696"/>
                  </a:cubicBezTo>
                  <a:cubicBezTo>
                    <a:pt x="62631" y="197726"/>
                    <a:pt x="55159" y="181840"/>
                    <a:pt x="49347" y="170327"/>
                  </a:cubicBezTo>
                  <a:cubicBezTo>
                    <a:pt x="-29307" y="13406"/>
                    <a:pt x="-14307" y="-33088"/>
                    <a:pt x="97004" y="22595"/>
                  </a:cubicBezTo>
                  <a:cubicBezTo>
                    <a:pt x="117817" y="33056"/>
                    <a:pt x="153463" y="48499"/>
                    <a:pt x="176267" y="57079"/>
                  </a:cubicBezTo>
                  <a:cubicBezTo>
                    <a:pt x="195419" y="64274"/>
                    <a:pt x="211526" y="72466"/>
                    <a:pt x="243353" y="91230"/>
                  </a:cubicBezTo>
                  <a:cubicBezTo>
                    <a:pt x="257855" y="99754"/>
                    <a:pt x="280549" y="112817"/>
                    <a:pt x="293888" y="120345"/>
                  </a:cubicBezTo>
                  <a:cubicBezTo>
                    <a:pt x="307228" y="127817"/>
                    <a:pt x="324664" y="137670"/>
                    <a:pt x="332634" y="142264"/>
                  </a:cubicBezTo>
                  <a:cubicBezTo>
                    <a:pt x="359037" y="157319"/>
                    <a:pt x="385716" y="175751"/>
                    <a:pt x="400937" y="189368"/>
                  </a:cubicBezTo>
                  <a:cubicBezTo>
                    <a:pt x="409185" y="196785"/>
                    <a:pt x="426952" y="211342"/>
                    <a:pt x="440347" y="221748"/>
                  </a:cubicBezTo>
                  <a:cubicBezTo>
                    <a:pt x="453742" y="232154"/>
                    <a:pt x="473779" y="248206"/>
                    <a:pt x="484850" y="257394"/>
                  </a:cubicBezTo>
                  <a:cubicBezTo>
                    <a:pt x="516289" y="283575"/>
                    <a:pt x="529629" y="293871"/>
                    <a:pt x="551991" y="309258"/>
                  </a:cubicBezTo>
                  <a:cubicBezTo>
                    <a:pt x="668449" y="389628"/>
                    <a:pt x="676641" y="413318"/>
                    <a:pt x="589740" y="418577"/>
                  </a:cubicBezTo>
                  <a:cubicBezTo>
                    <a:pt x="510256" y="423392"/>
                    <a:pt x="470016" y="498780"/>
                    <a:pt x="496639" y="592988"/>
                  </a:cubicBezTo>
                  <a:cubicBezTo>
                    <a:pt x="499296" y="602453"/>
                    <a:pt x="503614" y="619667"/>
                    <a:pt x="506215" y="631235"/>
                  </a:cubicBezTo>
                  <a:cubicBezTo>
                    <a:pt x="515625" y="673358"/>
                    <a:pt x="535662" y="709889"/>
                    <a:pt x="579445" y="765130"/>
                  </a:cubicBezTo>
                  <a:cubicBezTo>
                    <a:pt x="613762" y="808359"/>
                    <a:pt x="606843" y="826957"/>
                    <a:pt x="558854" y="820259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D554DBFC-60D1-44A9-9B37-08E4EC211EC2}"/>
                </a:ext>
              </a:extLst>
            </p:cNvPr>
            <p:cNvSpPr/>
            <p:nvPr/>
          </p:nvSpPr>
          <p:spPr>
            <a:xfrm>
              <a:off x="2437501" y="2629566"/>
              <a:ext cx="628608" cy="630576"/>
            </a:xfrm>
            <a:custGeom>
              <a:avLst/>
              <a:gdLst>
                <a:gd name="connsiteX0" fmla="*/ 599889 w 628608"/>
                <a:gd name="connsiteY0" fmla="*/ 628011 h 630576"/>
                <a:gd name="connsiteX1" fmla="*/ 512047 w 628608"/>
                <a:gd name="connsiteY1" fmla="*/ 576645 h 630576"/>
                <a:gd name="connsiteX2" fmla="*/ 463560 w 628608"/>
                <a:gd name="connsiteY2" fmla="*/ 545261 h 630576"/>
                <a:gd name="connsiteX3" fmla="*/ 410312 w 628608"/>
                <a:gd name="connsiteY3" fmla="*/ 510777 h 630576"/>
                <a:gd name="connsiteX4" fmla="*/ 364647 w 628608"/>
                <a:gd name="connsiteY4" fmla="*/ 481939 h 630576"/>
                <a:gd name="connsiteX5" fmla="*/ 315551 w 628608"/>
                <a:gd name="connsiteY5" fmla="*/ 452991 h 630576"/>
                <a:gd name="connsiteX6" fmla="*/ 248410 w 628608"/>
                <a:gd name="connsiteY6" fmla="*/ 415463 h 630576"/>
                <a:gd name="connsiteX7" fmla="*/ 2817 w 628608"/>
                <a:gd name="connsiteY7" fmla="*/ 101899 h 630576"/>
                <a:gd name="connsiteX8" fmla="*/ 34423 w 628608"/>
                <a:gd name="connsiteY8" fmla="*/ 3429 h 630576"/>
                <a:gd name="connsiteX9" fmla="*/ 125088 w 628608"/>
                <a:gd name="connsiteY9" fmla="*/ 2820 h 630576"/>
                <a:gd name="connsiteX10" fmla="*/ 204351 w 628608"/>
                <a:gd name="connsiteY10" fmla="*/ 34813 h 630576"/>
                <a:gd name="connsiteX11" fmla="*/ 332544 w 628608"/>
                <a:gd name="connsiteY11" fmla="*/ 164778 h 630576"/>
                <a:gd name="connsiteX12" fmla="*/ 361658 w 628608"/>
                <a:gd name="connsiteY12" fmla="*/ 203357 h 630576"/>
                <a:gd name="connsiteX13" fmla="*/ 394758 w 628608"/>
                <a:gd name="connsiteY13" fmla="*/ 248524 h 630576"/>
                <a:gd name="connsiteX14" fmla="*/ 423818 w 628608"/>
                <a:gd name="connsiteY14" fmla="*/ 290203 h 630576"/>
                <a:gd name="connsiteX15" fmla="*/ 489741 w 628608"/>
                <a:gd name="connsiteY15" fmla="*/ 396034 h 630576"/>
                <a:gd name="connsiteX16" fmla="*/ 548690 w 628608"/>
                <a:gd name="connsiteY16" fmla="*/ 486699 h 630576"/>
                <a:gd name="connsiteX17" fmla="*/ 584668 w 628608"/>
                <a:gd name="connsiteY17" fmla="*/ 539283 h 630576"/>
                <a:gd name="connsiteX18" fmla="*/ 614004 w 628608"/>
                <a:gd name="connsiteY18" fmla="*/ 582568 h 630576"/>
                <a:gd name="connsiteX19" fmla="*/ 599889 w 628608"/>
                <a:gd name="connsiteY19" fmla="*/ 628011 h 630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8608" h="630576">
                  <a:moveTo>
                    <a:pt x="599889" y="628011"/>
                  </a:moveTo>
                  <a:cubicBezTo>
                    <a:pt x="585498" y="623361"/>
                    <a:pt x="557546" y="607033"/>
                    <a:pt x="512047" y="576645"/>
                  </a:cubicBezTo>
                  <a:cubicBezTo>
                    <a:pt x="497545" y="566959"/>
                    <a:pt x="475737" y="552844"/>
                    <a:pt x="463560" y="545261"/>
                  </a:cubicBezTo>
                  <a:cubicBezTo>
                    <a:pt x="451438" y="537623"/>
                    <a:pt x="427415" y="522124"/>
                    <a:pt x="410312" y="510777"/>
                  </a:cubicBezTo>
                  <a:cubicBezTo>
                    <a:pt x="393208" y="499430"/>
                    <a:pt x="372618" y="486423"/>
                    <a:pt x="364647" y="481939"/>
                  </a:cubicBezTo>
                  <a:cubicBezTo>
                    <a:pt x="356677" y="477401"/>
                    <a:pt x="334536" y="464393"/>
                    <a:pt x="315551" y="452991"/>
                  </a:cubicBezTo>
                  <a:cubicBezTo>
                    <a:pt x="296510" y="441644"/>
                    <a:pt x="266288" y="424762"/>
                    <a:pt x="248410" y="415463"/>
                  </a:cubicBezTo>
                  <a:cubicBezTo>
                    <a:pt x="110032" y="343783"/>
                    <a:pt x="21028" y="230147"/>
                    <a:pt x="2817" y="101899"/>
                  </a:cubicBezTo>
                  <a:cubicBezTo>
                    <a:pt x="-5486" y="43669"/>
                    <a:pt x="4422" y="12839"/>
                    <a:pt x="34423" y="3429"/>
                  </a:cubicBezTo>
                  <a:cubicBezTo>
                    <a:pt x="47984" y="-833"/>
                    <a:pt x="106324" y="-1220"/>
                    <a:pt x="125088" y="2820"/>
                  </a:cubicBezTo>
                  <a:cubicBezTo>
                    <a:pt x="158354" y="9960"/>
                    <a:pt x="186195" y="21252"/>
                    <a:pt x="204351" y="34813"/>
                  </a:cubicBezTo>
                  <a:cubicBezTo>
                    <a:pt x="222727" y="48651"/>
                    <a:pt x="318761" y="145958"/>
                    <a:pt x="332544" y="164778"/>
                  </a:cubicBezTo>
                  <a:cubicBezTo>
                    <a:pt x="339186" y="173855"/>
                    <a:pt x="352249" y="191180"/>
                    <a:pt x="361658" y="203357"/>
                  </a:cubicBezTo>
                  <a:cubicBezTo>
                    <a:pt x="371013" y="215535"/>
                    <a:pt x="385902" y="235848"/>
                    <a:pt x="394758" y="248524"/>
                  </a:cubicBezTo>
                  <a:cubicBezTo>
                    <a:pt x="403559" y="261144"/>
                    <a:pt x="416677" y="279908"/>
                    <a:pt x="423818" y="290203"/>
                  </a:cubicBezTo>
                  <a:cubicBezTo>
                    <a:pt x="440257" y="313783"/>
                    <a:pt x="475682" y="370683"/>
                    <a:pt x="489741" y="396034"/>
                  </a:cubicBezTo>
                  <a:cubicBezTo>
                    <a:pt x="501697" y="417621"/>
                    <a:pt x="524169" y="452160"/>
                    <a:pt x="548690" y="486699"/>
                  </a:cubicBezTo>
                  <a:cubicBezTo>
                    <a:pt x="557601" y="499264"/>
                    <a:pt x="573764" y="522899"/>
                    <a:pt x="584668" y="539283"/>
                  </a:cubicBezTo>
                  <a:cubicBezTo>
                    <a:pt x="595572" y="555667"/>
                    <a:pt x="608746" y="575095"/>
                    <a:pt x="614004" y="582568"/>
                  </a:cubicBezTo>
                  <a:cubicBezTo>
                    <a:pt x="638192" y="616775"/>
                    <a:pt x="631550" y="638251"/>
                    <a:pt x="599889" y="628011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8D369A16-15A0-46BC-B17B-7974761A04A6}"/>
                </a:ext>
              </a:extLst>
            </p:cNvPr>
            <p:cNvSpPr/>
            <p:nvPr/>
          </p:nvSpPr>
          <p:spPr>
            <a:xfrm>
              <a:off x="2176846" y="3027594"/>
              <a:ext cx="374000" cy="385713"/>
            </a:xfrm>
            <a:custGeom>
              <a:avLst/>
              <a:gdLst>
                <a:gd name="connsiteX0" fmla="*/ 319487 w 374000"/>
                <a:gd name="connsiteY0" fmla="*/ 383306 h 385713"/>
                <a:gd name="connsiteX1" fmla="*/ 129854 w 374000"/>
                <a:gd name="connsiteY1" fmla="*/ 299449 h 385713"/>
                <a:gd name="connsiteX2" fmla="*/ 71846 w 374000"/>
                <a:gd name="connsiteY2" fmla="*/ 230482 h 385713"/>
                <a:gd name="connsiteX3" fmla="*/ 50370 w 374000"/>
                <a:gd name="connsiteY3" fmla="*/ 202142 h 385713"/>
                <a:gd name="connsiteX4" fmla="*/ 5148 w 374000"/>
                <a:gd name="connsiteY4" fmla="*/ 97639 h 385713"/>
                <a:gd name="connsiteX5" fmla="*/ 45499 w 374000"/>
                <a:gd name="connsiteY5" fmla="*/ 1549 h 385713"/>
                <a:gd name="connsiteX6" fmla="*/ 170039 w 374000"/>
                <a:gd name="connsiteY6" fmla="*/ 2878 h 385713"/>
                <a:gd name="connsiteX7" fmla="*/ 203250 w 374000"/>
                <a:gd name="connsiteY7" fmla="*/ 5645 h 385713"/>
                <a:gd name="connsiteX8" fmla="*/ 236461 w 374000"/>
                <a:gd name="connsiteY8" fmla="*/ 8413 h 385713"/>
                <a:gd name="connsiteX9" fmla="*/ 284893 w 374000"/>
                <a:gd name="connsiteY9" fmla="*/ 11181 h 385713"/>
                <a:gd name="connsiteX10" fmla="*/ 310520 w 374000"/>
                <a:gd name="connsiteY10" fmla="*/ 61661 h 385713"/>
                <a:gd name="connsiteX11" fmla="*/ 339524 w 374000"/>
                <a:gd name="connsiteY11" fmla="*/ 326183 h 385713"/>
                <a:gd name="connsiteX12" fmla="*/ 319487 w 374000"/>
                <a:gd name="connsiteY12" fmla="*/ 383306 h 38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4000" h="385713">
                  <a:moveTo>
                    <a:pt x="319487" y="383306"/>
                  </a:moveTo>
                  <a:cubicBezTo>
                    <a:pt x="216479" y="368915"/>
                    <a:pt x="187364" y="356073"/>
                    <a:pt x="129854" y="299449"/>
                  </a:cubicBezTo>
                  <a:cubicBezTo>
                    <a:pt x="108101" y="278028"/>
                    <a:pt x="101072" y="269726"/>
                    <a:pt x="71846" y="230482"/>
                  </a:cubicBezTo>
                  <a:cubicBezTo>
                    <a:pt x="65038" y="221404"/>
                    <a:pt x="55407" y="208618"/>
                    <a:pt x="50370" y="202142"/>
                  </a:cubicBezTo>
                  <a:cubicBezTo>
                    <a:pt x="34208" y="181219"/>
                    <a:pt x="17326" y="142141"/>
                    <a:pt x="5148" y="97639"/>
                  </a:cubicBezTo>
                  <a:cubicBezTo>
                    <a:pt x="-9077" y="45443"/>
                    <a:pt x="6754" y="7693"/>
                    <a:pt x="45499" y="1549"/>
                  </a:cubicBezTo>
                  <a:cubicBezTo>
                    <a:pt x="62105" y="-1052"/>
                    <a:pt x="142696" y="-222"/>
                    <a:pt x="170039" y="2878"/>
                  </a:cubicBezTo>
                  <a:cubicBezTo>
                    <a:pt x="183379" y="4372"/>
                    <a:pt x="198324" y="5645"/>
                    <a:pt x="203250" y="5645"/>
                  </a:cubicBezTo>
                  <a:cubicBezTo>
                    <a:pt x="208176" y="5645"/>
                    <a:pt x="223121" y="6918"/>
                    <a:pt x="236461" y="8413"/>
                  </a:cubicBezTo>
                  <a:cubicBezTo>
                    <a:pt x="251239" y="10073"/>
                    <a:pt x="270114" y="11181"/>
                    <a:pt x="284893" y="11181"/>
                  </a:cubicBezTo>
                  <a:cubicBezTo>
                    <a:pt x="352753" y="11291"/>
                    <a:pt x="358399" y="22417"/>
                    <a:pt x="310520" y="61661"/>
                  </a:cubicBezTo>
                  <a:cubicBezTo>
                    <a:pt x="229044" y="128580"/>
                    <a:pt x="240169" y="229984"/>
                    <a:pt x="339524" y="326183"/>
                  </a:cubicBezTo>
                  <a:cubicBezTo>
                    <a:pt x="391001" y="376055"/>
                    <a:pt x="385244" y="392439"/>
                    <a:pt x="319487" y="38330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2C8814BF-C426-4727-9899-8E0F50AD4592}"/>
                </a:ext>
              </a:extLst>
            </p:cNvPr>
            <p:cNvSpPr/>
            <p:nvPr/>
          </p:nvSpPr>
          <p:spPr>
            <a:xfrm>
              <a:off x="2488933" y="3094951"/>
              <a:ext cx="466548" cy="298152"/>
            </a:xfrm>
            <a:custGeom>
              <a:avLst/>
              <a:gdLst>
                <a:gd name="connsiteX0" fmla="*/ 199026 w 466548"/>
                <a:gd name="connsiteY0" fmla="*/ 296576 h 298152"/>
                <a:gd name="connsiteX1" fmla="*/ 62585 w 466548"/>
                <a:gd name="connsiteY1" fmla="*/ 227941 h 298152"/>
                <a:gd name="connsiteX2" fmla="*/ 37124 w 466548"/>
                <a:gd name="connsiteY2" fmla="*/ 28234 h 298152"/>
                <a:gd name="connsiteX3" fmla="*/ 120870 w 466548"/>
                <a:gd name="connsiteY3" fmla="*/ 5 h 298152"/>
                <a:gd name="connsiteX4" fmla="*/ 264561 w 466548"/>
                <a:gd name="connsiteY4" fmla="*/ 54249 h 298152"/>
                <a:gd name="connsiteX5" fmla="*/ 389323 w 466548"/>
                <a:gd name="connsiteY5" fmla="*/ 123715 h 298152"/>
                <a:gd name="connsiteX6" fmla="*/ 347643 w 466548"/>
                <a:gd name="connsiteY6" fmla="*/ 219859 h 298152"/>
                <a:gd name="connsiteX7" fmla="*/ 289691 w 466548"/>
                <a:gd name="connsiteY7" fmla="*/ 262591 h 298152"/>
                <a:gd name="connsiteX8" fmla="*/ 199026 w 466548"/>
                <a:gd name="connsiteY8" fmla="*/ 296576 h 298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548" h="298152">
                  <a:moveTo>
                    <a:pt x="199026" y="296576"/>
                  </a:moveTo>
                  <a:cubicBezTo>
                    <a:pt x="139634" y="289325"/>
                    <a:pt x="106202" y="272554"/>
                    <a:pt x="62585" y="227941"/>
                  </a:cubicBezTo>
                  <a:cubicBezTo>
                    <a:pt x="-10091" y="153659"/>
                    <a:pt x="-20663" y="70854"/>
                    <a:pt x="37124" y="28234"/>
                  </a:cubicBezTo>
                  <a:cubicBezTo>
                    <a:pt x="70500" y="3713"/>
                    <a:pt x="81847" y="-161"/>
                    <a:pt x="120870" y="5"/>
                  </a:cubicBezTo>
                  <a:cubicBezTo>
                    <a:pt x="168361" y="171"/>
                    <a:pt x="171184" y="1223"/>
                    <a:pt x="264561" y="54249"/>
                  </a:cubicBezTo>
                  <a:cubicBezTo>
                    <a:pt x="345595" y="100301"/>
                    <a:pt x="374710" y="116519"/>
                    <a:pt x="389323" y="123715"/>
                  </a:cubicBezTo>
                  <a:cubicBezTo>
                    <a:pt x="501630" y="179121"/>
                    <a:pt x="494545" y="195505"/>
                    <a:pt x="347643" y="219859"/>
                  </a:cubicBezTo>
                  <a:cubicBezTo>
                    <a:pt x="303750" y="227166"/>
                    <a:pt x="294119" y="234251"/>
                    <a:pt x="289691" y="262591"/>
                  </a:cubicBezTo>
                  <a:cubicBezTo>
                    <a:pt x="285429" y="289989"/>
                    <a:pt x="251000" y="302886"/>
                    <a:pt x="199026" y="29657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70C4FC06-BD98-41C7-A414-75AD9288874E}"/>
                </a:ext>
              </a:extLst>
            </p:cNvPr>
            <p:cNvSpPr/>
            <p:nvPr/>
          </p:nvSpPr>
          <p:spPr>
            <a:xfrm>
              <a:off x="2675080" y="3472693"/>
              <a:ext cx="392056" cy="401177"/>
            </a:xfrm>
            <a:custGeom>
              <a:avLst/>
              <a:gdLst>
                <a:gd name="connsiteX0" fmla="*/ 178268 w 392056"/>
                <a:gd name="connsiteY0" fmla="*/ 399226 h 401177"/>
                <a:gd name="connsiteX1" fmla="*/ 141404 w 392056"/>
                <a:gd name="connsiteY1" fmla="*/ 281494 h 401177"/>
                <a:gd name="connsiteX2" fmla="*/ 140408 w 392056"/>
                <a:gd name="connsiteY2" fmla="*/ 233671 h 401177"/>
                <a:gd name="connsiteX3" fmla="*/ 82566 w 392056"/>
                <a:gd name="connsiteY3" fmla="*/ 237933 h 401177"/>
                <a:gd name="connsiteX4" fmla="*/ 5241 w 392056"/>
                <a:gd name="connsiteY4" fmla="*/ 163209 h 401177"/>
                <a:gd name="connsiteX5" fmla="*/ 137419 w 392056"/>
                <a:gd name="connsiteY5" fmla="*/ 54555 h 401177"/>
                <a:gd name="connsiteX6" fmla="*/ 176885 w 392056"/>
                <a:gd name="connsiteY6" fmla="*/ 40329 h 401177"/>
                <a:gd name="connsiteX7" fmla="*/ 220058 w 392056"/>
                <a:gd name="connsiteY7" fmla="*/ 26658 h 401177"/>
                <a:gd name="connsiteX8" fmla="*/ 257420 w 392056"/>
                <a:gd name="connsiteY8" fmla="*/ 15200 h 401177"/>
                <a:gd name="connsiteX9" fmla="*/ 366351 w 392056"/>
                <a:gd name="connsiteY9" fmla="*/ 9111 h 401177"/>
                <a:gd name="connsiteX10" fmla="*/ 372385 w 392056"/>
                <a:gd name="connsiteY10" fmla="*/ 107027 h 401177"/>
                <a:gd name="connsiteX11" fmla="*/ 356056 w 392056"/>
                <a:gd name="connsiteY11" fmla="*/ 147932 h 401177"/>
                <a:gd name="connsiteX12" fmla="*/ 340890 w 392056"/>
                <a:gd name="connsiteY12" fmla="*/ 186013 h 401177"/>
                <a:gd name="connsiteX13" fmla="*/ 325059 w 392056"/>
                <a:gd name="connsiteY13" fmla="*/ 221992 h 401177"/>
                <a:gd name="connsiteX14" fmla="*/ 178268 w 392056"/>
                <a:gd name="connsiteY14" fmla="*/ 399226 h 40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2056" h="401177">
                  <a:moveTo>
                    <a:pt x="178268" y="399226"/>
                  </a:moveTo>
                  <a:cubicBezTo>
                    <a:pt x="144283" y="388820"/>
                    <a:pt x="128176" y="337288"/>
                    <a:pt x="141404" y="281494"/>
                  </a:cubicBezTo>
                  <a:cubicBezTo>
                    <a:pt x="149264" y="248394"/>
                    <a:pt x="149154" y="242416"/>
                    <a:pt x="140408" y="233671"/>
                  </a:cubicBezTo>
                  <a:cubicBezTo>
                    <a:pt x="130168" y="223431"/>
                    <a:pt x="113895" y="224593"/>
                    <a:pt x="82566" y="237933"/>
                  </a:cubicBezTo>
                  <a:cubicBezTo>
                    <a:pt x="19687" y="264557"/>
                    <a:pt x="-13579" y="232342"/>
                    <a:pt x="5241" y="163209"/>
                  </a:cubicBezTo>
                  <a:cubicBezTo>
                    <a:pt x="19189" y="111843"/>
                    <a:pt x="56717" y="81013"/>
                    <a:pt x="137419" y="54555"/>
                  </a:cubicBezTo>
                  <a:cubicBezTo>
                    <a:pt x="147327" y="51289"/>
                    <a:pt x="165095" y="44924"/>
                    <a:pt x="176885" y="40329"/>
                  </a:cubicBezTo>
                  <a:cubicBezTo>
                    <a:pt x="188674" y="35791"/>
                    <a:pt x="208103" y="29647"/>
                    <a:pt x="220058" y="26658"/>
                  </a:cubicBezTo>
                  <a:cubicBezTo>
                    <a:pt x="231959" y="23724"/>
                    <a:pt x="248786" y="18576"/>
                    <a:pt x="257420" y="15200"/>
                  </a:cubicBezTo>
                  <a:cubicBezTo>
                    <a:pt x="303860" y="-2955"/>
                    <a:pt x="334137" y="-4671"/>
                    <a:pt x="366351" y="9111"/>
                  </a:cubicBezTo>
                  <a:cubicBezTo>
                    <a:pt x="398842" y="23060"/>
                    <a:pt x="400171" y="44425"/>
                    <a:pt x="372385" y="107027"/>
                  </a:cubicBezTo>
                  <a:cubicBezTo>
                    <a:pt x="368123" y="116603"/>
                    <a:pt x="360761" y="135035"/>
                    <a:pt x="356056" y="147932"/>
                  </a:cubicBezTo>
                  <a:cubicBezTo>
                    <a:pt x="351296" y="160884"/>
                    <a:pt x="344488" y="178043"/>
                    <a:pt x="340890" y="186013"/>
                  </a:cubicBezTo>
                  <a:cubicBezTo>
                    <a:pt x="337347" y="193984"/>
                    <a:pt x="330207" y="210202"/>
                    <a:pt x="325059" y="221992"/>
                  </a:cubicBezTo>
                  <a:cubicBezTo>
                    <a:pt x="264727" y="359982"/>
                    <a:pt x="221331" y="412344"/>
                    <a:pt x="178268" y="39922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C7D7A886-FE9F-4F3A-BC4D-134BFFAA5C90}"/>
                </a:ext>
              </a:extLst>
            </p:cNvPr>
            <p:cNvSpPr/>
            <p:nvPr/>
          </p:nvSpPr>
          <p:spPr>
            <a:xfrm>
              <a:off x="2417885" y="3643932"/>
              <a:ext cx="431209" cy="505747"/>
            </a:xfrm>
            <a:custGeom>
              <a:avLst/>
              <a:gdLst>
                <a:gd name="connsiteX0" fmla="*/ 110275 w 431209"/>
                <a:gd name="connsiteY0" fmla="*/ 504466 h 505747"/>
                <a:gd name="connsiteX1" fmla="*/ 95054 w 431209"/>
                <a:gd name="connsiteY1" fmla="*/ 474853 h 505747"/>
                <a:gd name="connsiteX2" fmla="*/ 69371 w 431209"/>
                <a:gd name="connsiteY2" fmla="*/ 422270 h 505747"/>
                <a:gd name="connsiteX3" fmla="*/ 94998 w 431209"/>
                <a:gd name="connsiteY3" fmla="*/ 77377 h 505747"/>
                <a:gd name="connsiteX4" fmla="*/ 205700 w 431209"/>
                <a:gd name="connsiteY4" fmla="*/ 50200 h 505747"/>
                <a:gd name="connsiteX5" fmla="*/ 292214 w 431209"/>
                <a:gd name="connsiteY5" fmla="*/ 134610 h 505747"/>
                <a:gd name="connsiteX6" fmla="*/ 337657 w 431209"/>
                <a:gd name="connsiteY6" fmla="*/ 176677 h 505747"/>
                <a:gd name="connsiteX7" fmla="*/ 404577 w 431209"/>
                <a:gd name="connsiteY7" fmla="*/ 269888 h 505747"/>
                <a:gd name="connsiteX8" fmla="*/ 402363 w 431209"/>
                <a:gd name="connsiteY8" fmla="*/ 360276 h 505747"/>
                <a:gd name="connsiteX9" fmla="*/ 176364 w 431209"/>
                <a:gd name="connsiteY9" fmla="*/ 496329 h 505747"/>
                <a:gd name="connsiteX10" fmla="*/ 135903 w 431209"/>
                <a:gd name="connsiteY10" fmla="*/ 501809 h 505747"/>
                <a:gd name="connsiteX11" fmla="*/ 110275 w 431209"/>
                <a:gd name="connsiteY11" fmla="*/ 504466 h 50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1209" h="505747">
                  <a:moveTo>
                    <a:pt x="110275" y="504466"/>
                  </a:moveTo>
                  <a:cubicBezTo>
                    <a:pt x="100644" y="500647"/>
                    <a:pt x="97323" y="494171"/>
                    <a:pt x="95054" y="474853"/>
                  </a:cubicBezTo>
                  <a:cubicBezTo>
                    <a:pt x="92397" y="452657"/>
                    <a:pt x="89352" y="446403"/>
                    <a:pt x="69371" y="422270"/>
                  </a:cubicBezTo>
                  <a:cubicBezTo>
                    <a:pt x="-29708" y="302988"/>
                    <a:pt x="-23951" y="225718"/>
                    <a:pt x="94998" y="77377"/>
                  </a:cubicBezTo>
                  <a:cubicBezTo>
                    <a:pt x="170442" y="-16665"/>
                    <a:pt x="200497" y="-24082"/>
                    <a:pt x="205700" y="50200"/>
                  </a:cubicBezTo>
                  <a:cubicBezTo>
                    <a:pt x="210018" y="110809"/>
                    <a:pt x="232158" y="132396"/>
                    <a:pt x="292214" y="134610"/>
                  </a:cubicBezTo>
                  <a:cubicBezTo>
                    <a:pt x="326919" y="135938"/>
                    <a:pt x="330904" y="139647"/>
                    <a:pt x="337657" y="176677"/>
                  </a:cubicBezTo>
                  <a:cubicBezTo>
                    <a:pt x="345130" y="217415"/>
                    <a:pt x="363396" y="242877"/>
                    <a:pt x="404577" y="269888"/>
                  </a:cubicBezTo>
                  <a:cubicBezTo>
                    <a:pt x="440666" y="293523"/>
                    <a:pt x="440223" y="311678"/>
                    <a:pt x="402363" y="360276"/>
                  </a:cubicBezTo>
                  <a:cubicBezTo>
                    <a:pt x="342418" y="437325"/>
                    <a:pt x="251088" y="492289"/>
                    <a:pt x="176364" y="496329"/>
                  </a:cubicBezTo>
                  <a:cubicBezTo>
                    <a:pt x="157324" y="497326"/>
                    <a:pt x="149131" y="498433"/>
                    <a:pt x="135903" y="501809"/>
                  </a:cubicBezTo>
                  <a:cubicBezTo>
                    <a:pt x="118080" y="506348"/>
                    <a:pt x="115589" y="506569"/>
                    <a:pt x="110275" y="504466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8A8C5F49-F5AF-46CE-8E27-2DDC74FD4551}"/>
                </a:ext>
              </a:extLst>
            </p:cNvPr>
            <p:cNvSpPr/>
            <p:nvPr/>
          </p:nvSpPr>
          <p:spPr>
            <a:xfrm>
              <a:off x="2225483" y="4197046"/>
              <a:ext cx="307819" cy="378676"/>
            </a:xfrm>
            <a:custGeom>
              <a:avLst/>
              <a:gdLst>
                <a:gd name="connsiteX0" fmla="*/ 62454 w 506314"/>
                <a:gd name="connsiteY0" fmla="*/ 1126981 h 1127934"/>
                <a:gd name="connsiteX1" fmla="*/ 959 w 506314"/>
                <a:gd name="connsiteY1" fmla="*/ 1053364 h 1127934"/>
                <a:gd name="connsiteX2" fmla="*/ 44022 w 506314"/>
                <a:gd name="connsiteY2" fmla="*/ 944986 h 1127934"/>
                <a:gd name="connsiteX3" fmla="*/ 73026 w 506314"/>
                <a:gd name="connsiteY3" fmla="*/ 905023 h 1127934"/>
                <a:gd name="connsiteX4" fmla="*/ 140942 w 506314"/>
                <a:gd name="connsiteY4" fmla="*/ 843583 h 1127934"/>
                <a:gd name="connsiteX5" fmla="*/ 194632 w 506314"/>
                <a:gd name="connsiteY5" fmla="*/ 782199 h 1127934"/>
                <a:gd name="connsiteX6" fmla="*/ 255629 w 506314"/>
                <a:gd name="connsiteY6" fmla="*/ 754911 h 1127934"/>
                <a:gd name="connsiteX7" fmla="*/ 282309 w 506314"/>
                <a:gd name="connsiteY7" fmla="*/ 843417 h 1127934"/>
                <a:gd name="connsiteX8" fmla="*/ 202382 w 506314"/>
                <a:gd name="connsiteY8" fmla="*/ 978197 h 1127934"/>
                <a:gd name="connsiteX9" fmla="*/ 62454 w 506314"/>
                <a:gd name="connsiteY9" fmla="*/ 1126981 h 1127934"/>
                <a:gd name="connsiteX10" fmla="*/ 431369 w 506314"/>
                <a:gd name="connsiteY10" fmla="*/ 75365 h 1127934"/>
                <a:gd name="connsiteX11" fmla="*/ 408786 w 506314"/>
                <a:gd name="connsiteY11" fmla="*/ 39996 h 1127934"/>
                <a:gd name="connsiteX12" fmla="*/ 506315 w 506314"/>
                <a:gd name="connsiteY12" fmla="*/ 31693 h 1127934"/>
                <a:gd name="connsiteX13" fmla="*/ 431369 w 506314"/>
                <a:gd name="connsiteY13" fmla="*/ 75365 h 1127934"/>
                <a:gd name="connsiteX0" fmla="*/ 62454 w 506315"/>
                <a:gd name="connsiteY0" fmla="*/ 1095288 h 1096241"/>
                <a:gd name="connsiteX1" fmla="*/ 959 w 506315"/>
                <a:gd name="connsiteY1" fmla="*/ 1021671 h 1096241"/>
                <a:gd name="connsiteX2" fmla="*/ 44022 w 506315"/>
                <a:gd name="connsiteY2" fmla="*/ 913293 h 1096241"/>
                <a:gd name="connsiteX3" fmla="*/ 73026 w 506315"/>
                <a:gd name="connsiteY3" fmla="*/ 873330 h 1096241"/>
                <a:gd name="connsiteX4" fmla="*/ 140942 w 506315"/>
                <a:gd name="connsiteY4" fmla="*/ 811890 h 1096241"/>
                <a:gd name="connsiteX5" fmla="*/ 194632 w 506315"/>
                <a:gd name="connsiteY5" fmla="*/ 750506 h 1096241"/>
                <a:gd name="connsiteX6" fmla="*/ 255629 w 506315"/>
                <a:gd name="connsiteY6" fmla="*/ 723218 h 1096241"/>
                <a:gd name="connsiteX7" fmla="*/ 282309 w 506315"/>
                <a:gd name="connsiteY7" fmla="*/ 811724 h 1096241"/>
                <a:gd name="connsiteX8" fmla="*/ 202382 w 506315"/>
                <a:gd name="connsiteY8" fmla="*/ 946504 h 1096241"/>
                <a:gd name="connsiteX9" fmla="*/ 62454 w 506315"/>
                <a:gd name="connsiteY9" fmla="*/ 1095288 h 1096241"/>
                <a:gd name="connsiteX10" fmla="*/ 431369 w 506315"/>
                <a:gd name="connsiteY10" fmla="*/ 43672 h 1096241"/>
                <a:gd name="connsiteX11" fmla="*/ 506315 w 506315"/>
                <a:gd name="connsiteY11" fmla="*/ 0 h 1096241"/>
                <a:gd name="connsiteX12" fmla="*/ 431369 w 506315"/>
                <a:gd name="connsiteY12" fmla="*/ 43672 h 1096241"/>
                <a:gd name="connsiteX0" fmla="*/ 62454 w 307819"/>
                <a:gd name="connsiteY0" fmla="*/ 377723 h 378676"/>
                <a:gd name="connsiteX1" fmla="*/ 959 w 307819"/>
                <a:gd name="connsiteY1" fmla="*/ 304106 h 378676"/>
                <a:gd name="connsiteX2" fmla="*/ 44022 w 307819"/>
                <a:gd name="connsiteY2" fmla="*/ 195728 h 378676"/>
                <a:gd name="connsiteX3" fmla="*/ 73026 w 307819"/>
                <a:gd name="connsiteY3" fmla="*/ 155765 h 378676"/>
                <a:gd name="connsiteX4" fmla="*/ 140942 w 307819"/>
                <a:gd name="connsiteY4" fmla="*/ 94325 h 378676"/>
                <a:gd name="connsiteX5" fmla="*/ 194632 w 307819"/>
                <a:gd name="connsiteY5" fmla="*/ 32941 h 378676"/>
                <a:gd name="connsiteX6" fmla="*/ 255629 w 307819"/>
                <a:gd name="connsiteY6" fmla="*/ 5653 h 378676"/>
                <a:gd name="connsiteX7" fmla="*/ 282309 w 307819"/>
                <a:gd name="connsiteY7" fmla="*/ 94159 h 378676"/>
                <a:gd name="connsiteX8" fmla="*/ 202382 w 307819"/>
                <a:gd name="connsiteY8" fmla="*/ 228939 h 378676"/>
                <a:gd name="connsiteX9" fmla="*/ 62454 w 307819"/>
                <a:gd name="connsiteY9" fmla="*/ 377723 h 37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819" h="378676">
                  <a:moveTo>
                    <a:pt x="62454" y="377723"/>
                  </a:moveTo>
                  <a:cubicBezTo>
                    <a:pt x="27860" y="372686"/>
                    <a:pt x="5775" y="346172"/>
                    <a:pt x="959" y="304106"/>
                  </a:cubicBezTo>
                  <a:cubicBezTo>
                    <a:pt x="-3082" y="268293"/>
                    <a:pt x="4612" y="248920"/>
                    <a:pt x="44022" y="195728"/>
                  </a:cubicBezTo>
                  <a:cubicBezTo>
                    <a:pt x="55867" y="179787"/>
                    <a:pt x="68930" y="161798"/>
                    <a:pt x="73026" y="155765"/>
                  </a:cubicBezTo>
                  <a:cubicBezTo>
                    <a:pt x="86532" y="136004"/>
                    <a:pt x="87030" y="135617"/>
                    <a:pt x="140942" y="94325"/>
                  </a:cubicBezTo>
                  <a:cubicBezTo>
                    <a:pt x="178525" y="65487"/>
                    <a:pt x="184393" y="58790"/>
                    <a:pt x="194632" y="32941"/>
                  </a:cubicBezTo>
                  <a:cubicBezTo>
                    <a:pt x="207197" y="1169"/>
                    <a:pt x="225242" y="-6912"/>
                    <a:pt x="255629" y="5653"/>
                  </a:cubicBezTo>
                  <a:cubicBezTo>
                    <a:pt x="314412" y="29896"/>
                    <a:pt x="323877" y="61280"/>
                    <a:pt x="282309" y="94159"/>
                  </a:cubicBezTo>
                  <a:cubicBezTo>
                    <a:pt x="244947" y="123661"/>
                    <a:pt x="230611" y="147905"/>
                    <a:pt x="202382" y="228939"/>
                  </a:cubicBezTo>
                  <a:cubicBezTo>
                    <a:pt x="164079" y="339088"/>
                    <a:pt x="119798" y="386136"/>
                    <a:pt x="62454" y="377723"/>
                  </a:cubicBezTo>
                  <a:close/>
                </a:path>
              </a:pathLst>
            </a:custGeom>
            <a:solidFill>
              <a:srgbClr val="000000"/>
            </a:solidFill>
            <a:ln w="5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974278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" name="그래픽 55">
            <a:extLst>
              <a:ext uri="{FF2B5EF4-FFF2-40B4-BE49-F238E27FC236}">
                <a16:creationId xmlns:a16="http://schemas.microsoft.com/office/drawing/2014/main" id="{F5CA1007-9FDE-4799-8FAB-71AD5A9C55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9162" y="0"/>
            <a:ext cx="4599676" cy="6858000"/>
          </a:xfrm>
          <a:prstGeom prst="rect">
            <a:avLst/>
          </a:prstGeom>
        </p:spPr>
      </p:pic>
      <p:sp>
        <p:nvSpPr>
          <p:cNvPr id="58" name="사다리꼴 57">
            <a:extLst>
              <a:ext uri="{FF2B5EF4-FFF2-40B4-BE49-F238E27FC236}">
                <a16:creationId xmlns:a16="http://schemas.microsoft.com/office/drawing/2014/main" id="{2E99E583-F597-4091-A166-0FE88D5A35E8}"/>
              </a:ext>
            </a:extLst>
          </p:cNvPr>
          <p:cNvSpPr/>
          <p:nvPr/>
        </p:nvSpPr>
        <p:spPr>
          <a:xfrm flipV="1">
            <a:off x="2945606" y="2166938"/>
            <a:ext cx="954882" cy="314325"/>
          </a:xfrm>
          <a:prstGeom prst="trapezoid">
            <a:avLst>
              <a:gd name="adj" fmla="val 46591"/>
            </a:avLst>
          </a:prstGeom>
          <a:solidFill>
            <a:srgbClr val="4472C4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6514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8F9A74-DE31-47EF-814B-7DE2031E34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180128" y="-1025767"/>
            <a:ext cx="13364303" cy="8909535"/>
          </a:xfrm>
          <a:prstGeom prst="rect">
            <a:avLst/>
          </a:prstGeom>
        </p:spPr>
      </p:pic>
      <p:sp>
        <p:nvSpPr>
          <p:cNvPr id="58" name="자유형: 도형 57">
            <a:extLst>
              <a:ext uri="{FF2B5EF4-FFF2-40B4-BE49-F238E27FC236}">
                <a16:creationId xmlns:a16="http://schemas.microsoft.com/office/drawing/2014/main" id="{69509C5A-02A7-4970-B285-CA12F39A462E}"/>
              </a:ext>
            </a:extLst>
          </p:cNvPr>
          <p:cNvSpPr/>
          <p:nvPr/>
        </p:nvSpPr>
        <p:spPr>
          <a:xfrm>
            <a:off x="2971799" y="2702719"/>
            <a:ext cx="914400" cy="1735931"/>
          </a:xfrm>
          <a:custGeom>
            <a:avLst/>
            <a:gdLst>
              <a:gd name="connsiteX0" fmla="*/ 457201 w 914400"/>
              <a:gd name="connsiteY0" fmla="*/ 0 h 1735931"/>
              <a:gd name="connsiteX1" fmla="*/ 565991 w 914400"/>
              <a:gd name="connsiteY1" fmla="*/ 585600 h 1735931"/>
              <a:gd name="connsiteX2" fmla="*/ 914400 w 914400"/>
              <a:gd name="connsiteY2" fmla="*/ 683420 h 1735931"/>
              <a:gd name="connsiteX3" fmla="*/ 572587 w 914400"/>
              <a:gd name="connsiteY3" fmla="*/ 779387 h 1735931"/>
              <a:gd name="connsiteX4" fmla="*/ 457201 w 914400"/>
              <a:gd name="connsiteY4" fmla="*/ 1735931 h 1735931"/>
              <a:gd name="connsiteX5" fmla="*/ 341815 w 914400"/>
              <a:gd name="connsiteY5" fmla="*/ 779388 h 1735931"/>
              <a:gd name="connsiteX6" fmla="*/ 0 w 914400"/>
              <a:gd name="connsiteY6" fmla="*/ 683420 h 1735931"/>
              <a:gd name="connsiteX7" fmla="*/ 348411 w 914400"/>
              <a:gd name="connsiteY7" fmla="*/ 585600 h 1735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" h="1735931">
                <a:moveTo>
                  <a:pt x="457201" y="0"/>
                </a:moveTo>
                <a:lnTo>
                  <a:pt x="565991" y="585600"/>
                </a:lnTo>
                <a:lnTo>
                  <a:pt x="914400" y="683420"/>
                </a:lnTo>
                <a:lnTo>
                  <a:pt x="572587" y="779387"/>
                </a:lnTo>
                <a:lnTo>
                  <a:pt x="457201" y="1735931"/>
                </a:lnTo>
                <a:lnTo>
                  <a:pt x="341815" y="779388"/>
                </a:lnTo>
                <a:lnTo>
                  <a:pt x="0" y="683420"/>
                </a:lnTo>
                <a:lnTo>
                  <a:pt x="348411" y="58560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245737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450628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529</TotalTime>
  <Words>5</Words>
  <Application>Microsoft Office PowerPoint</Application>
  <PresentationFormat>사용자 지정</PresentationFormat>
  <Paragraphs>4</Paragraphs>
  <Slides>27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33" baseType="lpstr">
      <vt:lpstr>ErinLang Direct</vt:lpstr>
      <vt:lpstr>맑은 고딕</vt:lpstr>
      <vt:lpstr>Arial</vt:lpstr>
      <vt:lpstr>Calibri</vt:lpstr>
      <vt:lpstr>Calibri Light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Minhee Hwang</dc:creator>
  <cp:lastModifiedBy>Minhee Hwang</cp:lastModifiedBy>
  <cp:revision>46</cp:revision>
  <dcterms:created xsi:type="dcterms:W3CDTF">2026-10-23T05:42:11Z</dcterms:created>
  <dcterms:modified xsi:type="dcterms:W3CDTF">2026-10-24T01:41:21Z</dcterms:modified>
</cp:coreProperties>
</file>